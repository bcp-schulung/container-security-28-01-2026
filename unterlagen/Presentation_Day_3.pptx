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heme/theme3.xml" ContentType="application/vnd.openxmlformats-officedocument.theme+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5" r:id="rId1"/>
    <p:sldMasterId id="2147483808" r:id="rId2"/>
    <p:sldMasterId id="2147483875" r:id="rId3"/>
    <p:sldMasterId id="2147483944" r:id="rId4"/>
  </p:sldMasterIdLst>
  <p:notesMasterIdLst>
    <p:notesMasterId r:id="rId37"/>
  </p:notesMasterIdLst>
  <p:sldIdLst>
    <p:sldId id="411" r:id="rId5"/>
    <p:sldId id="413" r:id="rId6"/>
    <p:sldId id="257" r:id="rId7"/>
    <p:sldId id="420" r:id="rId8"/>
    <p:sldId id="565" r:id="rId9"/>
    <p:sldId id="606" r:id="rId10"/>
    <p:sldId id="607" r:id="rId11"/>
    <p:sldId id="604" r:id="rId12"/>
    <p:sldId id="608" r:id="rId13"/>
    <p:sldId id="609" r:id="rId14"/>
    <p:sldId id="605" r:id="rId15"/>
    <p:sldId id="610" r:id="rId16"/>
    <p:sldId id="611" r:id="rId17"/>
    <p:sldId id="628" r:id="rId18"/>
    <p:sldId id="632" r:id="rId19"/>
    <p:sldId id="633" r:id="rId20"/>
    <p:sldId id="634" r:id="rId21"/>
    <p:sldId id="635" r:id="rId22"/>
    <p:sldId id="629" r:id="rId23"/>
    <p:sldId id="636" r:id="rId24"/>
    <p:sldId id="637" r:id="rId25"/>
    <p:sldId id="638" r:id="rId26"/>
    <p:sldId id="630" r:id="rId27"/>
    <p:sldId id="639" r:id="rId28"/>
    <p:sldId id="631" r:id="rId29"/>
    <p:sldId id="640" r:id="rId30"/>
    <p:sldId id="641" r:id="rId31"/>
    <p:sldId id="642" r:id="rId32"/>
    <p:sldId id="643" r:id="rId33"/>
    <p:sldId id="409" r:id="rId34"/>
    <p:sldId id="412" r:id="rId35"/>
    <p:sldId id="414" r:id="rId36"/>
  </p:sldIdLst>
  <p:sldSz cx="12192000" cy="6858000"/>
  <p:notesSz cx="6858000" cy="9144000"/>
  <p:embeddedFontLst>
    <p:embeddedFont>
      <p:font typeface="Bebas Neue" panose="020B0606020202050201" pitchFamily="34" charset="0"/>
      <p:regular r:id="rId38"/>
    </p:embeddedFont>
    <p:embeddedFont>
      <p:font typeface="Calibri" panose="020F0502020204030204" pitchFamily="34" charset="0"/>
      <p:regular r:id="rId39"/>
      <p:bold r:id="rId40"/>
      <p:italic r:id="rId41"/>
      <p:boldItalic r:id="rId42"/>
    </p:embeddedFont>
    <p:embeddedFont>
      <p:font typeface="Calibri Light" panose="020F0302020204030204" pitchFamily="34" charset="0"/>
      <p:regular r:id="rId43"/>
      <p:italic r:id="rId44"/>
    </p:embeddedFont>
    <p:embeddedFont>
      <p:font typeface="Open Sans" panose="020B0606030504020204" pitchFamily="34" charset="0"/>
      <p:regular r:id="rId45"/>
      <p:bold r:id="rId46"/>
      <p:italic r:id="rId47"/>
      <p:boldItalic r:id="rId48"/>
    </p:embeddedFont>
    <p:embeddedFont>
      <p:font typeface="Segoe UI" panose="020B0502040204020203" pitchFamily="34" charset="0"/>
      <p:regular r:id="rId49"/>
      <p:bold r:id="rId50"/>
      <p:italic r:id="rId51"/>
      <p:boldItalic r:id="rId52"/>
    </p:embeddedFont>
    <p:embeddedFont>
      <p:font typeface="Segoe UI Light" panose="020B0502040204020203" pitchFamily="34" charset="0"/>
      <p:regular r:id="rId53"/>
      <p: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2" roundtripDataSignature="AMtx7mjaMMbKh3m/FM305x9jSePkC8o/q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47" autoAdjust="0"/>
    <p:restoredTop sz="94660"/>
  </p:normalViewPr>
  <p:slideViewPr>
    <p:cSldViewPr snapToGrid="0">
      <p:cViewPr varScale="1">
        <p:scale>
          <a:sx n="82" d="100"/>
          <a:sy n="82" d="100"/>
        </p:scale>
        <p:origin x="73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154"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 Type="http://schemas.openxmlformats.org/officeDocument/2006/relationships/slide" Target="slides/slide1.xml"/><Relationship Id="rId152" Type="http://customschemas.google.com/relationships/presentationmetadata" Target="metadata"/><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4.xml"/><Relationship Id="rId51" Type="http://schemas.openxmlformats.org/officeDocument/2006/relationships/font" Target="fonts/font14.fntdata"/><Relationship Id="rId15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6.xml"/><Relationship Id="rId41" Type="http://schemas.openxmlformats.org/officeDocument/2006/relationships/font" Target="fonts/font4.fntdata"/><Relationship Id="rId54" Type="http://schemas.openxmlformats.org/officeDocument/2006/relationships/font" Target="fonts/font17.fntdata"/><Relationship Id="rId15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2.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7.fntdata"/><Relationship Id="rId52" Type="http://schemas.openxmlformats.org/officeDocument/2006/relationships/font" Target="fonts/font15.fntdata"/><Relationship Id="rId15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lienbildplatzhalter 1"/>
          <p:cNvSpPr>
            <a:spLocks noGrp="1" noRot="1" noChangeAspect="1" noTextEdit="1"/>
          </p:cNvSpPr>
          <p:nvPr>
            <p:ph type="sldImg"/>
          </p:nvPr>
        </p:nvSpPr>
        <p:spPr bwMode="auto">
          <a:xfrm>
            <a:off x="88900" y="744538"/>
            <a:ext cx="6624638" cy="37258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izenplatzhalt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de-DE" altLang="de-DE" dirty="0"/>
          </a:p>
        </p:txBody>
      </p:sp>
      <p:sp>
        <p:nvSpPr>
          <p:cNvPr id="4100" name="Foliennummernplatzhalt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83F9E94-7A37-4F6D-AF55-A972F832D3A9}" type="slidenum">
              <a:rPr kumimoji="0" lang="de-DE" altLang="de-DE"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altLang="de-DE"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574317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lienbildplatzhalter 1"/>
          <p:cNvSpPr>
            <a:spLocks noGrp="1" noRot="1" noChangeAspect="1" noTextEdit="1"/>
          </p:cNvSpPr>
          <p:nvPr>
            <p:ph type="sldImg"/>
          </p:nvPr>
        </p:nvSpPr>
        <p:spPr bwMode="auto">
          <a:xfrm>
            <a:off x="88900" y="744538"/>
            <a:ext cx="6624638" cy="37258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izenplatzhalt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de-DE" altLang="de-DE" dirty="0"/>
          </a:p>
        </p:txBody>
      </p:sp>
      <p:sp>
        <p:nvSpPr>
          <p:cNvPr id="4100" name="Foliennummernplatzhalt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83F9E94-7A37-4F6D-AF55-A972F832D3A9}" type="slidenum">
              <a:rPr kumimoji="0" lang="de-DE" altLang="de-DE"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altLang="de-DE"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49069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30 min</a:t>
            </a:r>
            <a:endParaRPr lang="en-GB" dirty="0"/>
          </a:p>
        </p:txBody>
      </p:sp>
    </p:spTree>
    <p:extLst>
      <p:ext uri="{BB962C8B-B14F-4D97-AF65-F5344CB8AC3E}">
        <p14:creationId xmlns:p14="http://schemas.microsoft.com/office/powerpoint/2010/main" val="3871929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2 große Aspekte von Containern</a:t>
            </a:r>
          </a:p>
        </p:txBody>
      </p:sp>
    </p:spTree>
    <p:extLst>
      <p:ext uri="{BB962C8B-B14F-4D97-AF65-F5344CB8AC3E}">
        <p14:creationId xmlns:p14="http://schemas.microsoft.com/office/powerpoint/2010/main" val="6282770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30 min</a:t>
            </a:r>
            <a:endParaRPr lang="en-GB" dirty="0"/>
          </a:p>
        </p:txBody>
      </p:sp>
    </p:spTree>
    <p:extLst>
      <p:ext uri="{BB962C8B-B14F-4D97-AF65-F5344CB8AC3E}">
        <p14:creationId xmlns:p14="http://schemas.microsoft.com/office/powerpoint/2010/main" val="570425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30 min</a:t>
            </a:r>
            <a:endParaRPr lang="en-GB" dirty="0"/>
          </a:p>
        </p:txBody>
      </p:sp>
    </p:spTree>
    <p:extLst>
      <p:ext uri="{BB962C8B-B14F-4D97-AF65-F5344CB8AC3E}">
        <p14:creationId xmlns:p14="http://schemas.microsoft.com/office/powerpoint/2010/main" val="814383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30 min</a:t>
            </a:r>
            <a:endParaRPr lang="en-GB" dirty="0"/>
          </a:p>
        </p:txBody>
      </p:sp>
    </p:spTree>
    <p:extLst>
      <p:ext uri="{BB962C8B-B14F-4D97-AF65-F5344CB8AC3E}">
        <p14:creationId xmlns:p14="http://schemas.microsoft.com/office/powerpoint/2010/main" val="602368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967125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2515150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15 min</a:t>
            </a:r>
            <a:endParaRPr lang="en-GB" dirty="0"/>
          </a:p>
        </p:txBody>
      </p:sp>
    </p:spTree>
    <p:extLst>
      <p:ext uri="{BB962C8B-B14F-4D97-AF65-F5344CB8AC3E}">
        <p14:creationId xmlns:p14="http://schemas.microsoft.com/office/powerpoint/2010/main" val="2317993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Pod in irgendeiner variante starten</a:t>
            </a:r>
          </a:p>
        </p:txBody>
      </p:sp>
    </p:spTree>
    <p:extLst>
      <p:ext uri="{BB962C8B-B14F-4D97-AF65-F5344CB8AC3E}">
        <p14:creationId xmlns:p14="http://schemas.microsoft.com/office/powerpoint/2010/main" val="655058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428316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15 min</a:t>
            </a:r>
            <a:endParaRPr lang="en-GB" dirty="0"/>
          </a:p>
        </p:txBody>
      </p:sp>
    </p:spTree>
    <p:extLst>
      <p:ext uri="{BB962C8B-B14F-4D97-AF65-F5344CB8AC3E}">
        <p14:creationId xmlns:p14="http://schemas.microsoft.com/office/powerpoint/2010/main" val="1576112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1283528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15 min</a:t>
            </a:r>
            <a:endParaRPr lang="en-GB" dirty="0"/>
          </a:p>
        </p:txBody>
      </p:sp>
    </p:spTree>
    <p:extLst>
      <p:ext uri="{BB962C8B-B14F-4D97-AF65-F5344CB8AC3E}">
        <p14:creationId xmlns:p14="http://schemas.microsoft.com/office/powerpoint/2010/main" val="1199439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Bei einem </a:t>
            </a:r>
            <a:r>
              <a:rPr lang="de-DE" dirty="0" err="1"/>
              <a:t>container</a:t>
            </a:r>
            <a:endParaRPr lang="de-DE" dirty="0"/>
          </a:p>
        </p:txBody>
      </p:sp>
    </p:spTree>
    <p:extLst>
      <p:ext uri="{BB962C8B-B14F-4D97-AF65-F5344CB8AC3E}">
        <p14:creationId xmlns:p14="http://schemas.microsoft.com/office/powerpoint/2010/main" val="9751900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dirty="0"/>
              <a:t>Bei mehr als einem </a:t>
            </a:r>
            <a:r>
              <a:rPr lang="de-DE" dirty="0" err="1"/>
              <a:t>contaniner</a:t>
            </a:r>
            <a:endParaRPr lang="de-DE" dirty="0"/>
          </a:p>
        </p:txBody>
      </p:sp>
    </p:spTree>
    <p:extLst>
      <p:ext uri="{BB962C8B-B14F-4D97-AF65-F5344CB8AC3E}">
        <p14:creationId xmlns:p14="http://schemas.microsoft.com/office/powerpoint/2010/main" val="20582345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lienbildplatzhalter 1"/>
          <p:cNvSpPr>
            <a:spLocks noGrp="1" noRot="1" noChangeAspect="1" noTextEdit="1"/>
          </p:cNvSpPr>
          <p:nvPr>
            <p:ph type="sldImg"/>
          </p:nvPr>
        </p:nvSpPr>
        <p:spPr bwMode="auto">
          <a:xfrm>
            <a:off x="88900" y="744538"/>
            <a:ext cx="6624638" cy="37258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izenplatzhalt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de-DE" altLang="de-DE" dirty="0"/>
          </a:p>
        </p:txBody>
      </p:sp>
      <p:sp>
        <p:nvSpPr>
          <p:cNvPr id="4100" name="Foliennummernplatzhalt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83F9E94-7A37-4F6D-AF55-A972F832D3A9}" type="slidenum">
              <a:rPr kumimoji="0" lang="de-DE" altLang="de-DE"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altLang="de-DE"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5446336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lienbildplatzhalter 1"/>
          <p:cNvSpPr>
            <a:spLocks noGrp="1" noRot="1" noChangeAspect="1" noTextEdit="1"/>
          </p:cNvSpPr>
          <p:nvPr>
            <p:ph type="sldImg"/>
          </p:nvPr>
        </p:nvSpPr>
        <p:spPr bwMode="auto">
          <a:xfrm>
            <a:off x="88900" y="744538"/>
            <a:ext cx="6624638" cy="37258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izenplatzhalt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de-DE" altLang="de-DE" dirty="0"/>
          </a:p>
        </p:txBody>
      </p:sp>
      <p:sp>
        <p:nvSpPr>
          <p:cNvPr id="4100" name="Foliennummernplatzhalt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83F9E94-7A37-4F6D-AF55-A972F832D3A9}" type="slidenum">
              <a:rPr kumimoji="0" lang="de-DE" altLang="de-DE"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altLang="de-DE"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9217649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lienbildplatzhalter 1"/>
          <p:cNvSpPr>
            <a:spLocks noGrp="1" noRot="1" noChangeAspect="1" noTextEdit="1"/>
          </p:cNvSpPr>
          <p:nvPr>
            <p:ph type="sldImg"/>
          </p:nvPr>
        </p:nvSpPr>
        <p:spPr bwMode="auto">
          <a:xfrm>
            <a:off x="88900" y="744538"/>
            <a:ext cx="6624638" cy="372586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izenplatzhalt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de-DE" altLang="de-DE" dirty="0"/>
          </a:p>
        </p:txBody>
      </p:sp>
      <p:sp>
        <p:nvSpPr>
          <p:cNvPr id="4100" name="Foliennummernplatzhalt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83F9E94-7A37-4F6D-AF55-A972F832D3A9}" type="slidenum">
              <a:rPr kumimoji="0" lang="de-DE" altLang="de-DE"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altLang="de-DE"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589934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04E64E-5DB6-483C-991C-FA2CF0BB11AB}"/>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9901D834-68BA-411A-BC55-71DBD5BDE5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FAC40F7F-B169-4224-870E-663CED53AD1E}"/>
              </a:ext>
            </a:extLst>
          </p:cNvPr>
          <p:cNvSpPr>
            <a:spLocks noGrp="1"/>
          </p:cNvSpPr>
          <p:nvPr>
            <p:ph type="dt" sz="half" idx="10"/>
          </p:nvPr>
        </p:nvSpPr>
        <p:spPr/>
        <p:txBody>
          <a:bodyPr/>
          <a:lstStyle/>
          <a:p>
            <a:fld id="{DE0B502B-AE68-4557-B37D-C0BDDAADB5C4}" type="datetimeFigureOut">
              <a:rPr lang="de-DE" smtClean="0"/>
              <a:t>13.02.2023</a:t>
            </a:fld>
            <a:endParaRPr lang="de-DE"/>
          </a:p>
        </p:txBody>
      </p:sp>
      <p:sp>
        <p:nvSpPr>
          <p:cNvPr id="5" name="Fußzeilenplatzhalter 4">
            <a:extLst>
              <a:ext uri="{FF2B5EF4-FFF2-40B4-BE49-F238E27FC236}">
                <a16:creationId xmlns:a16="http://schemas.microsoft.com/office/drawing/2014/main" id="{59EE924C-C232-4265-9F2E-59322B60628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425E00D-4842-491C-B2A9-35E11F46D2A6}"/>
              </a:ext>
            </a:extLst>
          </p:cNvPr>
          <p:cNvSpPr>
            <a:spLocks noGrp="1"/>
          </p:cNvSpPr>
          <p:nvPr>
            <p:ph type="sldNum" sz="quarter" idx="12"/>
          </p:nvPr>
        </p:nvSpPr>
        <p:spPr/>
        <p:txBody>
          <a:bodyPr/>
          <a:lstStyle/>
          <a:p>
            <a:fld id="{22090C1B-7457-4F56-B44D-58B763411F0E}" type="slidenum">
              <a:rPr lang="de-DE" smtClean="0"/>
              <a:t>‹Nr.›</a:t>
            </a:fld>
            <a:endParaRPr lang="de-DE"/>
          </a:p>
        </p:txBody>
      </p:sp>
    </p:spTree>
    <p:extLst>
      <p:ext uri="{BB962C8B-B14F-4D97-AF65-F5344CB8AC3E}">
        <p14:creationId xmlns:p14="http://schemas.microsoft.com/office/powerpoint/2010/main" val="3053005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4FA718-3905-4745-9952-F7C9B50AE43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9559EBF-F3B0-4DA9-A975-85F8FAF1E057}"/>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4755A1C-9F4A-4C61-AEB5-B9C860D4BB22}"/>
              </a:ext>
            </a:extLst>
          </p:cNvPr>
          <p:cNvSpPr>
            <a:spLocks noGrp="1"/>
          </p:cNvSpPr>
          <p:nvPr>
            <p:ph type="dt" sz="half" idx="10"/>
          </p:nvPr>
        </p:nvSpPr>
        <p:spPr/>
        <p:txBody>
          <a:bodyPr/>
          <a:lstStyle/>
          <a:p>
            <a:fld id="{DE0B502B-AE68-4557-B37D-C0BDDAADB5C4}" type="datetimeFigureOut">
              <a:rPr lang="de-DE" smtClean="0"/>
              <a:t>13.02.2023</a:t>
            </a:fld>
            <a:endParaRPr lang="de-DE"/>
          </a:p>
        </p:txBody>
      </p:sp>
      <p:sp>
        <p:nvSpPr>
          <p:cNvPr id="5" name="Fußzeilenplatzhalter 4">
            <a:extLst>
              <a:ext uri="{FF2B5EF4-FFF2-40B4-BE49-F238E27FC236}">
                <a16:creationId xmlns:a16="http://schemas.microsoft.com/office/drawing/2014/main" id="{04AA3073-AE44-43CE-8F8A-980D5CF8746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FFFAECB-2274-497F-AB90-66575D12C069}"/>
              </a:ext>
            </a:extLst>
          </p:cNvPr>
          <p:cNvSpPr>
            <a:spLocks noGrp="1"/>
          </p:cNvSpPr>
          <p:nvPr>
            <p:ph type="sldNum" sz="quarter" idx="12"/>
          </p:nvPr>
        </p:nvSpPr>
        <p:spPr/>
        <p:txBody>
          <a:bodyPr/>
          <a:lstStyle/>
          <a:p>
            <a:fld id="{22090C1B-7457-4F56-B44D-58B763411F0E}" type="slidenum">
              <a:rPr lang="de-DE" smtClean="0"/>
              <a:t>‹Nr.›</a:t>
            </a:fld>
            <a:endParaRPr lang="de-DE"/>
          </a:p>
        </p:txBody>
      </p:sp>
    </p:spTree>
    <p:extLst>
      <p:ext uri="{BB962C8B-B14F-4D97-AF65-F5344CB8AC3E}">
        <p14:creationId xmlns:p14="http://schemas.microsoft.com/office/powerpoint/2010/main" val="515641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6C7FD1-EB3D-4588-9233-E12D5F76991D}"/>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9BA87C03-8B95-4A47-B4C4-1FCE087488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D17CEAF-D215-423C-AB7F-93CFB9D5F400}"/>
              </a:ext>
            </a:extLst>
          </p:cNvPr>
          <p:cNvSpPr>
            <a:spLocks noGrp="1"/>
          </p:cNvSpPr>
          <p:nvPr>
            <p:ph type="dt" sz="half" idx="10"/>
          </p:nvPr>
        </p:nvSpPr>
        <p:spPr/>
        <p:txBody>
          <a:bodyPr/>
          <a:lstStyle/>
          <a:p>
            <a:fld id="{DE0B502B-AE68-4557-B37D-C0BDDAADB5C4}" type="datetimeFigureOut">
              <a:rPr lang="de-DE" smtClean="0"/>
              <a:t>13.02.2023</a:t>
            </a:fld>
            <a:endParaRPr lang="de-DE"/>
          </a:p>
        </p:txBody>
      </p:sp>
      <p:sp>
        <p:nvSpPr>
          <p:cNvPr id="5" name="Fußzeilenplatzhalter 4">
            <a:extLst>
              <a:ext uri="{FF2B5EF4-FFF2-40B4-BE49-F238E27FC236}">
                <a16:creationId xmlns:a16="http://schemas.microsoft.com/office/drawing/2014/main" id="{C793DCB2-B63F-49B4-B5B0-CBB91AC11BF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F76DE40-F13C-4506-91E0-83AAEFFB38AC}"/>
              </a:ext>
            </a:extLst>
          </p:cNvPr>
          <p:cNvSpPr>
            <a:spLocks noGrp="1"/>
          </p:cNvSpPr>
          <p:nvPr>
            <p:ph type="sldNum" sz="quarter" idx="12"/>
          </p:nvPr>
        </p:nvSpPr>
        <p:spPr/>
        <p:txBody>
          <a:bodyPr/>
          <a:lstStyle/>
          <a:p>
            <a:fld id="{22090C1B-7457-4F56-B44D-58B763411F0E}" type="slidenum">
              <a:rPr lang="de-DE" smtClean="0"/>
              <a:t>‹Nr.›</a:t>
            </a:fld>
            <a:endParaRPr lang="de-DE"/>
          </a:p>
        </p:txBody>
      </p:sp>
    </p:spTree>
    <p:extLst>
      <p:ext uri="{BB962C8B-B14F-4D97-AF65-F5344CB8AC3E}">
        <p14:creationId xmlns:p14="http://schemas.microsoft.com/office/powerpoint/2010/main" val="196824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262BF9-BF4B-49BE-B68E-4EDD31EE4EE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E4677CC8-4003-4149-99FD-0BDAD76E5554}"/>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0B94A21-C8F0-4422-84DE-8E52B4C04D86}"/>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94454861-7947-4BC5-A374-68F86896F799}"/>
              </a:ext>
            </a:extLst>
          </p:cNvPr>
          <p:cNvSpPr>
            <a:spLocks noGrp="1"/>
          </p:cNvSpPr>
          <p:nvPr>
            <p:ph type="dt" sz="half" idx="10"/>
          </p:nvPr>
        </p:nvSpPr>
        <p:spPr/>
        <p:txBody>
          <a:bodyPr/>
          <a:lstStyle/>
          <a:p>
            <a:fld id="{DE0B502B-AE68-4557-B37D-C0BDDAADB5C4}" type="datetimeFigureOut">
              <a:rPr lang="de-DE" smtClean="0"/>
              <a:t>13.02.2023</a:t>
            </a:fld>
            <a:endParaRPr lang="de-DE"/>
          </a:p>
        </p:txBody>
      </p:sp>
      <p:sp>
        <p:nvSpPr>
          <p:cNvPr id="6" name="Fußzeilenplatzhalter 5">
            <a:extLst>
              <a:ext uri="{FF2B5EF4-FFF2-40B4-BE49-F238E27FC236}">
                <a16:creationId xmlns:a16="http://schemas.microsoft.com/office/drawing/2014/main" id="{7B6E8749-F8D5-445E-BDAF-80693A117414}"/>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DECD68F-271C-468F-9335-48AC6EBEB741}"/>
              </a:ext>
            </a:extLst>
          </p:cNvPr>
          <p:cNvSpPr>
            <a:spLocks noGrp="1"/>
          </p:cNvSpPr>
          <p:nvPr>
            <p:ph type="sldNum" sz="quarter" idx="12"/>
          </p:nvPr>
        </p:nvSpPr>
        <p:spPr/>
        <p:txBody>
          <a:bodyPr/>
          <a:lstStyle/>
          <a:p>
            <a:fld id="{22090C1B-7457-4F56-B44D-58B763411F0E}" type="slidenum">
              <a:rPr lang="de-DE" smtClean="0"/>
              <a:t>‹Nr.›</a:t>
            </a:fld>
            <a:endParaRPr lang="de-DE"/>
          </a:p>
        </p:txBody>
      </p:sp>
    </p:spTree>
    <p:extLst>
      <p:ext uri="{BB962C8B-B14F-4D97-AF65-F5344CB8AC3E}">
        <p14:creationId xmlns:p14="http://schemas.microsoft.com/office/powerpoint/2010/main" val="424608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DDABA6-8340-4546-B404-211E0432A766}"/>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85EA3C08-1BAD-4D2B-8708-7DADF2CCEB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4426F0A8-1231-4DBA-84F1-72AD2CB1CD80}"/>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DFC81649-43B2-4353-B2B3-A2DB7781B4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BFDF2391-88D4-4B77-BF62-747B2CFABED9}"/>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671E1B6E-19DE-4154-A36A-7456AC249AF7}"/>
              </a:ext>
            </a:extLst>
          </p:cNvPr>
          <p:cNvSpPr>
            <a:spLocks noGrp="1"/>
          </p:cNvSpPr>
          <p:nvPr>
            <p:ph type="dt" sz="half" idx="10"/>
          </p:nvPr>
        </p:nvSpPr>
        <p:spPr/>
        <p:txBody>
          <a:bodyPr/>
          <a:lstStyle/>
          <a:p>
            <a:fld id="{DE0B502B-AE68-4557-B37D-C0BDDAADB5C4}" type="datetimeFigureOut">
              <a:rPr lang="de-DE" smtClean="0"/>
              <a:t>13.02.2023</a:t>
            </a:fld>
            <a:endParaRPr lang="de-DE"/>
          </a:p>
        </p:txBody>
      </p:sp>
      <p:sp>
        <p:nvSpPr>
          <p:cNvPr id="8" name="Fußzeilenplatzhalter 7">
            <a:extLst>
              <a:ext uri="{FF2B5EF4-FFF2-40B4-BE49-F238E27FC236}">
                <a16:creationId xmlns:a16="http://schemas.microsoft.com/office/drawing/2014/main" id="{1A5734BE-5724-4256-82C5-C996D7F42912}"/>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AB2A0DE0-440C-44BF-A014-3783D0620B58}"/>
              </a:ext>
            </a:extLst>
          </p:cNvPr>
          <p:cNvSpPr>
            <a:spLocks noGrp="1"/>
          </p:cNvSpPr>
          <p:nvPr>
            <p:ph type="sldNum" sz="quarter" idx="12"/>
          </p:nvPr>
        </p:nvSpPr>
        <p:spPr/>
        <p:txBody>
          <a:bodyPr/>
          <a:lstStyle/>
          <a:p>
            <a:fld id="{22090C1B-7457-4F56-B44D-58B763411F0E}" type="slidenum">
              <a:rPr lang="de-DE" smtClean="0"/>
              <a:t>‹Nr.›</a:t>
            </a:fld>
            <a:endParaRPr lang="de-DE"/>
          </a:p>
        </p:txBody>
      </p:sp>
    </p:spTree>
    <p:extLst>
      <p:ext uri="{BB962C8B-B14F-4D97-AF65-F5344CB8AC3E}">
        <p14:creationId xmlns:p14="http://schemas.microsoft.com/office/powerpoint/2010/main" val="1016692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AD10EF-CCFA-4CD2-950F-A803C9DDD403}"/>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8DA7CB77-8C95-42C3-BD2B-8572BE360390}"/>
              </a:ext>
            </a:extLst>
          </p:cNvPr>
          <p:cNvSpPr>
            <a:spLocks noGrp="1"/>
          </p:cNvSpPr>
          <p:nvPr>
            <p:ph type="dt" sz="half" idx="10"/>
          </p:nvPr>
        </p:nvSpPr>
        <p:spPr/>
        <p:txBody>
          <a:bodyPr/>
          <a:lstStyle/>
          <a:p>
            <a:fld id="{DE0B502B-AE68-4557-B37D-C0BDDAADB5C4}" type="datetimeFigureOut">
              <a:rPr lang="de-DE" smtClean="0"/>
              <a:t>13.02.2023</a:t>
            </a:fld>
            <a:endParaRPr lang="de-DE"/>
          </a:p>
        </p:txBody>
      </p:sp>
      <p:sp>
        <p:nvSpPr>
          <p:cNvPr id="4" name="Fußzeilenplatzhalter 3">
            <a:extLst>
              <a:ext uri="{FF2B5EF4-FFF2-40B4-BE49-F238E27FC236}">
                <a16:creationId xmlns:a16="http://schemas.microsoft.com/office/drawing/2014/main" id="{0485A1BF-CFF3-4E2E-BC13-AD4E5E2F04AF}"/>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8D0CDE4C-3360-4395-A25E-A0705FDC329F}"/>
              </a:ext>
            </a:extLst>
          </p:cNvPr>
          <p:cNvSpPr>
            <a:spLocks noGrp="1"/>
          </p:cNvSpPr>
          <p:nvPr>
            <p:ph type="sldNum" sz="quarter" idx="12"/>
          </p:nvPr>
        </p:nvSpPr>
        <p:spPr/>
        <p:txBody>
          <a:bodyPr/>
          <a:lstStyle/>
          <a:p>
            <a:fld id="{22090C1B-7457-4F56-B44D-58B763411F0E}" type="slidenum">
              <a:rPr lang="de-DE" smtClean="0"/>
              <a:t>‹Nr.›</a:t>
            </a:fld>
            <a:endParaRPr lang="de-DE"/>
          </a:p>
        </p:txBody>
      </p:sp>
    </p:spTree>
    <p:extLst>
      <p:ext uri="{BB962C8B-B14F-4D97-AF65-F5344CB8AC3E}">
        <p14:creationId xmlns:p14="http://schemas.microsoft.com/office/powerpoint/2010/main" val="2825144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628D795-FD4A-4DAA-9786-B83A70B30693}"/>
              </a:ext>
            </a:extLst>
          </p:cNvPr>
          <p:cNvSpPr>
            <a:spLocks noGrp="1"/>
          </p:cNvSpPr>
          <p:nvPr>
            <p:ph type="dt" sz="half" idx="10"/>
          </p:nvPr>
        </p:nvSpPr>
        <p:spPr/>
        <p:txBody>
          <a:bodyPr/>
          <a:lstStyle/>
          <a:p>
            <a:fld id="{DE0B502B-AE68-4557-B37D-C0BDDAADB5C4}" type="datetimeFigureOut">
              <a:rPr lang="de-DE" smtClean="0"/>
              <a:t>13.02.2023</a:t>
            </a:fld>
            <a:endParaRPr lang="de-DE"/>
          </a:p>
        </p:txBody>
      </p:sp>
      <p:sp>
        <p:nvSpPr>
          <p:cNvPr id="3" name="Fußzeilenplatzhalter 2">
            <a:extLst>
              <a:ext uri="{FF2B5EF4-FFF2-40B4-BE49-F238E27FC236}">
                <a16:creationId xmlns:a16="http://schemas.microsoft.com/office/drawing/2014/main" id="{7BA690AC-B71B-4A03-BF5C-329ECCDEBD42}"/>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00629DAD-3B41-4B78-A1F6-2CCCB6E11AD4}"/>
              </a:ext>
            </a:extLst>
          </p:cNvPr>
          <p:cNvSpPr>
            <a:spLocks noGrp="1"/>
          </p:cNvSpPr>
          <p:nvPr>
            <p:ph type="sldNum" sz="quarter" idx="12"/>
          </p:nvPr>
        </p:nvSpPr>
        <p:spPr/>
        <p:txBody>
          <a:bodyPr/>
          <a:lstStyle/>
          <a:p>
            <a:fld id="{22090C1B-7457-4F56-B44D-58B763411F0E}" type="slidenum">
              <a:rPr lang="de-DE" smtClean="0"/>
              <a:t>‹Nr.›</a:t>
            </a:fld>
            <a:endParaRPr lang="de-DE"/>
          </a:p>
        </p:txBody>
      </p:sp>
    </p:spTree>
    <p:extLst>
      <p:ext uri="{BB962C8B-B14F-4D97-AF65-F5344CB8AC3E}">
        <p14:creationId xmlns:p14="http://schemas.microsoft.com/office/powerpoint/2010/main" val="935478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CA87532-453B-4B83-9C2F-14F2AAD35E8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2084FAE7-7774-4717-81F0-06D760351D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4CAE164A-DCF1-43AF-94D7-7C3D25AEE9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3D30133-EF33-4467-88DA-849DDFA8FC27}"/>
              </a:ext>
            </a:extLst>
          </p:cNvPr>
          <p:cNvSpPr>
            <a:spLocks noGrp="1"/>
          </p:cNvSpPr>
          <p:nvPr>
            <p:ph type="dt" sz="half" idx="10"/>
          </p:nvPr>
        </p:nvSpPr>
        <p:spPr/>
        <p:txBody>
          <a:bodyPr/>
          <a:lstStyle/>
          <a:p>
            <a:fld id="{DE0B502B-AE68-4557-B37D-C0BDDAADB5C4}" type="datetimeFigureOut">
              <a:rPr lang="de-DE" smtClean="0"/>
              <a:t>13.02.2023</a:t>
            </a:fld>
            <a:endParaRPr lang="de-DE"/>
          </a:p>
        </p:txBody>
      </p:sp>
      <p:sp>
        <p:nvSpPr>
          <p:cNvPr id="6" name="Fußzeilenplatzhalter 5">
            <a:extLst>
              <a:ext uri="{FF2B5EF4-FFF2-40B4-BE49-F238E27FC236}">
                <a16:creationId xmlns:a16="http://schemas.microsoft.com/office/drawing/2014/main" id="{A54FBAA9-9AD7-425B-9E24-E27B6248057B}"/>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C21CF3C2-984B-4E09-AEF9-3D7690E6F6AC}"/>
              </a:ext>
            </a:extLst>
          </p:cNvPr>
          <p:cNvSpPr>
            <a:spLocks noGrp="1"/>
          </p:cNvSpPr>
          <p:nvPr>
            <p:ph type="sldNum" sz="quarter" idx="12"/>
          </p:nvPr>
        </p:nvSpPr>
        <p:spPr/>
        <p:txBody>
          <a:bodyPr/>
          <a:lstStyle/>
          <a:p>
            <a:fld id="{22090C1B-7457-4F56-B44D-58B763411F0E}" type="slidenum">
              <a:rPr lang="de-DE" smtClean="0"/>
              <a:t>‹Nr.›</a:t>
            </a:fld>
            <a:endParaRPr lang="de-DE"/>
          </a:p>
        </p:txBody>
      </p:sp>
    </p:spTree>
    <p:extLst>
      <p:ext uri="{BB962C8B-B14F-4D97-AF65-F5344CB8AC3E}">
        <p14:creationId xmlns:p14="http://schemas.microsoft.com/office/powerpoint/2010/main" val="91290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F63240-B9E5-4F57-8303-97337448984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844FDF10-6FAF-4F0B-9E18-0102F91AC3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46E872B9-C233-46AB-824E-89D477FEAD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F14DB48-105D-4C51-AEB1-A753D9345FFA}"/>
              </a:ext>
            </a:extLst>
          </p:cNvPr>
          <p:cNvSpPr>
            <a:spLocks noGrp="1"/>
          </p:cNvSpPr>
          <p:nvPr>
            <p:ph type="dt" sz="half" idx="10"/>
          </p:nvPr>
        </p:nvSpPr>
        <p:spPr/>
        <p:txBody>
          <a:bodyPr/>
          <a:lstStyle/>
          <a:p>
            <a:fld id="{DE0B502B-AE68-4557-B37D-C0BDDAADB5C4}" type="datetimeFigureOut">
              <a:rPr lang="de-DE" smtClean="0"/>
              <a:t>13.02.2023</a:t>
            </a:fld>
            <a:endParaRPr lang="de-DE"/>
          </a:p>
        </p:txBody>
      </p:sp>
      <p:sp>
        <p:nvSpPr>
          <p:cNvPr id="6" name="Fußzeilenplatzhalter 5">
            <a:extLst>
              <a:ext uri="{FF2B5EF4-FFF2-40B4-BE49-F238E27FC236}">
                <a16:creationId xmlns:a16="http://schemas.microsoft.com/office/drawing/2014/main" id="{C1A6F48C-1319-49D8-A7F7-681B3BC785D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CAC0634-1267-488E-802A-6043B0C2F6D4}"/>
              </a:ext>
            </a:extLst>
          </p:cNvPr>
          <p:cNvSpPr>
            <a:spLocks noGrp="1"/>
          </p:cNvSpPr>
          <p:nvPr>
            <p:ph type="sldNum" sz="quarter" idx="12"/>
          </p:nvPr>
        </p:nvSpPr>
        <p:spPr/>
        <p:txBody>
          <a:bodyPr/>
          <a:lstStyle/>
          <a:p>
            <a:fld id="{22090C1B-7457-4F56-B44D-58B763411F0E}" type="slidenum">
              <a:rPr lang="de-DE" smtClean="0"/>
              <a:t>‹Nr.›</a:t>
            </a:fld>
            <a:endParaRPr lang="de-DE"/>
          </a:p>
        </p:txBody>
      </p:sp>
    </p:spTree>
    <p:extLst>
      <p:ext uri="{BB962C8B-B14F-4D97-AF65-F5344CB8AC3E}">
        <p14:creationId xmlns:p14="http://schemas.microsoft.com/office/powerpoint/2010/main" val="1828061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70D9AB-F975-4A7D-A5CE-1D0AFB4A8697}"/>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1AD4A707-2EE6-4992-80A6-150184E8577B}"/>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C3BE3D50-CCD1-404B-BB73-0FF3E30E37AE}"/>
              </a:ext>
            </a:extLst>
          </p:cNvPr>
          <p:cNvSpPr>
            <a:spLocks noGrp="1"/>
          </p:cNvSpPr>
          <p:nvPr>
            <p:ph type="dt" sz="half" idx="10"/>
          </p:nvPr>
        </p:nvSpPr>
        <p:spPr/>
        <p:txBody>
          <a:bodyPr/>
          <a:lstStyle/>
          <a:p>
            <a:fld id="{DE0B502B-AE68-4557-B37D-C0BDDAADB5C4}" type="datetimeFigureOut">
              <a:rPr lang="de-DE" smtClean="0"/>
              <a:t>13.02.2023</a:t>
            </a:fld>
            <a:endParaRPr lang="de-DE"/>
          </a:p>
        </p:txBody>
      </p:sp>
      <p:sp>
        <p:nvSpPr>
          <p:cNvPr id="5" name="Fußzeilenplatzhalter 4">
            <a:extLst>
              <a:ext uri="{FF2B5EF4-FFF2-40B4-BE49-F238E27FC236}">
                <a16:creationId xmlns:a16="http://schemas.microsoft.com/office/drawing/2014/main" id="{08E3595E-6094-4392-A592-5FFEF5027FC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CC99152-00BF-4158-ADEA-372D5F340777}"/>
              </a:ext>
            </a:extLst>
          </p:cNvPr>
          <p:cNvSpPr>
            <a:spLocks noGrp="1"/>
          </p:cNvSpPr>
          <p:nvPr>
            <p:ph type="sldNum" sz="quarter" idx="12"/>
          </p:nvPr>
        </p:nvSpPr>
        <p:spPr/>
        <p:txBody>
          <a:bodyPr/>
          <a:lstStyle/>
          <a:p>
            <a:fld id="{22090C1B-7457-4F56-B44D-58B763411F0E}" type="slidenum">
              <a:rPr lang="de-DE" smtClean="0"/>
              <a:t>‹Nr.›</a:t>
            </a:fld>
            <a:endParaRPr lang="de-DE"/>
          </a:p>
        </p:txBody>
      </p:sp>
    </p:spTree>
    <p:extLst>
      <p:ext uri="{BB962C8B-B14F-4D97-AF65-F5344CB8AC3E}">
        <p14:creationId xmlns:p14="http://schemas.microsoft.com/office/powerpoint/2010/main" val="2078406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6F7D5480-5BC2-4601-ABDB-C1AFFB287C85}"/>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FB3FE3D1-A0DB-4892-AED3-A1D7B2BBDF4A}"/>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0D5D202-B51C-4F6D-8F3C-5EC0BDC3AA75}"/>
              </a:ext>
            </a:extLst>
          </p:cNvPr>
          <p:cNvSpPr>
            <a:spLocks noGrp="1"/>
          </p:cNvSpPr>
          <p:nvPr>
            <p:ph type="dt" sz="half" idx="10"/>
          </p:nvPr>
        </p:nvSpPr>
        <p:spPr/>
        <p:txBody>
          <a:bodyPr/>
          <a:lstStyle/>
          <a:p>
            <a:fld id="{DE0B502B-AE68-4557-B37D-C0BDDAADB5C4}" type="datetimeFigureOut">
              <a:rPr lang="de-DE" smtClean="0"/>
              <a:t>13.02.2023</a:t>
            </a:fld>
            <a:endParaRPr lang="de-DE"/>
          </a:p>
        </p:txBody>
      </p:sp>
      <p:sp>
        <p:nvSpPr>
          <p:cNvPr id="5" name="Fußzeilenplatzhalter 4">
            <a:extLst>
              <a:ext uri="{FF2B5EF4-FFF2-40B4-BE49-F238E27FC236}">
                <a16:creationId xmlns:a16="http://schemas.microsoft.com/office/drawing/2014/main" id="{BBA0BD47-7819-4D85-9438-AC3765542C0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213DD57-2B69-498A-B1CE-CAA53ACB76FA}"/>
              </a:ext>
            </a:extLst>
          </p:cNvPr>
          <p:cNvSpPr>
            <a:spLocks noGrp="1"/>
          </p:cNvSpPr>
          <p:nvPr>
            <p:ph type="sldNum" sz="quarter" idx="12"/>
          </p:nvPr>
        </p:nvSpPr>
        <p:spPr/>
        <p:txBody>
          <a:bodyPr/>
          <a:lstStyle/>
          <a:p>
            <a:fld id="{22090C1B-7457-4F56-B44D-58B763411F0E}" type="slidenum">
              <a:rPr lang="de-DE" smtClean="0"/>
              <a:t>‹Nr.›</a:t>
            </a:fld>
            <a:endParaRPr lang="de-DE"/>
          </a:p>
        </p:txBody>
      </p:sp>
    </p:spTree>
    <p:extLst>
      <p:ext uri="{BB962C8B-B14F-4D97-AF65-F5344CB8AC3E}">
        <p14:creationId xmlns:p14="http://schemas.microsoft.com/office/powerpoint/2010/main" val="1318111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ection Title w/black overla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 y="-18892"/>
            <a:ext cx="6620157" cy="689238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3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3 h 10000"/>
              <a:gd name="connsiteX0" fmla="*/ 0 w 10000"/>
              <a:gd name="connsiteY0" fmla="*/ 0 h 9997"/>
              <a:gd name="connsiteX1" fmla="*/ 5160 w 10000"/>
              <a:gd name="connsiteY1" fmla="*/ 24 h 9997"/>
              <a:gd name="connsiteX2" fmla="*/ 10000 w 10000"/>
              <a:gd name="connsiteY2" fmla="*/ 9997 h 9997"/>
              <a:gd name="connsiteX3" fmla="*/ 0 w 10000"/>
              <a:gd name="connsiteY3" fmla="*/ 9997 h 9997"/>
              <a:gd name="connsiteX4" fmla="*/ 0 w 10000"/>
              <a:gd name="connsiteY4" fmla="*/ 0 h 9997"/>
              <a:gd name="connsiteX0" fmla="*/ 0 w 9679"/>
              <a:gd name="connsiteY0" fmla="*/ 0 h 10027"/>
              <a:gd name="connsiteX1" fmla="*/ 5160 w 9679"/>
              <a:gd name="connsiteY1" fmla="*/ 24 h 10027"/>
              <a:gd name="connsiteX2" fmla="*/ 9679 w 9679"/>
              <a:gd name="connsiteY2" fmla="*/ 10027 h 10027"/>
              <a:gd name="connsiteX3" fmla="*/ 0 w 9679"/>
              <a:gd name="connsiteY3" fmla="*/ 10000 h 10027"/>
              <a:gd name="connsiteX4" fmla="*/ 0 w 9679"/>
              <a:gd name="connsiteY4" fmla="*/ 0 h 10027"/>
              <a:gd name="connsiteX0" fmla="*/ 0 w 10000"/>
              <a:gd name="connsiteY0" fmla="*/ 10 h 10010"/>
              <a:gd name="connsiteX1" fmla="*/ 5302 w 10000"/>
              <a:gd name="connsiteY1" fmla="*/ 0 h 10010"/>
              <a:gd name="connsiteX2" fmla="*/ 10000 w 10000"/>
              <a:gd name="connsiteY2" fmla="*/ 10010 h 10010"/>
              <a:gd name="connsiteX3" fmla="*/ 0 w 10000"/>
              <a:gd name="connsiteY3" fmla="*/ 9983 h 10010"/>
              <a:gd name="connsiteX4" fmla="*/ 0 w 10000"/>
              <a:gd name="connsiteY4" fmla="*/ 10 h 1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10">
                <a:moveTo>
                  <a:pt x="0" y="10"/>
                </a:moveTo>
                <a:lnTo>
                  <a:pt x="5302" y="0"/>
                </a:lnTo>
                <a:lnTo>
                  <a:pt x="10000" y="10010"/>
                </a:lnTo>
                <a:lnTo>
                  <a:pt x="0" y="9983"/>
                </a:lnTo>
                <a:lnTo>
                  <a:pt x="0" y="10"/>
                </a:lnTo>
                <a:close/>
              </a:path>
            </a:pathLst>
          </a:custGeom>
          <a:solidFill>
            <a:srgbClr val="000000">
              <a:alpha val="70000"/>
            </a:srgbClr>
          </a:solidFill>
        </p:spPr>
        <p:txBody>
          <a:bodyPr lIns="365760" tIns="137160" rIns="137160" bIns="1097280" anchor="b" anchorCtr="0">
            <a:noAutofit/>
          </a:bodyPr>
          <a:lstStyle>
            <a:lvl1pPr>
              <a:defRPr sz="6000" spc="-100" baseline="0">
                <a:solidFill>
                  <a:schemeClr val="bg1"/>
                </a:solidFill>
              </a:defRPr>
            </a:lvl1pPr>
          </a:lstStyle>
          <a:p>
            <a:r>
              <a:rPr lang="en-US" dirty="0"/>
              <a:t>Section title</a:t>
            </a:r>
          </a:p>
        </p:txBody>
      </p:sp>
      <p:sp>
        <p:nvSpPr>
          <p:cNvPr id="5" name="Picture Placeholder 4"/>
          <p:cNvSpPr>
            <a:spLocks noGrp="1"/>
          </p:cNvSpPr>
          <p:nvPr>
            <p:ph type="pic" sz="quarter" idx="10" hasCustomPrompt="1"/>
          </p:nvPr>
        </p:nvSpPr>
        <p:spPr>
          <a:xfrm>
            <a:off x="0" y="-4824"/>
            <a:ext cx="12192000" cy="6878314"/>
          </a:xfrm>
        </p:spPr>
        <p:txBody>
          <a:bodyPr/>
          <a:lstStyle>
            <a:lvl1pPr>
              <a:defRPr baseline="0">
                <a:solidFill>
                  <a:schemeClr val="bg1"/>
                </a:solidFill>
              </a:defRPr>
            </a:lvl1pPr>
          </a:lstStyle>
          <a:p>
            <a:r>
              <a:rPr lang="en-US" dirty="0"/>
              <a:t>Click on icon to</a:t>
            </a:r>
            <a:br>
              <a:rPr lang="en-US" dirty="0"/>
            </a:br>
            <a:r>
              <a:rPr lang="en-US" dirty="0"/>
              <a:t>insert picture then</a:t>
            </a:r>
            <a:br>
              <a:rPr lang="en-US" dirty="0"/>
            </a:br>
            <a:r>
              <a:rPr lang="en-US" dirty="0"/>
              <a:t>send to back</a:t>
            </a:r>
          </a:p>
        </p:txBody>
      </p:sp>
    </p:spTree>
    <p:extLst>
      <p:ext uri="{BB962C8B-B14F-4D97-AF65-F5344CB8AC3E}">
        <p14:creationId xmlns:p14="http://schemas.microsoft.com/office/powerpoint/2010/main" val="309332339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15" name="Picture Placeholder 7"/>
          <p:cNvSpPr>
            <a:spLocks noGrp="1"/>
          </p:cNvSpPr>
          <p:nvPr>
            <p:ph type="pic" sz="quarter" idx="10" hasCustomPrompt="1"/>
          </p:nvPr>
        </p:nvSpPr>
        <p:spPr>
          <a:xfrm>
            <a:off x="1" y="0"/>
            <a:ext cx="12199215" cy="6858000"/>
          </a:xfrm>
          <a:prstGeom prst="rect">
            <a:avLst/>
          </a:prstGeom>
          <a:solidFill>
            <a:schemeClr val="tx1">
              <a:lumMod val="95000"/>
              <a:lumOff val="5000"/>
            </a:schemeClr>
          </a:soli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3748600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Пользовательский макет">
    <p:spTree>
      <p:nvGrpSpPr>
        <p:cNvPr id="1" name=""/>
        <p:cNvGrpSpPr/>
        <p:nvPr/>
      </p:nvGrpSpPr>
      <p:grpSpPr>
        <a:xfrm>
          <a:off x="0" y="0"/>
          <a:ext cx="0" cy="0"/>
          <a:chOff x="0" y="0"/>
          <a:chExt cx="0" cy="0"/>
        </a:xfrm>
      </p:grpSpPr>
      <p:sp>
        <p:nvSpPr>
          <p:cNvPr id="7" name="Рисунок 6"/>
          <p:cNvSpPr>
            <a:spLocks noGrp="1"/>
          </p:cNvSpPr>
          <p:nvPr>
            <p:ph type="pic" sz="quarter" idx="10" hasCustomPrompt="1"/>
          </p:nvPr>
        </p:nvSpPr>
        <p:spPr>
          <a:xfrm>
            <a:off x="0" y="0"/>
            <a:ext cx="3888317"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362280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8303683" y="0"/>
            <a:ext cx="3888317"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4298816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4151842" y="0"/>
            <a:ext cx="3888317"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4879365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2639616" y="0"/>
            <a:ext cx="9552384"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5724970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6096000" y="0"/>
            <a:ext cx="6096000"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5487670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7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3599723" y="0"/>
            <a:ext cx="8592277"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4688416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Пользовательский макет">
    <p:spTree>
      <p:nvGrpSpPr>
        <p:cNvPr id="1" name=""/>
        <p:cNvGrpSpPr/>
        <p:nvPr/>
      </p:nvGrpSpPr>
      <p:grpSpPr>
        <a:xfrm>
          <a:off x="0" y="0"/>
          <a:ext cx="0" cy="0"/>
          <a:chOff x="0" y="0"/>
          <a:chExt cx="0" cy="0"/>
        </a:xfrm>
      </p:grpSpPr>
      <p:sp>
        <p:nvSpPr>
          <p:cNvPr id="9" name="Рисунок 6"/>
          <p:cNvSpPr>
            <a:spLocks noGrp="1"/>
          </p:cNvSpPr>
          <p:nvPr>
            <p:ph type="pic" sz="quarter" idx="10" hasCustomPrompt="1"/>
          </p:nvPr>
        </p:nvSpPr>
        <p:spPr>
          <a:xfrm>
            <a:off x="3215680" y="0"/>
            <a:ext cx="8976320"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3294225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8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0" y="0"/>
            <a:ext cx="12192000" cy="4197085"/>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2820773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0_Пользовательский макет">
    <p:spTree>
      <p:nvGrpSpPr>
        <p:cNvPr id="1" name=""/>
        <p:cNvGrpSpPr/>
        <p:nvPr/>
      </p:nvGrpSpPr>
      <p:grpSpPr>
        <a:xfrm>
          <a:off x="0" y="0"/>
          <a:ext cx="0" cy="0"/>
          <a:chOff x="0" y="0"/>
          <a:chExt cx="0" cy="0"/>
        </a:xfrm>
      </p:grpSpPr>
      <p:sp>
        <p:nvSpPr>
          <p:cNvPr id="5" name="Рисунок 6"/>
          <p:cNvSpPr>
            <a:spLocks noGrp="1"/>
          </p:cNvSpPr>
          <p:nvPr>
            <p:ph type="pic" sz="quarter" idx="10" hasCustomPrompt="1"/>
          </p:nvPr>
        </p:nvSpPr>
        <p:spPr>
          <a:xfrm>
            <a:off x="485540" y="3140968"/>
            <a:ext cx="3552395" cy="2784309"/>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8" name="Рисунок 6"/>
          <p:cNvSpPr>
            <a:spLocks noGrp="1"/>
          </p:cNvSpPr>
          <p:nvPr>
            <p:ph type="pic" sz="quarter" idx="11" hasCustomPrompt="1"/>
          </p:nvPr>
        </p:nvSpPr>
        <p:spPr>
          <a:xfrm>
            <a:off x="4332367" y="3140968"/>
            <a:ext cx="3552395" cy="2784309"/>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9" name="Рисунок 6"/>
          <p:cNvSpPr>
            <a:spLocks noGrp="1"/>
          </p:cNvSpPr>
          <p:nvPr>
            <p:ph type="pic" sz="quarter" idx="12" hasCustomPrompt="1"/>
          </p:nvPr>
        </p:nvSpPr>
        <p:spPr>
          <a:xfrm>
            <a:off x="8179195" y="3140968"/>
            <a:ext cx="3552395" cy="2784309"/>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1382321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1_Пользовательский макет">
    <p:spTree>
      <p:nvGrpSpPr>
        <p:cNvPr id="1" name=""/>
        <p:cNvGrpSpPr/>
        <p:nvPr/>
      </p:nvGrpSpPr>
      <p:grpSpPr>
        <a:xfrm>
          <a:off x="0" y="0"/>
          <a:ext cx="0" cy="0"/>
          <a:chOff x="0" y="0"/>
          <a:chExt cx="0" cy="0"/>
        </a:xfrm>
      </p:grpSpPr>
      <p:sp>
        <p:nvSpPr>
          <p:cNvPr id="22" name="Рисунок 21"/>
          <p:cNvSpPr>
            <a:spLocks noGrp="1"/>
          </p:cNvSpPr>
          <p:nvPr>
            <p:ph type="pic" sz="quarter" idx="10" hasCustomPrompt="1"/>
          </p:nvPr>
        </p:nvSpPr>
        <p:spPr>
          <a:xfrm rot="18783219">
            <a:off x="432000" y="-609600"/>
            <a:ext cx="3530984" cy="7492152"/>
          </a:xfrm>
          <a:custGeom>
            <a:avLst/>
            <a:gdLst>
              <a:gd name="connsiteX0" fmla="*/ 1917780 w 2648238"/>
              <a:gd name="connsiteY0" fmla="*/ 0 h 5619114"/>
              <a:gd name="connsiteX1" fmla="*/ 2645121 w 2648238"/>
              <a:gd name="connsiteY1" fmla="*/ 778516 h 5619114"/>
              <a:gd name="connsiteX2" fmla="*/ 2648238 w 2648238"/>
              <a:gd name="connsiteY2" fmla="*/ 840237 h 5619114"/>
              <a:gd name="connsiteX3" fmla="*/ 2648238 w 2648238"/>
              <a:gd name="connsiteY3" fmla="*/ 4294995 h 5619114"/>
              <a:gd name="connsiteX4" fmla="*/ 1324119 w 2648238"/>
              <a:gd name="connsiteY4" fmla="*/ 5619114 h 5619114"/>
              <a:gd name="connsiteX5" fmla="*/ 0 w 2648238"/>
              <a:gd name="connsiteY5" fmla="*/ 4294995 h 5619114"/>
              <a:gd name="connsiteX6" fmla="*/ 0 w 2648238"/>
              <a:gd name="connsiteY6" fmla="*/ 1791719 h 5619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8238" h="5619114">
                <a:moveTo>
                  <a:pt x="1917780" y="0"/>
                </a:moveTo>
                <a:lnTo>
                  <a:pt x="2645121" y="778516"/>
                </a:lnTo>
                <a:lnTo>
                  <a:pt x="2648238" y="840237"/>
                </a:lnTo>
                <a:lnTo>
                  <a:pt x="2648238" y="4294995"/>
                </a:lnTo>
                <a:cubicBezTo>
                  <a:pt x="2648238" y="5026286"/>
                  <a:pt x="2055410" y="5619114"/>
                  <a:pt x="1324119" y="5619114"/>
                </a:cubicBezTo>
                <a:cubicBezTo>
                  <a:pt x="592828" y="5619114"/>
                  <a:pt x="0" y="5026286"/>
                  <a:pt x="0" y="4294995"/>
                </a:cubicBezTo>
                <a:lnTo>
                  <a:pt x="0" y="1791719"/>
                </a:lnTo>
                <a:close/>
              </a:path>
            </a:pathLst>
          </a:custGeom>
          <a:solidFill>
            <a:schemeClr val="tx1"/>
          </a:solidFill>
          <a:effectLst/>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24815747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2_Пользовательский макет">
    <p:spTree>
      <p:nvGrpSpPr>
        <p:cNvPr id="1" name=""/>
        <p:cNvGrpSpPr/>
        <p:nvPr/>
      </p:nvGrpSpPr>
      <p:grpSpPr>
        <a:xfrm>
          <a:off x="0" y="0"/>
          <a:ext cx="0" cy="0"/>
          <a:chOff x="0" y="0"/>
          <a:chExt cx="0" cy="0"/>
        </a:xfrm>
      </p:grpSpPr>
      <p:sp>
        <p:nvSpPr>
          <p:cNvPr id="6" name="Рисунок 5"/>
          <p:cNvSpPr>
            <a:spLocks noGrp="1"/>
          </p:cNvSpPr>
          <p:nvPr>
            <p:ph type="pic" sz="quarter" idx="10" hasCustomPrompt="1"/>
          </p:nvPr>
        </p:nvSpPr>
        <p:spPr>
          <a:xfrm>
            <a:off x="4702286" y="0"/>
            <a:ext cx="7489716" cy="6858000"/>
          </a:xfrm>
          <a:custGeom>
            <a:avLst/>
            <a:gdLst>
              <a:gd name="connsiteX0" fmla="*/ 0 w 5617287"/>
              <a:gd name="connsiteY0" fmla="*/ 0 h 5143500"/>
              <a:gd name="connsiteX1" fmla="*/ 5617287 w 5617287"/>
              <a:gd name="connsiteY1" fmla="*/ 0 h 5143500"/>
              <a:gd name="connsiteX2" fmla="*/ 5617287 w 5617287"/>
              <a:gd name="connsiteY2" fmla="*/ 5143500 h 5143500"/>
              <a:gd name="connsiteX3" fmla="*/ 0 w 5617287"/>
              <a:gd name="connsiteY3" fmla="*/ 5143500 h 5143500"/>
              <a:gd name="connsiteX4" fmla="*/ 10542 w 5617287"/>
              <a:gd name="connsiteY4" fmla="*/ 5127734 h 5143500"/>
              <a:gd name="connsiteX5" fmla="*/ 613239 w 5617287"/>
              <a:gd name="connsiteY5" fmla="*/ 2571750 h 5143500"/>
              <a:gd name="connsiteX6" fmla="*/ 10542 w 5617287"/>
              <a:gd name="connsiteY6" fmla="*/ 15766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17287" h="5143500">
                <a:moveTo>
                  <a:pt x="0" y="0"/>
                </a:moveTo>
                <a:lnTo>
                  <a:pt x="5617287" y="0"/>
                </a:lnTo>
                <a:lnTo>
                  <a:pt x="5617287" y="5143500"/>
                </a:lnTo>
                <a:lnTo>
                  <a:pt x="0" y="5143500"/>
                </a:lnTo>
                <a:lnTo>
                  <a:pt x="10542" y="5127734"/>
                </a:lnTo>
                <a:cubicBezTo>
                  <a:pt x="378624" y="4520197"/>
                  <a:pt x="613239" y="3600771"/>
                  <a:pt x="613239" y="2571750"/>
                </a:cubicBezTo>
                <a:cubicBezTo>
                  <a:pt x="613239" y="1542729"/>
                  <a:pt x="378624" y="623303"/>
                  <a:pt x="10542" y="15766"/>
                </a:cubicBezTo>
                <a:close/>
              </a:path>
            </a:pathLst>
          </a:custGeom>
          <a:solidFill>
            <a:schemeClr val="tx1">
              <a:lumMod val="95000"/>
              <a:lumOff val="5000"/>
            </a:schemeClr>
          </a:solidFill>
        </p:spPr>
        <p:txBody>
          <a:bodyPr wrap="square">
            <a:noAutofit/>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836639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3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1007435" y="3909053"/>
            <a:ext cx="1056117" cy="115212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4" name="Рисунок 6"/>
          <p:cNvSpPr>
            <a:spLocks noGrp="1"/>
          </p:cNvSpPr>
          <p:nvPr>
            <p:ph type="pic" sz="quarter" idx="11" hasCustomPrompt="1"/>
          </p:nvPr>
        </p:nvSpPr>
        <p:spPr>
          <a:xfrm>
            <a:off x="2255574" y="3909053"/>
            <a:ext cx="1056117" cy="115212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2" hasCustomPrompt="1"/>
          </p:nvPr>
        </p:nvSpPr>
        <p:spPr>
          <a:xfrm>
            <a:off x="3503712" y="3896512"/>
            <a:ext cx="1056117" cy="115212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3" hasCustomPrompt="1"/>
          </p:nvPr>
        </p:nvSpPr>
        <p:spPr>
          <a:xfrm>
            <a:off x="4751851" y="3911380"/>
            <a:ext cx="1056117" cy="115212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41768994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4_Пользовательский макет">
    <p:spTree>
      <p:nvGrpSpPr>
        <p:cNvPr id="1" name=""/>
        <p:cNvGrpSpPr/>
        <p:nvPr/>
      </p:nvGrpSpPr>
      <p:grpSpPr>
        <a:xfrm>
          <a:off x="0" y="0"/>
          <a:ext cx="0" cy="0"/>
          <a:chOff x="0" y="0"/>
          <a:chExt cx="0" cy="0"/>
        </a:xfrm>
      </p:grpSpPr>
      <p:sp>
        <p:nvSpPr>
          <p:cNvPr id="6" name="Рисунок 6"/>
          <p:cNvSpPr>
            <a:spLocks noGrp="1"/>
          </p:cNvSpPr>
          <p:nvPr>
            <p:ph type="pic" sz="quarter" idx="13" hasCustomPrompt="1"/>
          </p:nvPr>
        </p:nvSpPr>
        <p:spPr>
          <a:xfrm>
            <a:off x="8592277" y="0"/>
            <a:ext cx="3599723"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7" name="Рисунок 6"/>
          <p:cNvSpPr>
            <a:spLocks noGrp="1"/>
          </p:cNvSpPr>
          <p:nvPr>
            <p:ph type="pic" sz="quarter" idx="14" hasCustomPrompt="1"/>
          </p:nvPr>
        </p:nvSpPr>
        <p:spPr>
          <a:xfrm>
            <a:off x="8592277" y="3429000"/>
            <a:ext cx="3599723"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6084277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5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7536160" y="0"/>
            <a:ext cx="4655840"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2519342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6_Пользовательский макет">
    <p:spTree>
      <p:nvGrpSpPr>
        <p:cNvPr id="1" name=""/>
        <p:cNvGrpSpPr/>
        <p:nvPr/>
      </p:nvGrpSpPr>
      <p:grpSpPr>
        <a:xfrm>
          <a:off x="0" y="0"/>
          <a:ext cx="0" cy="0"/>
          <a:chOff x="0" y="0"/>
          <a:chExt cx="0" cy="0"/>
        </a:xfrm>
      </p:grpSpPr>
      <p:sp>
        <p:nvSpPr>
          <p:cNvPr id="4" name="Рисунок 3"/>
          <p:cNvSpPr>
            <a:spLocks noGrp="1"/>
          </p:cNvSpPr>
          <p:nvPr>
            <p:ph type="pic" sz="quarter" idx="10" hasCustomPrompt="1"/>
          </p:nvPr>
        </p:nvSpPr>
        <p:spPr>
          <a:xfrm>
            <a:off x="1871531" y="2665649"/>
            <a:ext cx="1345632" cy="1344151"/>
          </a:xfrm>
          <a:prstGeom prst="ellipse">
            <a:avLst/>
          </a:prstGeom>
          <a:solidFill>
            <a:schemeClr val="tx1"/>
          </a:solidFill>
          <a:ln w="41275">
            <a:solidFill>
              <a:schemeClr val="bg1"/>
            </a:solidFill>
          </a:ln>
        </p:spPr>
        <p:txBody>
          <a:bodyPr/>
          <a:lstStyle>
            <a:lvl1pPr marL="0" indent="0">
              <a:buNone/>
              <a:defRPr>
                <a:solidFill>
                  <a:schemeClr val="tx1"/>
                </a:solidFill>
              </a:defRPr>
            </a:lvl1pPr>
          </a:lstStyle>
          <a:p>
            <a:r>
              <a:rPr lang="en-US"/>
              <a:t> </a:t>
            </a:r>
            <a:endParaRPr lang="ru-RU" dirty="0"/>
          </a:p>
        </p:txBody>
      </p:sp>
      <p:sp>
        <p:nvSpPr>
          <p:cNvPr id="6" name="Рисунок 3"/>
          <p:cNvSpPr>
            <a:spLocks noGrp="1"/>
          </p:cNvSpPr>
          <p:nvPr>
            <p:ph type="pic" sz="quarter" idx="11" hasCustomPrompt="1"/>
          </p:nvPr>
        </p:nvSpPr>
        <p:spPr>
          <a:xfrm>
            <a:off x="5404612" y="2665649"/>
            <a:ext cx="1345632" cy="1344151"/>
          </a:xfrm>
          <a:prstGeom prst="ellipse">
            <a:avLst/>
          </a:prstGeom>
          <a:solidFill>
            <a:schemeClr val="tx1"/>
          </a:solidFill>
          <a:ln w="41275">
            <a:solidFill>
              <a:schemeClr val="bg1"/>
            </a:solidFill>
          </a:ln>
        </p:spPr>
        <p:txBody>
          <a:bodyPr/>
          <a:lstStyle>
            <a:lvl1pPr marL="0" indent="0">
              <a:buNone/>
              <a:defRPr>
                <a:solidFill>
                  <a:schemeClr val="tx1"/>
                </a:solidFill>
              </a:defRPr>
            </a:lvl1pPr>
          </a:lstStyle>
          <a:p>
            <a:r>
              <a:rPr lang="en-US"/>
              <a:t> </a:t>
            </a:r>
            <a:endParaRPr lang="ru-RU" dirty="0"/>
          </a:p>
        </p:txBody>
      </p:sp>
      <p:sp>
        <p:nvSpPr>
          <p:cNvPr id="7" name="Рисунок 3"/>
          <p:cNvSpPr>
            <a:spLocks noGrp="1"/>
          </p:cNvSpPr>
          <p:nvPr>
            <p:ph type="pic" sz="quarter" idx="12" hasCustomPrompt="1"/>
          </p:nvPr>
        </p:nvSpPr>
        <p:spPr>
          <a:xfrm>
            <a:off x="8937695" y="2665649"/>
            <a:ext cx="1345632" cy="1344151"/>
          </a:xfrm>
          <a:prstGeom prst="ellipse">
            <a:avLst/>
          </a:prstGeom>
          <a:solidFill>
            <a:schemeClr val="tx1"/>
          </a:solidFill>
          <a:ln w="41275">
            <a:solidFill>
              <a:schemeClr val="bg1"/>
            </a:solidFill>
          </a:ln>
        </p:spPr>
        <p:txBody>
          <a:bodyPr/>
          <a:lstStyle>
            <a:lvl1pPr marL="0" indent="0">
              <a:buNone/>
              <a:defRPr>
                <a:solidFill>
                  <a:schemeClr val="tx1"/>
                </a:solidFill>
              </a:defRPr>
            </a:lvl1pPr>
          </a:lstStyle>
          <a:p>
            <a:r>
              <a:rPr lang="en-US"/>
              <a:t> </a:t>
            </a:r>
            <a:endParaRPr lang="ru-RU" dirty="0"/>
          </a:p>
        </p:txBody>
      </p:sp>
    </p:spTree>
    <p:extLst>
      <p:ext uri="{BB962C8B-B14F-4D97-AF65-F5344CB8AC3E}">
        <p14:creationId xmlns:p14="http://schemas.microsoft.com/office/powerpoint/2010/main" val="38676962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7_Пользовательский макет">
    <p:spTree>
      <p:nvGrpSpPr>
        <p:cNvPr id="1" name=""/>
        <p:cNvGrpSpPr/>
        <p:nvPr/>
      </p:nvGrpSpPr>
      <p:grpSpPr>
        <a:xfrm>
          <a:off x="0" y="0"/>
          <a:ext cx="0" cy="0"/>
          <a:chOff x="0" y="0"/>
          <a:chExt cx="0" cy="0"/>
        </a:xfrm>
      </p:grpSpPr>
      <p:sp>
        <p:nvSpPr>
          <p:cNvPr id="12" name="Рисунок 11"/>
          <p:cNvSpPr>
            <a:spLocks noGrp="1"/>
          </p:cNvSpPr>
          <p:nvPr>
            <p:ph type="pic" sz="quarter" idx="10" hasCustomPrompt="1"/>
          </p:nvPr>
        </p:nvSpPr>
        <p:spPr>
          <a:xfrm>
            <a:off x="0" y="0"/>
            <a:ext cx="12192000" cy="4869160"/>
          </a:xfrm>
          <a:custGeom>
            <a:avLst/>
            <a:gdLst>
              <a:gd name="connsiteX0" fmla="*/ 0 w 9144000"/>
              <a:gd name="connsiteY0" fmla="*/ 0 h 3651870"/>
              <a:gd name="connsiteX1" fmla="*/ 9144000 w 9144000"/>
              <a:gd name="connsiteY1" fmla="*/ 0 h 3651870"/>
              <a:gd name="connsiteX2" fmla="*/ 9144000 w 9144000"/>
              <a:gd name="connsiteY2" fmla="*/ 2525012 h 3651870"/>
              <a:gd name="connsiteX3" fmla="*/ 8850495 w 9144000"/>
              <a:gd name="connsiteY3" fmla="*/ 2708518 h 3651870"/>
              <a:gd name="connsiteX4" fmla="*/ 4572000 w 9144000"/>
              <a:gd name="connsiteY4" fmla="*/ 3651870 h 3651870"/>
              <a:gd name="connsiteX5" fmla="*/ 293505 w 9144000"/>
              <a:gd name="connsiteY5" fmla="*/ 2708518 h 3651870"/>
              <a:gd name="connsiteX6" fmla="*/ 0 w 9144000"/>
              <a:gd name="connsiteY6" fmla="*/ 2525012 h 365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3651870">
                <a:moveTo>
                  <a:pt x="0" y="0"/>
                </a:moveTo>
                <a:lnTo>
                  <a:pt x="9144000" y="0"/>
                </a:lnTo>
                <a:lnTo>
                  <a:pt x="9144000" y="2525012"/>
                </a:lnTo>
                <a:lnTo>
                  <a:pt x="8850495" y="2708518"/>
                </a:lnTo>
                <a:cubicBezTo>
                  <a:pt x="7833531" y="3284647"/>
                  <a:pt x="6294492" y="3651870"/>
                  <a:pt x="4572000" y="3651870"/>
                </a:cubicBezTo>
                <a:cubicBezTo>
                  <a:pt x="2849509" y="3651870"/>
                  <a:pt x="1310469" y="3284647"/>
                  <a:pt x="293505" y="2708518"/>
                </a:cubicBezTo>
                <a:lnTo>
                  <a:pt x="0" y="2525012"/>
                </a:lnTo>
                <a:close/>
              </a:path>
            </a:pathLst>
          </a:custGeom>
          <a:solidFill>
            <a:schemeClr val="tx1">
              <a:lumMod val="95000"/>
              <a:lumOff val="5000"/>
            </a:schemeClr>
          </a:solidFill>
          <a:effectLst/>
        </p:spPr>
        <p:txBody>
          <a:bodyPr wrap="square">
            <a:noAutofit/>
          </a:bodyPr>
          <a:lstStyle>
            <a:lvl1pPr marL="0" indent="0">
              <a:buNone/>
              <a:defRPr baseline="0"/>
            </a:lvl1pPr>
          </a:lstStyle>
          <a:p>
            <a:r>
              <a:rPr lang="en-US"/>
              <a:t> </a:t>
            </a:r>
            <a:endParaRPr lang="ru-RU" dirty="0"/>
          </a:p>
        </p:txBody>
      </p:sp>
    </p:spTree>
    <p:extLst>
      <p:ext uri="{BB962C8B-B14F-4D97-AF65-F5344CB8AC3E}">
        <p14:creationId xmlns:p14="http://schemas.microsoft.com/office/powerpoint/2010/main" val="67362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8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8304245" y="0"/>
            <a:ext cx="3887755"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1" hasCustomPrompt="1"/>
          </p:nvPr>
        </p:nvSpPr>
        <p:spPr>
          <a:xfrm>
            <a:off x="2447595" y="0"/>
            <a:ext cx="2496277" cy="2276872"/>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2" hasCustomPrompt="1"/>
          </p:nvPr>
        </p:nvSpPr>
        <p:spPr>
          <a:xfrm>
            <a:off x="2447595" y="2276872"/>
            <a:ext cx="2496277" cy="2304256"/>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7" name="Рисунок 6"/>
          <p:cNvSpPr>
            <a:spLocks noGrp="1"/>
          </p:cNvSpPr>
          <p:nvPr>
            <p:ph type="pic" sz="quarter" idx="13" hasCustomPrompt="1"/>
          </p:nvPr>
        </p:nvSpPr>
        <p:spPr>
          <a:xfrm>
            <a:off x="2447595" y="4581128"/>
            <a:ext cx="2496277" cy="2276872"/>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0502980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9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0" y="0"/>
            <a:ext cx="6096000" cy="3429000"/>
          </a:xfrm>
          <a:prstGeom prst="rect">
            <a:avLst/>
          </a:prstGeom>
          <a:solidFill>
            <a:srgbClr val="1B1B1B"/>
          </a:solidFill>
        </p:spPr>
        <p:txBody>
          <a:bodyPr/>
          <a:lstStyle>
            <a:lvl1pPr marL="0" indent="0">
              <a:buNone/>
              <a:defRPr/>
            </a:lvl1pPr>
          </a:lstStyle>
          <a:p>
            <a:r>
              <a:rPr lang="en-US" dirty="0"/>
              <a:t> </a:t>
            </a:r>
            <a:endParaRPr lang="ru-RU" dirty="0"/>
          </a:p>
        </p:txBody>
      </p:sp>
      <p:sp>
        <p:nvSpPr>
          <p:cNvPr id="6" name="Рисунок 4"/>
          <p:cNvSpPr>
            <a:spLocks noGrp="1"/>
          </p:cNvSpPr>
          <p:nvPr>
            <p:ph type="pic" sz="quarter" idx="11" hasCustomPrompt="1"/>
          </p:nvPr>
        </p:nvSpPr>
        <p:spPr>
          <a:xfrm>
            <a:off x="6096000" y="3429000"/>
            <a:ext cx="6096000" cy="3429000"/>
          </a:xfrm>
          <a:prstGeom prst="rect">
            <a:avLst/>
          </a:prstGeom>
          <a:solidFill>
            <a:srgbClr val="1B1B1B"/>
          </a:solidFill>
        </p:spPr>
        <p:txBody>
          <a:bodyPr/>
          <a:lstStyle>
            <a:lvl1pPr marL="0" indent="0">
              <a:buNone/>
              <a:defRPr/>
            </a:lvl1pPr>
          </a:lstStyle>
          <a:p>
            <a:r>
              <a:rPr lang="en-US"/>
              <a:t> </a:t>
            </a:r>
            <a:endParaRPr lang="ru-RU"/>
          </a:p>
        </p:txBody>
      </p:sp>
    </p:spTree>
    <p:extLst>
      <p:ext uri="{BB962C8B-B14F-4D97-AF65-F5344CB8AC3E}">
        <p14:creationId xmlns:p14="http://schemas.microsoft.com/office/powerpoint/2010/main" val="11509632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1_Пользовательский макет">
    <p:spTree>
      <p:nvGrpSpPr>
        <p:cNvPr id="1" name=""/>
        <p:cNvGrpSpPr/>
        <p:nvPr/>
      </p:nvGrpSpPr>
      <p:grpSpPr>
        <a:xfrm>
          <a:off x="0" y="0"/>
          <a:ext cx="0" cy="0"/>
          <a:chOff x="0" y="0"/>
          <a:chExt cx="0" cy="0"/>
        </a:xfrm>
      </p:grpSpPr>
      <p:sp>
        <p:nvSpPr>
          <p:cNvPr id="4" name="Рисунок 4"/>
          <p:cNvSpPr>
            <a:spLocks noGrp="1"/>
          </p:cNvSpPr>
          <p:nvPr>
            <p:ph type="pic" sz="quarter" idx="10" hasCustomPrompt="1"/>
          </p:nvPr>
        </p:nvSpPr>
        <p:spPr>
          <a:xfrm>
            <a:off x="4079776" y="0"/>
            <a:ext cx="8112224" cy="3429000"/>
          </a:xfrm>
          <a:prstGeom prst="rect">
            <a:avLst/>
          </a:prstGeom>
          <a:solidFill>
            <a:srgbClr val="1B1B1B"/>
          </a:solidFill>
        </p:spPr>
        <p:txBody>
          <a:bodyPr/>
          <a:lstStyle>
            <a:lvl1pPr marL="0" indent="0">
              <a:buNone/>
              <a:defRPr/>
            </a:lvl1pPr>
          </a:lstStyle>
          <a:p>
            <a:r>
              <a:rPr lang="en-US" dirty="0"/>
              <a:t> </a:t>
            </a:r>
            <a:endParaRPr lang="ru-RU" dirty="0"/>
          </a:p>
        </p:txBody>
      </p:sp>
      <p:sp>
        <p:nvSpPr>
          <p:cNvPr id="5" name="Рисунок 4"/>
          <p:cNvSpPr>
            <a:spLocks noGrp="1"/>
          </p:cNvSpPr>
          <p:nvPr>
            <p:ph type="pic" sz="quarter" idx="11" hasCustomPrompt="1"/>
          </p:nvPr>
        </p:nvSpPr>
        <p:spPr>
          <a:xfrm>
            <a:off x="4079776" y="3429000"/>
            <a:ext cx="8112224" cy="3429000"/>
          </a:xfrm>
          <a:prstGeom prst="rect">
            <a:avLst/>
          </a:prstGeom>
          <a:solidFill>
            <a:srgbClr val="1B1B1B"/>
          </a:solidFill>
        </p:spPr>
        <p:txBody>
          <a:bodyPr/>
          <a:lstStyle>
            <a:lvl1pPr marL="0" indent="0">
              <a:buNone/>
              <a:defRPr/>
            </a:lvl1pPr>
          </a:lstStyle>
          <a:p>
            <a:r>
              <a:rPr lang="en-US" dirty="0"/>
              <a:t> </a:t>
            </a:r>
            <a:endParaRPr lang="ru-RU" dirty="0"/>
          </a:p>
        </p:txBody>
      </p:sp>
    </p:spTree>
    <p:extLst>
      <p:ext uri="{BB962C8B-B14F-4D97-AF65-F5344CB8AC3E}">
        <p14:creationId xmlns:p14="http://schemas.microsoft.com/office/powerpoint/2010/main" val="42609536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2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5267977" y="0"/>
            <a:ext cx="6960096" cy="6858000"/>
          </a:xfrm>
          <a:custGeom>
            <a:avLst/>
            <a:gdLst>
              <a:gd name="connsiteX0" fmla="*/ 0 w 5220072"/>
              <a:gd name="connsiteY0" fmla="*/ 0 h 5143500"/>
              <a:gd name="connsiteX1" fmla="*/ 5220072 w 5220072"/>
              <a:gd name="connsiteY1" fmla="*/ 0 h 5143500"/>
              <a:gd name="connsiteX2" fmla="*/ 5220072 w 5220072"/>
              <a:gd name="connsiteY2" fmla="*/ 5143500 h 5143500"/>
              <a:gd name="connsiteX3" fmla="*/ 0 w 5220072"/>
              <a:gd name="connsiteY3" fmla="*/ 5143500 h 5143500"/>
              <a:gd name="connsiteX4" fmla="*/ 0 w 5220072"/>
              <a:gd name="connsiteY4" fmla="*/ 0 h 5143500"/>
              <a:gd name="connsiteX0" fmla="*/ 2326580 w 5220072"/>
              <a:gd name="connsiteY0" fmla="*/ 0 h 5143500"/>
              <a:gd name="connsiteX1" fmla="*/ 5220072 w 5220072"/>
              <a:gd name="connsiteY1" fmla="*/ 0 h 5143500"/>
              <a:gd name="connsiteX2" fmla="*/ 5220072 w 5220072"/>
              <a:gd name="connsiteY2" fmla="*/ 5143500 h 5143500"/>
              <a:gd name="connsiteX3" fmla="*/ 0 w 5220072"/>
              <a:gd name="connsiteY3" fmla="*/ 5143500 h 5143500"/>
              <a:gd name="connsiteX4" fmla="*/ 2326580 w 5220072"/>
              <a:gd name="connsiteY4" fmla="*/ 0 h 5143500"/>
              <a:gd name="connsiteX0" fmla="*/ 1828800 w 5220072"/>
              <a:gd name="connsiteY0" fmla="*/ 0 h 5143500"/>
              <a:gd name="connsiteX1" fmla="*/ 5220072 w 5220072"/>
              <a:gd name="connsiteY1" fmla="*/ 0 h 5143500"/>
              <a:gd name="connsiteX2" fmla="*/ 5220072 w 5220072"/>
              <a:gd name="connsiteY2" fmla="*/ 5143500 h 5143500"/>
              <a:gd name="connsiteX3" fmla="*/ 0 w 5220072"/>
              <a:gd name="connsiteY3" fmla="*/ 5143500 h 5143500"/>
              <a:gd name="connsiteX4" fmla="*/ 1828800 w 5220072"/>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0072" h="5143500">
                <a:moveTo>
                  <a:pt x="1828800" y="0"/>
                </a:moveTo>
                <a:lnTo>
                  <a:pt x="5220072" y="0"/>
                </a:lnTo>
                <a:lnTo>
                  <a:pt x="5220072" y="5143500"/>
                </a:lnTo>
                <a:lnTo>
                  <a:pt x="0" y="5143500"/>
                </a:lnTo>
                <a:lnTo>
                  <a:pt x="1828800" y="0"/>
                </a:lnTo>
                <a:close/>
              </a:path>
            </a:pathLst>
          </a:cu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0017086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3_Пользовательский макет">
    <p:spTree>
      <p:nvGrpSpPr>
        <p:cNvPr id="1" name=""/>
        <p:cNvGrpSpPr/>
        <p:nvPr/>
      </p:nvGrpSpPr>
      <p:grpSpPr>
        <a:xfrm>
          <a:off x="0" y="0"/>
          <a:ext cx="0" cy="0"/>
          <a:chOff x="0" y="0"/>
          <a:chExt cx="0" cy="0"/>
        </a:xfrm>
      </p:grpSpPr>
      <p:sp>
        <p:nvSpPr>
          <p:cNvPr id="6" name="Рисунок 5"/>
          <p:cNvSpPr>
            <a:spLocks noGrp="1"/>
          </p:cNvSpPr>
          <p:nvPr>
            <p:ph type="pic" sz="quarter" idx="10" hasCustomPrompt="1"/>
          </p:nvPr>
        </p:nvSpPr>
        <p:spPr>
          <a:xfrm>
            <a:off x="1679509" y="0"/>
            <a:ext cx="4993283" cy="6858000"/>
          </a:xfrm>
          <a:prstGeom prst="parallelogram">
            <a:avLst>
              <a:gd name="adj" fmla="val 42227"/>
            </a:avLst>
          </a:prstGeom>
          <a:solidFill>
            <a:schemeClr val="tx1">
              <a:lumMod val="95000"/>
              <a:lumOff val="5000"/>
            </a:schemeClr>
          </a:solidFill>
        </p:spPr>
        <p:txBody>
          <a:bodyPr/>
          <a:lstStyle>
            <a:lvl1pPr marL="0" indent="0">
              <a:buNone/>
              <a:defRPr/>
            </a:lvl1pPr>
          </a:lstStyle>
          <a:p>
            <a:r>
              <a:rPr lang="en-US" dirty="0"/>
              <a:t> </a:t>
            </a:r>
            <a:endParaRPr lang="ru-RU" dirty="0"/>
          </a:p>
        </p:txBody>
      </p:sp>
    </p:spTree>
    <p:extLst>
      <p:ext uri="{BB962C8B-B14F-4D97-AF65-F5344CB8AC3E}">
        <p14:creationId xmlns:p14="http://schemas.microsoft.com/office/powerpoint/2010/main" val="4872649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4_Пользовательский макет">
    <p:spTree>
      <p:nvGrpSpPr>
        <p:cNvPr id="1" name=""/>
        <p:cNvGrpSpPr/>
        <p:nvPr/>
      </p:nvGrpSpPr>
      <p:grpSpPr>
        <a:xfrm>
          <a:off x="0" y="0"/>
          <a:ext cx="0" cy="0"/>
          <a:chOff x="0" y="0"/>
          <a:chExt cx="0" cy="0"/>
        </a:xfrm>
      </p:grpSpPr>
      <p:sp>
        <p:nvSpPr>
          <p:cNvPr id="6" name="Рисунок 5"/>
          <p:cNvSpPr>
            <a:spLocks noGrp="1"/>
          </p:cNvSpPr>
          <p:nvPr>
            <p:ph type="pic" sz="quarter" idx="10" hasCustomPrompt="1"/>
          </p:nvPr>
        </p:nvSpPr>
        <p:spPr>
          <a:xfrm rot="2700000">
            <a:off x="1343138" y="1972614"/>
            <a:ext cx="1312381" cy="1312381"/>
          </a:xfrm>
          <a:prstGeom prst="rect">
            <a:avLst/>
          </a:prstGeom>
          <a:solidFill>
            <a:schemeClr val="tx1">
              <a:lumMod val="95000"/>
              <a:lumOff val="5000"/>
            </a:schemeClr>
          </a:solidFill>
          <a:effectLst>
            <a:outerShdw blurRad="444500" dir="5400000" algn="t" rotWithShape="0">
              <a:prstClr val="black">
                <a:alpha val="44000"/>
              </a:prstClr>
            </a:outerShdw>
          </a:effectLst>
        </p:spPr>
        <p:txBody>
          <a:bodyPr/>
          <a:lstStyle>
            <a:lvl1pPr marL="0" indent="0">
              <a:buNone/>
              <a:defRPr/>
            </a:lvl1pPr>
          </a:lstStyle>
          <a:p>
            <a:r>
              <a:rPr lang="en-US"/>
              <a:t> </a:t>
            </a:r>
            <a:endParaRPr lang="ru-RU" dirty="0"/>
          </a:p>
        </p:txBody>
      </p:sp>
      <p:sp>
        <p:nvSpPr>
          <p:cNvPr id="7" name="Рисунок 5"/>
          <p:cNvSpPr>
            <a:spLocks noGrp="1"/>
          </p:cNvSpPr>
          <p:nvPr>
            <p:ph type="pic" sz="quarter" idx="11" hasCustomPrompt="1"/>
          </p:nvPr>
        </p:nvSpPr>
        <p:spPr>
          <a:xfrm rot="2700000">
            <a:off x="5407698" y="1972612"/>
            <a:ext cx="1312381" cy="1312381"/>
          </a:xfrm>
          <a:prstGeom prst="rect">
            <a:avLst/>
          </a:prstGeom>
          <a:solidFill>
            <a:schemeClr val="tx1">
              <a:lumMod val="95000"/>
              <a:lumOff val="5000"/>
            </a:schemeClr>
          </a:solidFill>
          <a:effectLst>
            <a:outerShdw blurRad="444500" dir="5400000" algn="t" rotWithShape="0">
              <a:prstClr val="black">
                <a:alpha val="44000"/>
              </a:prstClr>
            </a:outerShdw>
          </a:effectLst>
        </p:spPr>
        <p:txBody>
          <a:bodyPr/>
          <a:lstStyle>
            <a:lvl1pPr marL="0" indent="0">
              <a:buNone/>
              <a:defRPr/>
            </a:lvl1pPr>
          </a:lstStyle>
          <a:p>
            <a:r>
              <a:rPr lang="en-US"/>
              <a:t> </a:t>
            </a:r>
            <a:endParaRPr lang="ru-RU" dirty="0"/>
          </a:p>
        </p:txBody>
      </p:sp>
      <p:sp>
        <p:nvSpPr>
          <p:cNvPr id="8" name="Рисунок 5"/>
          <p:cNvSpPr>
            <a:spLocks noGrp="1"/>
          </p:cNvSpPr>
          <p:nvPr>
            <p:ph type="pic" sz="quarter" idx="12" hasCustomPrompt="1"/>
          </p:nvPr>
        </p:nvSpPr>
        <p:spPr>
          <a:xfrm rot="2700000">
            <a:off x="9472256" y="1972612"/>
            <a:ext cx="1312381" cy="1312381"/>
          </a:xfrm>
          <a:prstGeom prst="rect">
            <a:avLst/>
          </a:prstGeom>
          <a:solidFill>
            <a:schemeClr val="tx1">
              <a:lumMod val="95000"/>
              <a:lumOff val="5000"/>
            </a:schemeClr>
          </a:solidFill>
          <a:effectLst>
            <a:outerShdw blurRad="444500" dir="5400000" algn="t" rotWithShape="0">
              <a:prstClr val="black">
                <a:alpha val="44000"/>
              </a:prstClr>
            </a:outerShdw>
          </a:effectLst>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17929154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5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1678518" y="1509184"/>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6" name="Рисунок 4"/>
          <p:cNvSpPr>
            <a:spLocks noGrp="1"/>
          </p:cNvSpPr>
          <p:nvPr>
            <p:ph type="pic" sz="quarter" idx="11" hasCustomPrompt="1"/>
          </p:nvPr>
        </p:nvSpPr>
        <p:spPr>
          <a:xfrm>
            <a:off x="1678517" y="3717032"/>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7" name="Рисунок 4"/>
          <p:cNvSpPr>
            <a:spLocks noGrp="1"/>
          </p:cNvSpPr>
          <p:nvPr>
            <p:ph type="pic" sz="quarter" idx="12" hasCustomPrompt="1"/>
          </p:nvPr>
        </p:nvSpPr>
        <p:spPr>
          <a:xfrm>
            <a:off x="6358467" y="1509184"/>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8" name="Рисунок 4"/>
          <p:cNvSpPr>
            <a:spLocks noGrp="1"/>
          </p:cNvSpPr>
          <p:nvPr>
            <p:ph type="pic" sz="quarter" idx="13" hasCustomPrompt="1"/>
          </p:nvPr>
        </p:nvSpPr>
        <p:spPr>
          <a:xfrm>
            <a:off x="6358466" y="3717032"/>
            <a:ext cx="1153583" cy="1151467"/>
          </a:xfrm>
          <a:prstGeom prst="ellipse">
            <a:avLst/>
          </a:prstGeom>
          <a:solidFill>
            <a:schemeClr val="bg1"/>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1462766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6_Пользовательский макет">
    <p:spTree>
      <p:nvGrpSpPr>
        <p:cNvPr id="1" name=""/>
        <p:cNvGrpSpPr/>
        <p:nvPr/>
      </p:nvGrpSpPr>
      <p:grpSpPr>
        <a:xfrm>
          <a:off x="0" y="0"/>
          <a:ext cx="0" cy="0"/>
          <a:chOff x="0" y="0"/>
          <a:chExt cx="0" cy="0"/>
        </a:xfrm>
      </p:grpSpPr>
      <p:sp>
        <p:nvSpPr>
          <p:cNvPr id="3" name="Рисунок 4"/>
          <p:cNvSpPr>
            <a:spLocks noGrp="1"/>
          </p:cNvSpPr>
          <p:nvPr>
            <p:ph type="pic" sz="quarter" idx="10" hasCustomPrompt="1"/>
          </p:nvPr>
        </p:nvSpPr>
        <p:spPr>
          <a:xfrm>
            <a:off x="1678518" y="1509184"/>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4" name="Рисунок 4"/>
          <p:cNvSpPr>
            <a:spLocks noGrp="1"/>
          </p:cNvSpPr>
          <p:nvPr>
            <p:ph type="pic" sz="quarter" idx="11" hasCustomPrompt="1"/>
          </p:nvPr>
        </p:nvSpPr>
        <p:spPr>
          <a:xfrm>
            <a:off x="1678517" y="3717032"/>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5" name="Рисунок 4"/>
          <p:cNvSpPr>
            <a:spLocks noGrp="1"/>
          </p:cNvSpPr>
          <p:nvPr>
            <p:ph type="pic" sz="quarter" idx="12" hasCustomPrompt="1"/>
          </p:nvPr>
        </p:nvSpPr>
        <p:spPr>
          <a:xfrm>
            <a:off x="5663454" y="1509184"/>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6" name="Рисунок 4"/>
          <p:cNvSpPr>
            <a:spLocks noGrp="1"/>
          </p:cNvSpPr>
          <p:nvPr>
            <p:ph type="pic" sz="quarter" idx="13" hasCustomPrompt="1"/>
          </p:nvPr>
        </p:nvSpPr>
        <p:spPr>
          <a:xfrm>
            <a:off x="5663453" y="3717032"/>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7" name="Рисунок 4"/>
          <p:cNvSpPr>
            <a:spLocks noGrp="1"/>
          </p:cNvSpPr>
          <p:nvPr>
            <p:ph type="pic" sz="quarter" idx="14" hasCustomPrompt="1"/>
          </p:nvPr>
        </p:nvSpPr>
        <p:spPr>
          <a:xfrm>
            <a:off x="9648395" y="1516345"/>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8" name="Рисунок 4"/>
          <p:cNvSpPr>
            <a:spLocks noGrp="1"/>
          </p:cNvSpPr>
          <p:nvPr>
            <p:ph type="pic" sz="quarter" idx="15" hasCustomPrompt="1"/>
          </p:nvPr>
        </p:nvSpPr>
        <p:spPr>
          <a:xfrm>
            <a:off x="9648394" y="3724193"/>
            <a:ext cx="1153583" cy="1151467"/>
          </a:xfrm>
          <a:prstGeom prst="ellipse">
            <a:avLst/>
          </a:prstGeom>
          <a:solidFill>
            <a:schemeClr val="bg1"/>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33766796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7_Пользовательский макет">
    <p:spTree>
      <p:nvGrpSpPr>
        <p:cNvPr id="1" name=""/>
        <p:cNvGrpSpPr/>
        <p:nvPr/>
      </p:nvGrpSpPr>
      <p:grpSpPr>
        <a:xfrm>
          <a:off x="0" y="0"/>
          <a:ext cx="0" cy="0"/>
          <a:chOff x="0" y="0"/>
          <a:chExt cx="0" cy="0"/>
        </a:xfrm>
      </p:grpSpPr>
      <p:sp>
        <p:nvSpPr>
          <p:cNvPr id="3" name="Рисунок 4"/>
          <p:cNvSpPr>
            <a:spLocks noGrp="1"/>
          </p:cNvSpPr>
          <p:nvPr>
            <p:ph type="pic" sz="quarter" idx="10" hasCustomPrompt="1"/>
          </p:nvPr>
        </p:nvSpPr>
        <p:spPr>
          <a:xfrm>
            <a:off x="1487489" y="1508787"/>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4" name="Рисунок 4"/>
          <p:cNvSpPr>
            <a:spLocks noGrp="1"/>
          </p:cNvSpPr>
          <p:nvPr>
            <p:ph type="pic" sz="quarter" idx="11" hasCustomPrompt="1"/>
          </p:nvPr>
        </p:nvSpPr>
        <p:spPr>
          <a:xfrm>
            <a:off x="1487487" y="3716635"/>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5" name="Рисунок 4"/>
          <p:cNvSpPr>
            <a:spLocks noGrp="1"/>
          </p:cNvSpPr>
          <p:nvPr>
            <p:ph type="pic" sz="quarter" idx="12" hasCustomPrompt="1"/>
          </p:nvPr>
        </p:nvSpPr>
        <p:spPr>
          <a:xfrm>
            <a:off x="4318842" y="1508787"/>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6" name="Рисунок 4"/>
          <p:cNvSpPr>
            <a:spLocks noGrp="1"/>
          </p:cNvSpPr>
          <p:nvPr>
            <p:ph type="pic" sz="quarter" idx="13" hasCustomPrompt="1"/>
          </p:nvPr>
        </p:nvSpPr>
        <p:spPr>
          <a:xfrm>
            <a:off x="4318841" y="3716635"/>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7" name="Рисунок 4"/>
          <p:cNvSpPr>
            <a:spLocks noGrp="1"/>
          </p:cNvSpPr>
          <p:nvPr>
            <p:ph type="pic" sz="quarter" idx="14" hasCustomPrompt="1"/>
          </p:nvPr>
        </p:nvSpPr>
        <p:spPr>
          <a:xfrm>
            <a:off x="7008595" y="1508787"/>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8" name="Рисунок 4"/>
          <p:cNvSpPr>
            <a:spLocks noGrp="1"/>
          </p:cNvSpPr>
          <p:nvPr>
            <p:ph type="pic" sz="quarter" idx="15" hasCustomPrompt="1"/>
          </p:nvPr>
        </p:nvSpPr>
        <p:spPr>
          <a:xfrm>
            <a:off x="7008594" y="3716635"/>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9" name="Рисунок 4"/>
          <p:cNvSpPr>
            <a:spLocks noGrp="1"/>
          </p:cNvSpPr>
          <p:nvPr>
            <p:ph type="pic" sz="quarter" idx="16" hasCustomPrompt="1"/>
          </p:nvPr>
        </p:nvSpPr>
        <p:spPr>
          <a:xfrm>
            <a:off x="9698347" y="1508787"/>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10" name="Рисунок 4"/>
          <p:cNvSpPr>
            <a:spLocks noGrp="1"/>
          </p:cNvSpPr>
          <p:nvPr>
            <p:ph type="pic" sz="quarter" idx="17" hasCustomPrompt="1"/>
          </p:nvPr>
        </p:nvSpPr>
        <p:spPr>
          <a:xfrm>
            <a:off x="9698346" y="3716635"/>
            <a:ext cx="1153583" cy="1151467"/>
          </a:xfrm>
          <a:prstGeom prst="ellipse">
            <a:avLst/>
          </a:prstGeom>
          <a:solidFill>
            <a:schemeClr val="bg1"/>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14865614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8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0" y="4265712"/>
            <a:ext cx="2376264" cy="259228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4" name="Рисунок 6"/>
          <p:cNvSpPr>
            <a:spLocks noGrp="1"/>
          </p:cNvSpPr>
          <p:nvPr>
            <p:ph type="pic" sz="quarter" idx="11" hasCustomPrompt="1"/>
          </p:nvPr>
        </p:nvSpPr>
        <p:spPr>
          <a:xfrm>
            <a:off x="2376264" y="1673424"/>
            <a:ext cx="2376264" cy="259228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2" hasCustomPrompt="1"/>
          </p:nvPr>
        </p:nvSpPr>
        <p:spPr>
          <a:xfrm>
            <a:off x="4722436" y="4265712"/>
            <a:ext cx="2376264" cy="259228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3" hasCustomPrompt="1"/>
          </p:nvPr>
        </p:nvSpPr>
        <p:spPr>
          <a:xfrm>
            <a:off x="7098700" y="1673424"/>
            <a:ext cx="2376264" cy="259228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5355471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9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rot="5400000">
            <a:off x="2417055" y="1635338"/>
            <a:ext cx="2016291" cy="1763189"/>
          </a:xfrm>
          <a:prstGeom prst="hexagon">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6" name="Рисунок 4"/>
          <p:cNvSpPr>
            <a:spLocks noGrp="1"/>
          </p:cNvSpPr>
          <p:nvPr>
            <p:ph type="pic" sz="quarter" idx="11" hasCustomPrompt="1"/>
          </p:nvPr>
        </p:nvSpPr>
        <p:spPr>
          <a:xfrm rot="5400000">
            <a:off x="6833545" y="1608396"/>
            <a:ext cx="2016291" cy="1763189"/>
          </a:xfrm>
          <a:prstGeom prst="hexagon">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7" name="Рисунок 4"/>
          <p:cNvSpPr>
            <a:spLocks noGrp="1"/>
          </p:cNvSpPr>
          <p:nvPr>
            <p:ph type="pic" sz="quarter" idx="12" hasCustomPrompt="1"/>
          </p:nvPr>
        </p:nvSpPr>
        <p:spPr>
          <a:xfrm rot="5400000">
            <a:off x="2417055" y="4227626"/>
            <a:ext cx="2016291" cy="1763189"/>
          </a:xfrm>
          <a:prstGeom prst="hexagon">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8" name="Рисунок 4"/>
          <p:cNvSpPr>
            <a:spLocks noGrp="1"/>
          </p:cNvSpPr>
          <p:nvPr>
            <p:ph type="pic" sz="quarter" idx="13" hasCustomPrompt="1"/>
          </p:nvPr>
        </p:nvSpPr>
        <p:spPr>
          <a:xfrm rot="5400000">
            <a:off x="6871679" y="4323636"/>
            <a:ext cx="2016291" cy="1763189"/>
          </a:xfrm>
          <a:prstGeom prst="hexagon">
            <a:avLst/>
          </a:prstGeom>
          <a:solidFill>
            <a:schemeClr val="tx1">
              <a:lumMod val="95000"/>
              <a:lumOff val="5000"/>
            </a:schemeClr>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21367135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0_Пользовательский макет">
    <p:spTree>
      <p:nvGrpSpPr>
        <p:cNvPr id="1" name=""/>
        <p:cNvGrpSpPr/>
        <p:nvPr/>
      </p:nvGrpSpPr>
      <p:grpSpPr>
        <a:xfrm>
          <a:off x="0" y="0"/>
          <a:ext cx="0" cy="0"/>
          <a:chOff x="0" y="0"/>
          <a:chExt cx="0" cy="0"/>
        </a:xfrm>
      </p:grpSpPr>
      <p:sp>
        <p:nvSpPr>
          <p:cNvPr id="4" name="Рисунок 4"/>
          <p:cNvSpPr>
            <a:spLocks noGrp="1"/>
          </p:cNvSpPr>
          <p:nvPr>
            <p:ph type="pic" sz="quarter" idx="10" hasCustomPrompt="1"/>
          </p:nvPr>
        </p:nvSpPr>
        <p:spPr>
          <a:xfrm rot="5400000">
            <a:off x="7824192" y="1124744"/>
            <a:ext cx="1632181" cy="1440160"/>
          </a:xfrm>
          <a:prstGeom prst="hexagon">
            <a:avLst>
              <a:gd name="adj" fmla="val 27199"/>
              <a:gd name="vf" fmla="val 115470"/>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5" name="Рисунок 4"/>
          <p:cNvSpPr>
            <a:spLocks noGrp="1"/>
          </p:cNvSpPr>
          <p:nvPr>
            <p:ph type="pic" sz="quarter" idx="11" hasCustomPrompt="1"/>
          </p:nvPr>
        </p:nvSpPr>
        <p:spPr>
          <a:xfrm rot="5400000">
            <a:off x="9360363" y="1124744"/>
            <a:ext cx="1632181" cy="1440160"/>
          </a:xfrm>
          <a:prstGeom prst="hexagon">
            <a:avLst>
              <a:gd name="adj" fmla="val 27199"/>
              <a:gd name="vf" fmla="val 115470"/>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7" name="Рисунок 4"/>
          <p:cNvSpPr>
            <a:spLocks noGrp="1"/>
          </p:cNvSpPr>
          <p:nvPr>
            <p:ph type="pic" sz="quarter" idx="13" hasCustomPrompt="1"/>
          </p:nvPr>
        </p:nvSpPr>
        <p:spPr>
          <a:xfrm rot="5400000">
            <a:off x="10128448" y="2489936"/>
            <a:ext cx="1632181" cy="1440160"/>
          </a:xfrm>
          <a:prstGeom prst="hexagon">
            <a:avLst>
              <a:gd name="adj" fmla="val 27199"/>
              <a:gd name="vf" fmla="val 115470"/>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8" name="Рисунок 4"/>
          <p:cNvSpPr>
            <a:spLocks noGrp="1"/>
          </p:cNvSpPr>
          <p:nvPr>
            <p:ph type="pic" sz="quarter" idx="14" hasCustomPrompt="1"/>
          </p:nvPr>
        </p:nvSpPr>
        <p:spPr>
          <a:xfrm rot="5400000">
            <a:off x="9360363" y="3855128"/>
            <a:ext cx="1632181" cy="1440160"/>
          </a:xfrm>
          <a:prstGeom prst="hexagon">
            <a:avLst>
              <a:gd name="adj" fmla="val 27199"/>
              <a:gd name="vf" fmla="val 115470"/>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9" name="Рисунок 4"/>
          <p:cNvSpPr>
            <a:spLocks noGrp="1"/>
          </p:cNvSpPr>
          <p:nvPr>
            <p:ph type="pic" sz="quarter" idx="15" hasCustomPrompt="1"/>
          </p:nvPr>
        </p:nvSpPr>
        <p:spPr>
          <a:xfrm rot="5400000">
            <a:off x="7824192" y="3855128"/>
            <a:ext cx="1632181" cy="1440160"/>
          </a:xfrm>
          <a:prstGeom prst="hexagon">
            <a:avLst>
              <a:gd name="adj" fmla="val 27199"/>
              <a:gd name="vf" fmla="val 115470"/>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10" name="Рисунок 4"/>
          <p:cNvSpPr>
            <a:spLocks noGrp="1"/>
          </p:cNvSpPr>
          <p:nvPr>
            <p:ph type="pic" sz="quarter" idx="16" hasCustomPrompt="1"/>
          </p:nvPr>
        </p:nvSpPr>
        <p:spPr>
          <a:xfrm rot="5400000">
            <a:off x="7056107" y="2489936"/>
            <a:ext cx="1632181" cy="1440160"/>
          </a:xfrm>
          <a:prstGeom prst="hexagon">
            <a:avLst>
              <a:gd name="adj" fmla="val 27199"/>
              <a:gd name="vf" fmla="val 115470"/>
            </a:avLst>
          </a:prstGeom>
          <a:solidFill>
            <a:schemeClr val="tx1">
              <a:lumMod val="95000"/>
              <a:lumOff val="5000"/>
            </a:schemeClr>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1847533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1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4079776" y="0"/>
            <a:ext cx="2376264" cy="2948947"/>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1" hasCustomPrompt="1"/>
          </p:nvPr>
        </p:nvSpPr>
        <p:spPr>
          <a:xfrm>
            <a:off x="6768075" y="932723"/>
            <a:ext cx="4032448" cy="2016224"/>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2" hasCustomPrompt="1"/>
          </p:nvPr>
        </p:nvSpPr>
        <p:spPr>
          <a:xfrm>
            <a:off x="4079776" y="3236979"/>
            <a:ext cx="4032448" cy="2016224"/>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355735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2_Пользовательский макет">
    <p:spTree>
      <p:nvGrpSpPr>
        <p:cNvPr id="1" name=""/>
        <p:cNvGrpSpPr/>
        <p:nvPr/>
      </p:nvGrpSpPr>
      <p:grpSpPr>
        <a:xfrm>
          <a:off x="0" y="0"/>
          <a:ext cx="0" cy="0"/>
          <a:chOff x="0" y="0"/>
          <a:chExt cx="0" cy="0"/>
        </a:xfrm>
      </p:grpSpPr>
      <p:sp>
        <p:nvSpPr>
          <p:cNvPr id="15" name="Рисунок 14"/>
          <p:cNvSpPr>
            <a:spLocks noGrp="1"/>
          </p:cNvSpPr>
          <p:nvPr>
            <p:ph type="pic" sz="quarter" idx="10" hasCustomPrompt="1"/>
          </p:nvPr>
        </p:nvSpPr>
        <p:spPr>
          <a:xfrm rot="19085557">
            <a:off x="8439294" y="2748015"/>
            <a:ext cx="3522340" cy="5032563"/>
          </a:xfrm>
          <a:custGeom>
            <a:avLst/>
            <a:gdLst>
              <a:gd name="connsiteX0" fmla="*/ 2251898 w 2641755"/>
              <a:gd name="connsiteY0" fmla="*/ 265948 h 3774422"/>
              <a:gd name="connsiteX1" fmla="*/ 2641755 w 2641755"/>
              <a:gd name="connsiteY1" fmla="*/ 2651698 h 3774422"/>
              <a:gd name="connsiteX2" fmla="*/ 1634132 w 2641755"/>
              <a:gd name="connsiteY2" fmla="*/ 3774422 h 3774422"/>
              <a:gd name="connsiteX3" fmla="*/ 221697 w 2641755"/>
              <a:gd name="connsiteY3" fmla="*/ 2506789 h 3774422"/>
              <a:gd name="connsiteX4" fmla="*/ 0 w 2641755"/>
              <a:gd name="connsiteY4" fmla="*/ 0 h 377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755" h="3774422">
                <a:moveTo>
                  <a:pt x="2251898" y="265948"/>
                </a:moveTo>
                <a:lnTo>
                  <a:pt x="2641755" y="2651698"/>
                </a:lnTo>
                <a:lnTo>
                  <a:pt x="1634132" y="3774422"/>
                </a:lnTo>
                <a:lnTo>
                  <a:pt x="221697" y="2506789"/>
                </a:lnTo>
                <a:lnTo>
                  <a:pt x="0" y="0"/>
                </a:lnTo>
                <a:close/>
              </a:path>
            </a:pathLst>
          </a:custGeom>
          <a:solidFill>
            <a:schemeClr val="tx1">
              <a:lumMod val="95000"/>
              <a:lumOff val="5000"/>
            </a:schemeClr>
          </a:solidFill>
        </p:spPr>
        <p:txBody>
          <a:bodyPr wrap="square">
            <a:noAutofit/>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0197339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3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5267977" y="0"/>
            <a:ext cx="6960096" cy="6858000"/>
          </a:xfrm>
          <a:custGeom>
            <a:avLst/>
            <a:gdLst>
              <a:gd name="connsiteX0" fmla="*/ 0 w 5220072"/>
              <a:gd name="connsiteY0" fmla="*/ 0 h 5143500"/>
              <a:gd name="connsiteX1" fmla="*/ 5220072 w 5220072"/>
              <a:gd name="connsiteY1" fmla="*/ 0 h 5143500"/>
              <a:gd name="connsiteX2" fmla="*/ 5220072 w 5220072"/>
              <a:gd name="connsiteY2" fmla="*/ 5143500 h 5143500"/>
              <a:gd name="connsiteX3" fmla="*/ 0 w 5220072"/>
              <a:gd name="connsiteY3" fmla="*/ 5143500 h 5143500"/>
              <a:gd name="connsiteX4" fmla="*/ 0 w 5220072"/>
              <a:gd name="connsiteY4" fmla="*/ 0 h 5143500"/>
              <a:gd name="connsiteX0" fmla="*/ 2326580 w 5220072"/>
              <a:gd name="connsiteY0" fmla="*/ 0 h 5143500"/>
              <a:gd name="connsiteX1" fmla="*/ 5220072 w 5220072"/>
              <a:gd name="connsiteY1" fmla="*/ 0 h 5143500"/>
              <a:gd name="connsiteX2" fmla="*/ 5220072 w 5220072"/>
              <a:gd name="connsiteY2" fmla="*/ 5143500 h 5143500"/>
              <a:gd name="connsiteX3" fmla="*/ 0 w 5220072"/>
              <a:gd name="connsiteY3" fmla="*/ 5143500 h 5143500"/>
              <a:gd name="connsiteX4" fmla="*/ 2326580 w 5220072"/>
              <a:gd name="connsiteY4" fmla="*/ 0 h 5143500"/>
              <a:gd name="connsiteX0" fmla="*/ 1828800 w 5220072"/>
              <a:gd name="connsiteY0" fmla="*/ 0 h 5143500"/>
              <a:gd name="connsiteX1" fmla="*/ 5220072 w 5220072"/>
              <a:gd name="connsiteY1" fmla="*/ 0 h 5143500"/>
              <a:gd name="connsiteX2" fmla="*/ 5220072 w 5220072"/>
              <a:gd name="connsiteY2" fmla="*/ 5143500 h 5143500"/>
              <a:gd name="connsiteX3" fmla="*/ 0 w 5220072"/>
              <a:gd name="connsiteY3" fmla="*/ 5143500 h 5143500"/>
              <a:gd name="connsiteX4" fmla="*/ 1828800 w 5220072"/>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0072" h="5143500">
                <a:moveTo>
                  <a:pt x="1828800" y="0"/>
                </a:moveTo>
                <a:lnTo>
                  <a:pt x="5220072" y="0"/>
                </a:lnTo>
                <a:lnTo>
                  <a:pt x="5220072" y="5143500"/>
                </a:lnTo>
                <a:lnTo>
                  <a:pt x="0" y="5143500"/>
                </a:lnTo>
                <a:lnTo>
                  <a:pt x="1828800" y="0"/>
                </a:lnTo>
                <a:close/>
              </a:path>
            </a:pathLst>
          </a:cu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4" name="Рисунок 6"/>
          <p:cNvSpPr>
            <a:spLocks noGrp="1"/>
          </p:cNvSpPr>
          <p:nvPr>
            <p:ph type="pic" sz="quarter" idx="11" hasCustomPrompt="1"/>
          </p:nvPr>
        </p:nvSpPr>
        <p:spPr>
          <a:xfrm>
            <a:off x="1871531" y="2660915"/>
            <a:ext cx="2376264" cy="259228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84861624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5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0" y="0"/>
            <a:ext cx="12192000" cy="4197085"/>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3" name="Рисунок 6"/>
          <p:cNvSpPr>
            <a:spLocks noGrp="1"/>
          </p:cNvSpPr>
          <p:nvPr>
            <p:ph type="pic" sz="quarter" idx="11" hasCustomPrompt="1"/>
          </p:nvPr>
        </p:nvSpPr>
        <p:spPr>
          <a:xfrm>
            <a:off x="4175787" y="2564904"/>
            <a:ext cx="3840427" cy="259228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86954584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4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1" hasCustomPrompt="1"/>
          </p:nvPr>
        </p:nvSpPr>
        <p:spPr>
          <a:xfrm>
            <a:off x="0" y="0"/>
            <a:ext cx="2447595"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2" hasCustomPrompt="1"/>
          </p:nvPr>
        </p:nvSpPr>
        <p:spPr>
          <a:xfrm>
            <a:off x="2543605" y="0"/>
            <a:ext cx="2447595" cy="2660915"/>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3" hasCustomPrompt="1"/>
          </p:nvPr>
        </p:nvSpPr>
        <p:spPr>
          <a:xfrm>
            <a:off x="2525053" y="2756925"/>
            <a:ext cx="2447595" cy="4101075"/>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7" name="Рисунок 6"/>
          <p:cNvSpPr>
            <a:spLocks noGrp="1"/>
          </p:cNvSpPr>
          <p:nvPr>
            <p:ph type="pic" sz="quarter" idx="14" hasCustomPrompt="1"/>
          </p:nvPr>
        </p:nvSpPr>
        <p:spPr>
          <a:xfrm>
            <a:off x="5068659" y="0"/>
            <a:ext cx="2447595"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8" name="Рисунок 6"/>
          <p:cNvSpPr>
            <a:spLocks noGrp="1"/>
          </p:cNvSpPr>
          <p:nvPr>
            <p:ph type="pic" sz="quarter" idx="15" hasCustomPrompt="1"/>
          </p:nvPr>
        </p:nvSpPr>
        <p:spPr>
          <a:xfrm>
            <a:off x="5068659" y="3525011"/>
            <a:ext cx="2447595" cy="3332989"/>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9" name="Рисунок 6"/>
          <p:cNvSpPr>
            <a:spLocks noGrp="1"/>
          </p:cNvSpPr>
          <p:nvPr>
            <p:ph type="pic" sz="quarter" idx="16" hasCustomPrompt="1"/>
          </p:nvPr>
        </p:nvSpPr>
        <p:spPr>
          <a:xfrm>
            <a:off x="-11872" y="3525011"/>
            <a:ext cx="2447595" cy="3332989"/>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5823518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6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6" hasCustomPrompt="1"/>
          </p:nvPr>
        </p:nvSpPr>
        <p:spPr>
          <a:xfrm>
            <a:off x="0" y="-14360"/>
            <a:ext cx="3048000"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7" hasCustomPrompt="1"/>
          </p:nvPr>
        </p:nvSpPr>
        <p:spPr>
          <a:xfrm>
            <a:off x="3048000" y="3414640"/>
            <a:ext cx="3048000"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8" hasCustomPrompt="1"/>
          </p:nvPr>
        </p:nvSpPr>
        <p:spPr>
          <a:xfrm>
            <a:off x="6096000" y="0"/>
            <a:ext cx="3048000"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7" name="Рисунок 6"/>
          <p:cNvSpPr>
            <a:spLocks noGrp="1"/>
          </p:cNvSpPr>
          <p:nvPr>
            <p:ph type="pic" sz="quarter" idx="19" hasCustomPrompt="1"/>
          </p:nvPr>
        </p:nvSpPr>
        <p:spPr>
          <a:xfrm>
            <a:off x="9144000" y="3429000"/>
            <a:ext cx="3048000"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2739347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7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6" hasCustomPrompt="1"/>
          </p:nvPr>
        </p:nvSpPr>
        <p:spPr>
          <a:xfrm>
            <a:off x="0" y="0"/>
            <a:ext cx="4079776"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7" hasCustomPrompt="1"/>
          </p:nvPr>
        </p:nvSpPr>
        <p:spPr>
          <a:xfrm>
            <a:off x="0" y="3429000"/>
            <a:ext cx="4079776"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8" hasCustomPrompt="1"/>
          </p:nvPr>
        </p:nvSpPr>
        <p:spPr>
          <a:xfrm>
            <a:off x="8112224" y="0"/>
            <a:ext cx="4079776"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5155323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8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6" hasCustomPrompt="1"/>
          </p:nvPr>
        </p:nvSpPr>
        <p:spPr>
          <a:xfrm>
            <a:off x="143339" y="164638"/>
            <a:ext cx="5856651" cy="6528725"/>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7" hasCustomPrompt="1"/>
          </p:nvPr>
        </p:nvSpPr>
        <p:spPr>
          <a:xfrm>
            <a:off x="6139040" y="169605"/>
            <a:ext cx="5856651" cy="3168352"/>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8" hasCustomPrompt="1"/>
          </p:nvPr>
        </p:nvSpPr>
        <p:spPr>
          <a:xfrm>
            <a:off x="6139040" y="3525011"/>
            <a:ext cx="5856651" cy="3168352"/>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6077455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0_Пользовательский макет">
    <p:spTree>
      <p:nvGrpSpPr>
        <p:cNvPr id="1" name=""/>
        <p:cNvGrpSpPr/>
        <p:nvPr/>
      </p:nvGrpSpPr>
      <p:grpSpPr>
        <a:xfrm>
          <a:off x="0" y="0"/>
          <a:ext cx="0" cy="0"/>
          <a:chOff x="0" y="0"/>
          <a:chExt cx="0" cy="0"/>
        </a:xfrm>
      </p:grpSpPr>
      <p:sp>
        <p:nvSpPr>
          <p:cNvPr id="15" name="Рисунок 14"/>
          <p:cNvSpPr>
            <a:spLocks noGrp="1"/>
          </p:cNvSpPr>
          <p:nvPr>
            <p:ph type="pic" sz="quarter" idx="10" hasCustomPrompt="1"/>
          </p:nvPr>
        </p:nvSpPr>
        <p:spPr>
          <a:xfrm>
            <a:off x="0" y="-733931"/>
            <a:ext cx="2543307" cy="3939132"/>
          </a:xfrm>
          <a:custGeom>
            <a:avLst/>
            <a:gdLst>
              <a:gd name="connsiteX0" fmla="*/ 0 w 1907480"/>
              <a:gd name="connsiteY0" fmla="*/ 550449 h 2954349"/>
              <a:gd name="connsiteX1" fmla="*/ 981459 w 1907480"/>
              <a:gd name="connsiteY1" fmla="*/ 550449 h 2954349"/>
              <a:gd name="connsiteX2" fmla="*/ 1907480 w 1907480"/>
              <a:gd name="connsiteY2" fmla="*/ 1477175 h 2954349"/>
              <a:gd name="connsiteX3" fmla="*/ 431428 w 1907480"/>
              <a:gd name="connsiteY3" fmla="*/ 2954349 h 2954349"/>
              <a:gd name="connsiteX4" fmla="*/ 0 w 1907480"/>
              <a:gd name="connsiteY4" fmla="*/ 2522593 h 2954349"/>
              <a:gd name="connsiteX5" fmla="*/ 431428 w 1907480"/>
              <a:gd name="connsiteY5" fmla="*/ 0 h 2954349"/>
              <a:gd name="connsiteX6" fmla="*/ 457263 w 1907480"/>
              <a:gd name="connsiteY6" fmla="*/ 25855 h 2954349"/>
              <a:gd name="connsiteX7" fmla="*/ 405593 w 1907480"/>
              <a:gd name="connsiteY7" fmla="*/ 25855 h 295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7480" h="2954349">
                <a:moveTo>
                  <a:pt x="0" y="550449"/>
                </a:moveTo>
                <a:lnTo>
                  <a:pt x="981459" y="550449"/>
                </a:lnTo>
                <a:lnTo>
                  <a:pt x="1907480" y="1477175"/>
                </a:lnTo>
                <a:lnTo>
                  <a:pt x="431428" y="2954349"/>
                </a:lnTo>
                <a:lnTo>
                  <a:pt x="0" y="2522593"/>
                </a:lnTo>
                <a:close/>
                <a:moveTo>
                  <a:pt x="431428" y="0"/>
                </a:moveTo>
                <a:lnTo>
                  <a:pt x="457263" y="25855"/>
                </a:lnTo>
                <a:lnTo>
                  <a:pt x="405593" y="25855"/>
                </a:lnTo>
                <a:close/>
              </a:path>
            </a:pathLst>
          </a:custGeom>
          <a:solidFill>
            <a:schemeClr val="tx1"/>
          </a:solidFill>
        </p:spPr>
        <p:txBody>
          <a:bodyPr wrap="square">
            <a:noAutofit/>
          </a:bodyPr>
          <a:lstStyle>
            <a:lvl1pPr marL="0" indent="0">
              <a:buNone/>
              <a:defRPr/>
            </a:lvl1pPr>
          </a:lstStyle>
          <a:p>
            <a:r>
              <a:rPr lang="en-US" dirty="0"/>
              <a:t> </a:t>
            </a:r>
            <a:endParaRPr lang="ru-RU" dirty="0"/>
          </a:p>
        </p:txBody>
      </p:sp>
      <p:sp>
        <p:nvSpPr>
          <p:cNvPr id="9" name="Рисунок 7"/>
          <p:cNvSpPr>
            <a:spLocks noGrp="1"/>
          </p:cNvSpPr>
          <p:nvPr>
            <p:ph type="pic" sz="quarter" idx="11" hasCustomPrompt="1"/>
          </p:nvPr>
        </p:nvSpPr>
        <p:spPr>
          <a:xfrm>
            <a:off x="671776" y="1340222"/>
            <a:ext cx="3936139" cy="3939132"/>
          </a:xfrm>
          <a:prstGeom prst="diamond">
            <a:avLst/>
          </a:prstGeom>
          <a:solidFill>
            <a:schemeClr val="tx1"/>
          </a:solidFill>
        </p:spPr>
        <p:txBody>
          <a:bodyPr/>
          <a:lstStyle>
            <a:lvl1pPr marL="0" indent="0">
              <a:buNone/>
              <a:defRPr/>
            </a:lvl1pPr>
          </a:lstStyle>
          <a:p>
            <a:r>
              <a:rPr lang="en-US" dirty="0"/>
              <a:t> </a:t>
            </a:r>
            <a:endParaRPr lang="ru-RU" dirty="0"/>
          </a:p>
        </p:txBody>
      </p:sp>
      <p:sp>
        <p:nvSpPr>
          <p:cNvPr id="21" name="Рисунок 20"/>
          <p:cNvSpPr>
            <a:spLocks noGrp="1"/>
          </p:cNvSpPr>
          <p:nvPr>
            <p:ph type="pic" sz="quarter" idx="12" hasCustomPrompt="1"/>
          </p:nvPr>
        </p:nvSpPr>
        <p:spPr>
          <a:xfrm>
            <a:off x="2736384" y="3429000"/>
            <a:ext cx="3936139" cy="3429000"/>
          </a:xfrm>
          <a:custGeom>
            <a:avLst/>
            <a:gdLst>
              <a:gd name="connsiteX0" fmla="*/ 1476052 w 2952104"/>
              <a:gd name="connsiteY0" fmla="*/ 0 h 2571750"/>
              <a:gd name="connsiteX1" fmla="*/ 2952104 w 2952104"/>
              <a:gd name="connsiteY1" fmla="*/ 1477175 h 2571750"/>
              <a:gd name="connsiteX2" fmla="*/ 1858361 w 2952104"/>
              <a:gd name="connsiteY2" fmla="*/ 2571750 h 2571750"/>
              <a:gd name="connsiteX3" fmla="*/ 1093744 w 2952104"/>
              <a:gd name="connsiteY3" fmla="*/ 2571750 h 2571750"/>
              <a:gd name="connsiteX4" fmla="*/ 0 w 2952104"/>
              <a:gd name="connsiteY4" fmla="*/ 1477175 h 2571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104" h="2571750">
                <a:moveTo>
                  <a:pt x="1476052" y="0"/>
                </a:moveTo>
                <a:lnTo>
                  <a:pt x="2952104" y="1477175"/>
                </a:lnTo>
                <a:lnTo>
                  <a:pt x="1858361" y="2571750"/>
                </a:lnTo>
                <a:lnTo>
                  <a:pt x="1093744" y="2571750"/>
                </a:lnTo>
                <a:lnTo>
                  <a:pt x="0" y="1477175"/>
                </a:lnTo>
                <a:close/>
              </a:path>
            </a:pathLst>
          </a:custGeom>
          <a:solidFill>
            <a:schemeClr val="tx1"/>
          </a:solidFill>
        </p:spPr>
        <p:txBody>
          <a:bodyPr wrap="square">
            <a:noAutofit/>
          </a:bodyPr>
          <a:lstStyle>
            <a:lvl1pPr marL="0" indent="0">
              <a:buNone/>
              <a:defRPr/>
            </a:lvl1pPr>
          </a:lstStyle>
          <a:p>
            <a:r>
              <a:rPr lang="en-US" dirty="0"/>
              <a:t> </a:t>
            </a:r>
            <a:endParaRPr lang="ru-RU" dirty="0"/>
          </a:p>
        </p:txBody>
      </p:sp>
      <p:sp>
        <p:nvSpPr>
          <p:cNvPr id="17" name="Рисунок 16"/>
          <p:cNvSpPr>
            <a:spLocks noGrp="1"/>
          </p:cNvSpPr>
          <p:nvPr>
            <p:ph type="pic" sz="quarter" idx="13" hasCustomPrompt="1"/>
          </p:nvPr>
        </p:nvSpPr>
        <p:spPr>
          <a:xfrm>
            <a:off x="0" y="2853538"/>
            <a:ext cx="1871531" cy="3745908"/>
          </a:xfrm>
          <a:custGeom>
            <a:avLst/>
            <a:gdLst>
              <a:gd name="connsiteX0" fmla="*/ 0 w 1403648"/>
              <a:gd name="connsiteY0" fmla="*/ 0 h 2809431"/>
              <a:gd name="connsiteX1" fmla="*/ 1403648 w 1403648"/>
              <a:gd name="connsiteY1" fmla="*/ 1404716 h 2809431"/>
              <a:gd name="connsiteX2" fmla="*/ 0 w 1403648"/>
              <a:gd name="connsiteY2" fmla="*/ 2809431 h 2809431"/>
            </a:gdLst>
            <a:ahLst/>
            <a:cxnLst>
              <a:cxn ang="0">
                <a:pos x="connsiteX0" y="connsiteY0"/>
              </a:cxn>
              <a:cxn ang="0">
                <a:pos x="connsiteX1" y="connsiteY1"/>
              </a:cxn>
              <a:cxn ang="0">
                <a:pos x="connsiteX2" y="connsiteY2"/>
              </a:cxn>
            </a:cxnLst>
            <a:rect l="l" t="t" r="r" b="b"/>
            <a:pathLst>
              <a:path w="1403648" h="2809431">
                <a:moveTo>
                  <a:pt x="0" y="0"/>
                </a:moveTo>
                <a:lnTo>
                  <a:pt x="1403648" y="1404716"/>
                </a:lnTo>
                <a:lnTo>
                  <a:pt x="0" y="2809431"/>
                </a:lnTo>
                <a:close/>
              </a:path>
            </a:pathLst>
          </a:custGeom>
          <a:solidFill>
            <a:schemeClr val="tx1"/>
          </a:solidFill>
        </p:spPr>
        <p:txBody>
          <a:bodyPr wrap="square">
            <a:noAutofit/>
          </a:bodyPr>
          <a:lstStyle>
            <a:lvl1pPr marL="0" indent="0">
              <a:buNone/>
              <a:defRPr/>
            </a:lvl1pPr>
          </a:lstStyle>
          <a:p>
            <a:r>
              <a:rPr lang="en-US" dirty="0"/>
              <a:t> </a:t>
            </a:r>
            <a:endParaRPr lang="ru-RU" dirty="0"/>
          </a:p>
        </p:txBody>
      </p:sp>
      <p:sp>
        <p:nvSpPr>
          <p:cNvPr id="19" name="Рисунок 18"/>
          <p:cNvSpPr>
            <a:spLocks noGrp="1"/>
          </p:cNvSpPr>
          <p:nvPr>
            <p:ph type="pic" sz="quarter" idx="14" hasCustomPrompt="1"/>
          </p:nvPr>
        </p:nvSpPr>
        <p:spPr>
          <a:xfrm>
            <a:off x="0" y="4888432"/>
            <a:ext cx="3936139" cy="1969568"/>
          </a:xfrm>
          <a:custGeom>
            <a:avLst/>
            <a:gdLst>
              <a:gd name="connsiteX0" fmla="*/ 1476052 w 2952104"/>
              <a:gd name="connsiteY0" fmla="*/ 0 h 1477176"/>
              <a:gd name="connsiteX1" fmla="*/ 2952104 w 2952104"/>
              <a:gd name="connsiteY1" fmla="*/ 1477175 h 1477176"/>
              <a:gd name="connsiteX2" fmla="*/ 2952103 w 2952104"/>
              <a:gd name="connsiteY2" fmla="*/ 1477176 h 1477176"/>
              <a:gd name="connsiteX3" fmla="*/ 1 w 2952104"/>
              <a:gd name="connsiteY3" fmla="*/ 1477176 h 1477176"/>
              <a:gd name="connsiteX4" fmla="*/ 0 w 2952104"/>
              <a:gd name="connsiteY4" fmla="*/ 1477175 h 1477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104" h="1477176">
                <a:moveTo>
                  <a:pt x="1476052" y="0"/>
                </a:moveTo>
                <a:lnTo>
                  <a:pt x="2952104" y="1477175"/>
                </a:lnTo>
                <a:lnTo>
                  <a:pt x="2952103" y="1477176"/>
                </a:lnTo>
                <a:lnTo>
                  <a:pt x="1" y="1477176"/>
                </a:lnTo>
                <a:lnTo>
                  <a:pt x="0" y="1477175"/>
                </a:lnTo>
                <a:close/>
              </a:path>
            </a:pathLst>
          </a:custGeom>
          <a:solidFill>
            <a:schemeClr val="tx1"/>
          </a:solidFill>
        </p:spPr>
        <p:txBody>
          <a:bodyPr wrap="square">
            <a:noAutofit/>
          </a:bodyPr>
          <a:lstStyle>
            <a:lvl1pPr marL="0" indent="0">
              <a:buNone/>
              <a:defRPr/>
            </a:lvl1pPr>
          </a:lstStyle>
          <a:p>
            <a:r>
              <a:rPr lang="en-US" dirty="0"/>
              <a:t> </a:t>
            </a:r>
            <a:endParaRPr lang="ru-RU" dirty="0"/>
          </a:p>
        </p:txBody>
      </p:sp>
    </p:spTree>
    <p:extLst>
      <p:ext uri="{BB962C8B-B14F-4D97-AF65-F5344CB8AC3E}">
        <p14:creationId xmlns:p14="http://schemas.microsoft.com/office/powerpoint/2010/main" val="42278142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0_Титульный слайд">
    <p:bg>
      <p:bgPr>
        <a:solidFill>
          <a:schemeClr val="bg1">
            <a:alpha val="34000"/>
          </a:schemeClr>
        </a:solidFill>
        <a:effectLst/>
      </p:bgPr>
    </p:bg>
    <p:spTree>
      <p:nvGrpSpPr>
        <p:cNvPr id="1" name=""/>
        <p:cNvGrpSpPr/>
        <p:nvPr/>
      </p:nvGrpSpPr>
      <p:grpSpPr>
        <a:xfrm>
          <a:off x="0" y="0"/>
          <a:ext cx="0" cy="0"/>
          <a:chOff x="0" y="0"/>
          <a:chExt cx="0" cy="0"/>
        </a:xfrm>
      </p:grpSpPr>
      <p:sp>
        <p:nvSpPr>
          <p:cNvPr id="15" name="Picture Placeholder 7"/>
          <p:cNvSpPr>
            <a:spLocks noGrp="1"/>
          </p:cNvSpPr>
          <p:nvPr>
            <p:ph type="pic" sz="quarter" idx="10" hasCustomPrompt="1"/>
          </p:nvPr>
        </p:nvSpPr>
        <p:spPr>
          <a:xfrm>
            <a:off x="1" y="0"/>
            <a:ext cx="12199215" cy="6858000"/>
          </a:xfrm>
          <a:prstGeom prst="rect">
            <a:avLst/>
          </a:prstGeom>
          <a:solidFill>
            <a:schemeClr val="bg1">
              <a:lumMod val="75000"/>
            </a:schemeClr>
          </a:soli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12870839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9_Пользовательский макет">
    <p:spTree>
      <p:nvGrpSpPr>
        <p:cNvPr id="1" name=""/>
        <p:cNvGrpSpPr/>
        <p:nvPr/>
      </p:nvGrpSpPr>
      <p:grpSpPr>
        <a:xfrm>
          <a:off x="0" y="0"/>
          <a:ext cx="0" cy="0"/>
          <a:chOff x="0" y="0"/>
          <a:chExt cx="0" cy="0"/>
        </a:xfrm>
      </p:grpSpPr>
      <p:sp>
        <p:nvSpPr>
          <p:cNvPr id="16" name="Рисунок 15"/>
          <p:cNvSpPr>
            <a:spLocks noGrp="1"/>
          </p:cNvSpPr>
          <p:nvPr>
            <p:ph type="pic" sz="quarter" idx="10" hasCustomPrompt="1"/>
          </p:nvPr>
        </p:nvSpPr>
        <p:spPr>
          <a:xfrm>
            <a:off x="1295335" y="2"/>
            <a:ext cx="2734437" cy="4639377"/>
          </a:xfrm>
          <a:custGeom>
            <a:avLst/>
            <a:gdLst>
              <a:gd name="connsiteX0" fmla="*/ 1428100 w 2050828"/>
              <a:gd name="connsiteY0" fmla="*/ 0 h 3479533"/>
              <a:gd name="connsiteX1" fmla="*/ 2050472 w 2050828"/>
              <a:gd name="connsiteY1" fmla="*/ 0 h 3479533"/>
              <a:gd name="connsiteX2" fmla="*/ 2050828 w 2050828"/>
              <a:gd name="connsiteY2" fmla="*/ 3533 h 3479533"/>
              <a:gd name="connsiteX3" fmla="*/ 2050828 w 2050828"/>
              <a:gd name="connsiteY3" fmla="*/ 3167991 h 3479533"/>
              <a:gd name="connsiteX4" fmla="*/ 1739286 w 2050828"/>
              <a:gd name="connsiteY4" fmla="*/ 3479533 h 3479533"/>
              <a:gd name="connsiteX5" fmla="*/ 1427744 w 2050828"/>
              <a:gd name="connsiteY5" fmla="*/ 3167991 h 3479533"/>
              <a:gd name="connsiteX6" fmla="*/ 1427744 w 2050828"/>
              <a:gd name="connsiteY6" fmla="*/ 3533 h 3479533"/>
              <a:gd name="connsiteX7" fmla="*/ 711020 w 2050828"/>
              <a:gd name="connsiteY7" fmla="*/ 0 h 3479533"/>
              <a:gd name="connsiteX8" fmla="*/ 1333392 w 2050828"/>
              <a:gd name="connsiteY8" fmla="*/ 0 h 3479533"/>
              <a:gd name="connsiteX9" fmla="*/ 1333748 w 2050828"/>
              <a:gd name="connsiteY9" fmla="*/ 3533 h 3479533"/>
              <a:gd name="connsiteX10" fmla="*/ 1333748 w 2050828"/>
              <a:gd name="connsiteY10" fmla="*/ 2564758 h 3479533"/>
              <a:gd name="connsiteX11" fmla="*/ 1022206 w 2050828"/>
              <a:gd name="connsiteY11" fmla="*/ 2876300 h 3479533"/>
              <a:gd name="connsiteX12" fmla="*/ 710664 w 2050828"/>
              <a:gd name="connsiteY12" fmla="*/ 2564758 h 3479533"/>
              <a:gd name="connsiteX13" fmla="*/ 710664 w 2050828"/>
              <a:gd name="connsiteY13" fmla="*/ 3533 h 3479533"/>
              <a:gd name="connsiteX14" fmla="*/ 0 w 2050828"/>
              <a:gd name="connsiteY14" fmla="*/ 0 h 3479533"/>
              <a:gd name="connsiteX15" fmla="*/ 616668 w 2050828"/>
              <a:gd name="connsiteY15" fmla="*/ 0 h 3479533"/>
              <a:gd name="connsiteX16" fmla="*/ 616668 w 2050828"/>
              <a:gd name="connsiteY16" fmla="*/ 2146106 h 3479533"/>
              <a:gd name="connsiteX17" fmla="*/ 308334 w 2050828"/>
              <a:gd name="connsiteY17" fmla="*/ 2454440 h 3479533"/>
              <a:gd name="connsiteX18" fmla="*/ 0 w 2050828"/>
              <a:gd name="connsiteY18" fmla="*/ 2146106 h 3479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50828" h="3479533">
                <a:moveTo>
                  <a:pt x="1428100" y="0"/>
                </a:moveTo>
                <a:lnTo>
                  <a:pt x="2050472" y="0"/>
                </a:lnTo>
                <a:lnTo>
                  <a:pt x="2050828" y="3533"/>
                </a:lnTo>
                <a:lnTo>
                  <a:pt x="2050828" y="3167991"/>
                </a:lnTo>
                <a:cubicBezTo>
                  <a:pt x="2050828" y="3340051"/>
                  <a:pt x="1911346" y="3479533"/>
                  <a:pt x="1739286" y="3479533"/>
                </a:cubicBezTo>
                <a:cubicBezTo>
                  <a:pt x="1567226" y="3479533"/>
                  <a:pt x="1427744" y="3340051"/>
                  <a:pt x="1427744" y="3167991"/>
                </a:cubicBezTo>
                <a:lnTo>
                  <a:pt x="1427744" y="3533"/>
                </a:lnTo>
                <a:close/>
                <a:moveTo>
                  <a:pt x="711020" y="0"/>
                </a:moveTo>
                <a:lnTo>
                  <a:pt x="1333392" y="0"/>
                </a:lnTo>
                <a:lnTo>
                  <a:pt x="1333748" y="3533"/>
                </a:lnTo>
                <a:lnTo>
                  <a:pt x="1333748" y="2564758"/>
                </a:lnTo>
                <a:cubicBezTo>
                  <a:pt x="1333748" y="2736818"/>
                  <a:pt x="1194266" y="2876300"/>
                  <a:pt x="1022206" y="2876300"/>
                </a:cubicBezTo>
                <a:cubicBezTo>
                  <a:pt x="850146" y="2876300"/>
                  <a:pt x="710664" y="2736818"/>
                  <a:pt x="710664" y="2564758"/>
                </a:cubicBezTo>
                <a:lnTo>
                  <a:pt x="710664" y="3533"/>
                </a:lnTo>
                <a:close/>
                <a:moveTo>
                  <a:pt x="0" y="0"/>
                </a:moveTo>
                <a:lnTo>
                  <a:pt x="616668" y="0"/>
                </a:lnTo>
                <a:lnTo>
                  <a:pt x="616668" y="2146106"/>
                </a:lnTo>
                <a:cubicBezTo>
                  <a:pt x="616668" y="2316394"/>
                  <a:pt x="478622" y="2454440"/>
                  <a:pt x="308334" y="2454440"/>
                </a:cubicBezTo>
                <a:cubicBezTo>
                  <a:pt x="138046" y="2454440"/>
                  <a:pt x="0" y="2316394"/>
                  <a:pt x="0" y="2146106"/>
                </a:cubicBezTo>
                <a:close/>
              </a:path>
            </a:pathLst>
          </a:custGeom>
          <a:solidFill>
            <a:schemeClr val="tx1">
              <a:lumMod val="95000"/>
              <a:lumOff val="5000"/>
            </a:schemeClr>
          </a:solidFill>
        </p:spPr>
        <p:txBody>
          <a:bodyPr wrap="square">
            <a:noAutofit/>
          </a:bodyPr>
          <a:lstStyle>
            <a:lvl1pPr marL="0" indent="0">
              <a:buNone/>
              <a:defRPr/>
            </a:lvl1pPr>
          </a:lstStyle>
          <a:p>
            <a:r>
              <a:rPr lang="en-US" dirty="0"/>
              <a:t> </a:t>
            </a:r>
            <a:endParaRPr lang="ru-RU" dirty="0"/>
          </a:p>
        </p:txBody>
      </p:sp>
    </p:spTree>
    <p:extLst>
      <p:ext uri="{BB962C8B-B14F-4D97-AF65-F5344CB8AC3E}">
        <p14:creationId xmlns:p14="http://schemas.microsoft.com/office/powerpoint/2010/main" val="296328845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0_Пользовательский макет">
    <p:spTree>
      <p:nvGrpSpPr>
        <p:cNvPr id="1" name=""/>
        <p:cNvGrpSpPr/>
        <p:nvPr/>
      </p:nvGrpSpPr>
      <p:grpSpPr>
        <a:xfrm>
          <a:off x="0" y="0"/>
          <a:ext cx="0" cy="0"/>
          <a:chOff x="0" y="0"/>
          <a:chExt cx="0" cy="0"/>
        </a:xfrm>
      </p:grpSpPr>
      <p:sp>
        <p:nvSpPr>
          <p:cNvPr id="13" name="Рисунок 12"/>
          <p:cNvSpPr>
            <a:spLocks noGrp="1"/>
          </p:cNvSpPr>
          <p:nvPr>
            <p:ph type="pic" sz="quarter" idx="13" hasCustomPrompt="1"/>
          </p:nvPr>
        </p:nvSpPr>
        <p:spPr>
          <a:xfrm rot="1800000">
            <a:off x="643815" y="-1342922"/>
            <a:ext cx="3657208" cy="6398559"/>
          </a:xfrm>
          <a:custGeom>
            <a:avLst/>
            <a:gdLst>
              <a:gd name="connsiteX0" fmla="*/ 705262 w 2742906"/>
              <a:gd name="connsiteY0" fmla="*/ 1176435 h 4798919"/>
              <a:gd name="connsiteX1" fmla="*/ 1327034 w 2742906"/>
              <a:gd name="connsiteY1" fmla="*/ 817455 h 4798919"/>
              <a:gd name="connsiteX2" fmla="*/ 1327034 w 2742906"/>
              <a:gd name="connsiteY2" fmla="*/ 3950811 h 4798919"/>
              <a:gd name="connsiteX3" fmla="*/ 1016148 w 2742906"/>
              <a:gd name="connsiteY3" fmla="*/ 4261697 h 4798919"/>
              <a:gd name="connsiteX4" fmla="*/ 705262 w 2742906"/>
              <a:gd name="connsiteY4" fmla="*/ 3950811 h 4798919"/>
              <a:gd name="connsiteX5" fmla="*/ 0 w 2742906"/>
              <a:gd name="connsiteY5" fmla="*/ 1583618 h 4798919"/>
              <a:gd name="connsiteX6" fmla="*/ 526062 w 2742906"/>
              <a:gd name="connsiteY6" fmla="*/ 1279896 h 4798919"/>
              <a:gd name="connsiteX7" fmla="*/ 530716 w 2742906"/>
              <a:gd name="connsiteY7" fmla="*/ 1283735 h 4798919"/>
              <a:gd name="connsiteX8" fmla="*/ 621772 w 2742906"/>
              <a:gd name="connsiteY8" fmla="*/ 1503565 h 4798919"/>
              <a:gd name="connsiteX9" fmla="*/ 621772 w 2742906"/>
              <a:gd name="connsiteY9" fmla="*/ 4737733 h 4798919"/>
              <a:gd name="connsiteX10" fmla="*/ 615604 w 2742906"/>
              <a:gd name="connsiteY10" fmla="*/ 4798919 h 4798919"/>
              <a:gd name="connsiteX11" fmla="*/ 0 w 2742906"/>
              <a:gd name="connsiteY11" fmla="*/ 3732661 h 4798919"/>
              <a:gd name="connsiteX12" fmla="*/ 1409643 w 2742906"/>
              <a:gd name="connsiteY12" fmla="*/ 769760 h 4798919"/>
              <a:gd name="connsiteX13" fmla="*/ 2031415 w 2742906"/>
              <a:gd name="connsiteY13" fmla="*/ 410780 h 4798919"/>
              <a:gd name="connsiteX14" fmla="*/ 2031415 w 2742906"/>
              <a:gd name="connsiteY14" fmla="*/ 3314442 h 4798919"/>
              <a:gd name="connsiteX15" fmla="*/ 1720529 w 2742906"/>
              <a:gd name="connsiteY15" fmla="*/ 3625328 h 4798919"/>
              <a:gd name="connsiteX16" fmla="*/ 1409643 w 2742906"/>
              <a:gd name="connsiteY16" fmla="*/ 3314442 h 4798919"/>
              <a:gd name="connsiteX17" fmla="*/ 2742906 w 2742906"/>
              <a:gd name="connsiteY17" fmla="*/ 0 h 4798919"/>
              <a:gd name="connsiteX18" fmla="*/ 2742906 w 2742906"/>
              <a:gd name="connsiteY18" fmla="*/ 2451681 h 4798919"/>
              <a:gd name="connsiteX19" fmla="*/ 2432020 w 2742906"/>
              <a:gd name="connsiteY19" fmla="*/ 2762567 h 4798919"/>
              <a:gd name="connsiteX20" fmla="*/ 2121134 w 2742906"/>
              <a:gd name="connsiteY20" fmla="*/ 2451681 h 4798919"/>
              <a:gd name="connsiteX21" fmla="*/ 2121134 w 2742906"/>
              <a:gd name="connsiteY21" fmla="*/ 358981 h 479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42906" h="4798919">
                <a:moveTo>
                  <a:pt x="705262" y="1176435"/>
                </a:moveTo>
                <a:lnTo>
                  <a:pt x="1327034" y="817455"/>
                </a:lnTo>
                <a:lnTo>
                  <a:pt x="1327034" y="3950811"/>
                </a:lnTo>
                <a:cubicBezTo>
                  <a:pt x="1327034" y="4122509"/>
                  <a:pt x="1187846" y="4261697"/>
                  <a:pt x="1016148" y="4261697"/>
                </a:cubicBezTo>
                <a:cubicBezTo>
                  <a:pt x="844450" y="4261697"/>
                  <a:pt x="705262" y="4122509"/>
                  <a:pt x="705262" y="3950811"/>
                </a:cubicBezTo>
                <a:close/>
                <a:moveTo>
                  <a:pt x="0" y="1583618"/>
                </a:moveTo>
                <a:lnTo>
                  <a:pt x="526062" y="1279896"/>
                </a:lnTo>
                <a:lnTo>
                  <a:pt x="530716" y="1283735"/>
                </a:lnTo>
                <a:cubicBezTo>
                  <a:pt x="586975" y="1339995"/>
                  <a:pt x="621772" y="1417716"/>
                  <a:pt x="621772" y="1503565"/>
                </a:cubicBezTo>
                <a:lnTo>
                  <a:pt x="621772" y="4737733"/>
                </a:lnTo>
                <a:lnTo>
                  <a:pt x="615604" y="4798919"/>
                </a:lnTo>
                <a:lnTo>
                  <a:pt x="0" y="3732661"/>
                </a:lnTo>
                <a:close/>
                <a:moveTo>
                  <a:pt x="1409643" y="769760"/>
                </a:moveTo>
                <a:lnTo>
                  <a:pt x="2031415" y="410780"/>
                </a:lnTo>
                <a:lnTo>
                  <a:pt x="2031415" y="3314442"/>
                </a:lnTo>
                <a:cubicBezTo>
                  <a:pt x="2031415" y="3486140"/>
                  <a:pt x="1892227" y="3625328"/>
                  <a:pt x="1720529" y="3625328"/>
                </a:cubicBezTo>
                <a:cubicBezTo>
                  <a:pt x="1548831" y="3625328"/>
                  <a:pt x="1409643" y="3486140"/>
                  <a:pt x="1409643" y="3314442"/>
                </a:cubicBezTo>
                <a:close/>
                <a:moveTo>
                  <a:pt x="2742906" y="0"/>
                </a:moveTo>
                <a:lnTo>
                  <a:pt x="2742906" y="2451681"/>
                </a:lnTo>
                <a:cubicBezTo>
                  <a:pt x="2742906" y="2623379"/>
                  <a:pt x="2603718" y="2762567"/>
                  <a:pt x="2432020" y="2762567"/>
                </a:cubicBezTo>
                <a:cubicBezTo>
                  <a:pt x="2260322" y="2762567"/>
                  <a:pt x="2121134" y="2623379"/>
                  <a:pt x="2121134" y="2451681"/>
                </a:cubicBezTo>
                <a:lnTo>
                  <a:pt x="2121134" y="358981"/>
                </a:lnTo>
                <a:close/>
              </a:path>
            </a:pathLst>
          </a:custGeom>
          <a:solidFill>
            <a:schemeClr val="tx1">
              <a:lumMod val="95000"/>
              <a:lumOff val="5000"/>
            </a:schemeClr>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211447457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1_Пользовательский макет">
    <p:spTree>
      <p:nvGrpSpPr>
        <p:cNvPr id="1" name=""/>
        <p:cNvGrpSpPr/>
        <p:nvPr/>
      </p:nvGrpSpPr>
      <p:grpSpPr>
        <a:xfrm>
          <a:off x="0" y="0"/>
          <a:ext cx="0" cy="0"/>
          <a:chOff x="0" y="0"/>
          <a:chExt cx="0" cy="0"/>
        </a:xfrm>
      </p:grpSpPr>
      <p:sp>
        <p:nvSpPr>
          <p:cNvPr id="7" name="Рисунок 6"/>
          <p:cNvSpPr>
            <a:spLocks noGrp="1"/>
          </p:cNvSpPr>
          <p:nvPr>
            <p:ph type="pic" sz="quarter" idx="11" hasCustomPrompt="1"/>
          </p:nvPr>
        </p:nvSpPr>
        <p:spPr>
          <a:xfrm>
            <a:off x="1013861" y="0"/>
            <a:ext cx="4953804" cy="6858000"/>
          </a:xfrm>
          <a:custGeom>
            <a:avLst/>
            <a:gdLst>
              <a:gd name="connsiteX0" fmla="*/ 3474531 w 3715353"/>
              <a:gd name="connsiteY0" fmla="*/ 0 h 5143500"/>
              <a:gd name="connsiteX1" fmla="*/ 3715353 w 3715353"/>
              <a:gd name="connsiteY1" fmla="*/ 0 h 5143500"/>
              <a:gd name="connsiteX2" fmla="*/ 2271753 w 3715353"/>
              <a:gd name="connsiteY2" fmla="*/ 5143500 h 5143500"/>
              <a:gd name="connsiteX3" fmla="*/ 2030931 w 3715353"/>
              <a:gd name="connsiteY3" fmla="*/ 5143500 h 5143500"/>
              <a:gd name="connsiteX4" fmla="*/ 1416176 w 3715353"/>
              <a:gd name="connsiteY4" fmla="*/ 0 h 5143500"/>
              <a:gd name="connsiteX5" fmla="*/ 3239269 w 3715353"/>
              <a:gd name="connsiteY5" fmla="*/ 0 h 5143500"/>
              <a:gd name="connsiteX6" fmla="*/ 1823093 w 3715353"/>
              <a:gd name="connsiteY6" fmla="*/ 5143500 h 5143500"/>
              <a:gd name="connsiteX7" fmla="*/ 0 w 3715353"/>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5353" h="5143500">
                <a:moveTo>
                  <a:pt x="3474531" y="0"/>
                </a:moveTo>
                <a:lnTo>
                  <a:pt x="3715353" y="0"/>
                </a:lnTo>
                <a:lnTo>
                  <a:pt x="2271753" y="5143500"/>
                </a:lnTo>
                <a:lnTo>
                  <a:pt x="2030931" y="5143500"/>
                </a:lnTo>
                <a:close/>
                <a:moveTo>
                  <a:pt x="1416176" y="0"/>
                </a:moveTo>
                <a:lnTo>
                  <a:pt x="3239269" y="0"/>
                </a:lnTo>
                <a:lnTo>
                  <a:pt x="1823093" y="5143500"/>
                </a:lnTo>
                <a:lnTo>
                  <a:pt x="0" y="5143500"/>
                </a:lnTo>
                <a:close/>
              </a:path>
            </a:pathLst>
          </a:custGeom>
          <a:solidFill>
            <a:schemeClr val="tx1">
              <a:lumMod val="95000"/>
              <a:lumOff val="5000"/>
            </a:schemeClr>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386698517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2_Пользовательский макет">
    <p:spTree>
      <p:nvGrpSpPr>
        <p:cNvPr id="1" name=""/>
        <p:cNvGrpSpPr/>
        <p:nvPr/>
      </p:nvGrpSpPr>
      <p:grpSpPr>
        <a:xfrm>
          <a:off x="0" y="0"/>
          <a:ext cx="0" cy="0"/>
          <a:chOff x="0" y="0"/>
          <a:chExt cx="0" cy="0"/>
        </a:xfrm>
      </p:grpSpPr>
      <p:sp>
        <p:nvSpPr>
          <p:cNvPr id="13" name="Рисунок 12"/>
          <p:cNvSpPr>
            <a:spLocks noGrp="1"/>
          </p:cNvSpPr>
          <p:nvPr>
            <p:ph type="pic" sz="quarter" idx="17" hasCustomPrompt="1"/>
          </p:nvPr>
        </p:nvSpPr>
        <p:spPr>
          <a:xfrm>
            <a:off x="935987" y="1137718"/>
            <a:ext cx="4623285" cy="5087085"/>
          </a:xfrm>
          <a:custGeom>
            <a:avLst/>
            <a:gdLst>
              <a:gd name="connsiteX0" fmla="*/ 125564 w 3467464"/>
              <a:gd name="connsiteY0" fmla="*/ 3079383 h 3815314"/>
              <a:gd name="connsiteX1" fmla="*/ 251128 w 3467464"/>
              <a:gd name="connsiteY1" fmla="*/ 3204862 h 3815314"/>
              <a:gd name="connsiteX2" fmla="*/ 125564 w 3467464"/>
              <a:gd name="connsiteY2" fmla="*/ 3330341 h 3815314"/>
              <a:gd name="connsiteX3" fmla="*/ 0 w 3467464"/>
              <a:gd name="connsiteY3" fmla="*/ 3204862 h 3815314"/>
              <a:gd name="connsiteX4" fmla="*/ 125564 w 3467464"/>
              <a:gd name="connsiteY4" fmla="*/ 3079383 h 3815314"/>
              <a:gd name="connsiteX5" fmla="*/ 1558907 w 3467464"/>
              <a:gd name="connsiteY5" fmla="*/ 2845368 h 3815314"/>
              <a:gd name="connsiteX6" fmla="*/ 2044208 w 3467464"/>
              <a:gd name="connsiteY6" fmla="*/ 3330341 h 3815314"/>
              <a:gd name="connsiteX7" fmla="*/ 1558907 w 3467464"/>
              <a:gd name="connsiteY7" fmla="*/ 3815314 h 3815314"/>
              <a:gd name="connsiteX8" fmla="*/ 1073606 w 3467464"/>
              <a:gd name="connsiteY8" fmla="*/ 3330341 h 3815314"/>
              <a:gd name="connsiteX9" fmla="*/ 1558907 w 3467464"/>
              <a:gd name="connsiteY9" fmla="*/ 2845368 h 3815314"/>
              <a:gd name="connsiteX10" fmla="*/ 582873 w 3467464"/>
              <a:gd name="connsiteY10" fmla="*/ 2507200 h 3815314"/>
              <a:gd name="connsiteX11" fmla="*/ 736987 w 3467464"/>
              <a:gd name="connsiteY11" fmla="*/ 2661210 h 3815314"/>
              <a:gd name="connsiteX12" fmla="*/ 582873 w 3467464"/>
              <a:gd name="connsiteY12" fmla="*/ 2815220 h 3815314"/>
              <a:gd name="connsiteX13" fmla="*/ 428759 w 3467464"/>
              <a:gd name="connsiteY13" fmla="*/ 2661210 h 3815314"/>
              <a:gd name="connsiteX14" fmla="*/ 582873 w 3467464"/>
              <a:gd name="connsiteY14" fmla="*/ 2507200 h 3815314"/>
              <a:gd name="connsiteX15" fmla="*/ 2207847 w 3467464"/>
              <a:gd name="connsiteY15" fmla="*/ 2438752 h 3815314"/>
              <a:gd name="connsiteX16" fmla="*/ 2371487 w 3467464"/>
              <a:gd name="connsiteY16" fmla="*/ 2602281 h 3815314"/>
              <a:gd name="connsiteX17" fmla="*/ 2207847 w 3467464"/>
              <a:gd name="connsiteY17" fmla="*/ 2765810 h 3815314"/>
              <a:gd name="connsiteX18" fmla="*/ 2044207 w 3467464"/>
              <a:gd name="connsiteY18" fmla="*/ 2602281 h 3815314"/>
              <a:gd name="connsiteX19" fmla="*/ 2207847 w 3467464"/>
              <a:gd name="connsiteY19" fmla="*/ 2438752 h 3815314"/>
              <a:gd name="connsiteX20" fmla="*/ 3055064 w 3467464"/>
              <a:gd name="connsiteY20" fmla="*/ 2040707 h 3815314"/>
              <a:gd name="connsiteX21" fmla="*/ 3369701 w 3467464"/>
              <a:gd name="connsiteY21" fmla="*/ 2355132 h 3815314"/>
              <a:gd name="connsiteX22" fmla="*/ 3055064 w 3467464"/>
              <a:gd name="connsiteY22" fmla="*/ 2669557 h 3815314"/>
              <a:gd name="connsiteX23" fmla="*/ 2740427 w 3467464"/>
              <a:gd name="connsiteY23" fmla="*/ 2355132 h 3815314"/>
              <a:gd name="connsiteX24" fmla="*/ 3055064 w 3467464"/>
              <a:gd name="connsiteY24" fmla="*/ 2040707 h 3815314"/>
              <a:gd name="connsiteX25" fmla="*/ 187455 w 3467464"/>
              <a:gd name="connsiteY25" fmla="*/ 2040707 h 3815314"/>
              <a:gd name="connsiteX26" fmla="*/ 312822 w 3467464"/>
              <a:gd name="connsiteY26" fmla="*/ 2165990 h 3815314"/>
              <a:gd name="connsiteX27" fmla="*/ 187455 w 3467464"/>
              <a:gd name="connsiteY27" fmla="*/ 2291273 h 3815314"/>
              <a:gd name="connsiteX28" fmla="*/ 62088 w 3467464"/>
              <a:gd name="connsiteY28" fmla="*/ 2165990 h 3815314"/>
              <a:gd name="connsiteX29" fmla="*/ 187455 w 3467464"/>
              <a:gd name="connsiteY29" fmla="*/ 2040707 h 3815314"/>
              <a:gd name="connsiteX30" fmla="*/ 3222657 w 3467464"/>
              <a:gd name="connsiteY30" fmla="*/ 239179 h 3815314"/>
              <a:gd name="connsiteX31" fmla="*/ 3467464 w 3467464"/>
              <a:gd name="connsiteY31" fmla="*/ 483821 h 3815314"/>
              <a:gd name="connsiteX32" fmla="*/ 3222657 w 3467464"/>
              <a:gd name="connsiteY32" fmla="*/ 728463 h 3815314"/>
              <a:gd name="connsiteX33" fmla="*/ 2977850 w 3467464"/>
              <a:gd name="connsiteY33" fmla="*/ 483821 h 3815314"/>
              <a:gd name="connsiteX34" fmla="*/ 3222657 w 3467464"/>
              <a:gd name="connsiteY34" fmla="*/ 239179 h 3815314"/>
              <a:gd name="connsiteX35" fmla="*/ 1364926 w 3467464"/>
              <a:gd name="connsiteY35" fmla="*/ 0 h 3815314"/>
              <a:gd name="connsiteX36" fmla="*/ 2604288 w 3467464"/>
              <a:gd name="connsiteY36" fmla="*/ 1238526 h 3815314"/>
              <a:gd name="connsiteX37" fmla="*/ 1364926 w 3467464"/>
              <a:gd name="connsiteY37" fmla="*/ 2477052 h 3815314"/>
              <a:gd name="connsiteX38" fmla="*/ 125564 w 3467464"/>
              <a:gd name="connsiteY38" fmla="*/ 1238526 h 3815314"/>
              <a:gd name="connsiteX39" fmla="*/ 1364926 w 3467464"/>
              <a:gd name="connsiteY39" fmla="*/ 0 h 381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467464" h="3815314">
                <a:moveTo>
                  <a:pt x="125564" y="3079383"/>
                </a:moveTo>
                <a:cubicBezTo>
                  <a:pt x="194911" y="3079383"/>
                  <a:pt x="251128" y="3135562"/>
                  <a:pt x="251128" y="3204862"/>
                </a:cubicBezTo>
                <a:cubicBezTo>
                  <a:pt x="251128" y="3274162"/>
                  <a:pt x="194911" y="3330341"/>
                  <a:pt x="125564" y="3330341"/>
                </a:cubicBezTo>
                <a:cubicBezTo>
                  <a:pt x="56217" y="3330341"/>
                  <a:pt x="0" y="3274162"/>
                  <a:pt x="0" y="3204862"/>
                </a:cubicBezTo>
                <a:cubicBezTo>
                  <a:pt x="0" y="3135562"/>
                  <a:pt x="56217" y="3079383"/>
                  <a:pt x="125564" y="3079383"/>
                </a:cubicBezTo>
                <a:close/>
                <a:moveTo>
                  <a:pt x="1558907" y="2845368"/>
                </a:moveTo>
                <a:cubicBezTo>
                  <a:pt x="1826931" y="2845368"/>
                  <a:pt x="2044208" y="3062498"/>
                  <a:pt x="2044208" y="3330341"/>
                </a:cubicBezTo>
                <a:cubicBezTo>
                  <a:pt x="2044208" y="3598184"/>
                  <a:pt x="1826931" y="3815314"/>
                  <a:pt x="1558907" y="3815314"/>
                </a:cubicBezTo>
                <a:cubicBezTo>
                  <a:pt x="1290883" y="3815314"/>
                  <a:pt x="1073606" y="3598184"/>
                  <a:pt x="1073606" y="3330341"/>
                </a:cubicBezTo>
                <a:cubicBezTo>
                  <a:pt x="1073606" y="3062498"/>
                  <a:pt x="1290883" y="2845368"/>
                  <a:pt x="1558907" y="2845368"/>
                </a:cubicBezTo>
                <a:close/>
                <a:moveTo>
                  <a:pt x="582873" y="2507200"/>
                </a:moveTo>
                <a:cubicBezTo>
                  <a:pt x="667988" y="2507200"/>
                  <a:pt x="736987" y="2576153"/>
                  <a:pt x="736987" y="2661210"/>
                </a:cubicBezTo>
                <a:cubicBezTo>
                  <a:pt x="736987" y="2746267"/>
                  <a:pt x="667988" y="2815220"/>
                  <a:pt x="582873" y="2815220"/>
                </a:cubicBezTo>
                <a:cubicBezTo>
                  <a:pt x="497758" y="2815220"/>
                  <a:pt x="428759" y="2746267"/>
                  <a:pt x="428759" y="2661210"/>
                </a:cubicBezTo>
                <a:cubicBezTo>
                  <a:pt x="428759" y="2576153"/>
                  <a:pt x="497758" y="2507200"/>
                  <a:pt x="582873" y="2507200"/>
                </a:cubicBezTo>
                <a:close/>
                <a:moveTo>
                  <a:pt x="2207847" y="2438752"/>
                </a:moveTo>
                <a:cubicBezTo>
                  <a:pt x="2298223" y="2438752"/>
                  <a:pt x="2371487" y="2511966"/>
                  <a:pt x="2371487" y="2602281"/>
                </a:cubicBezTo>
                <a:cubicBezTo>
                  <a:pt x="2371487" y="2692596"/>
                  <a:pt x="2298223" y="2765810"/>
                  <a:pt x="2207847" y="2765810"/>
                </a:cubicBezTo>
                <a:cubicBezTo>
                  <a:pt x="2117471" y="2765810"/>
                  <a:pt x="2044207" y="2692596"/>
                  <a:pt x="2044207" y="2602281"/>
                </a:cubicBezTo>
                <a:cubicBezTo>
                  <a:pt x="2044207" y="2511966"/>
                  <a:pt x="2117471" y="2438752"/>
                  <a:pt x="2207847" y="2438752"/>
                </a:cubicBezTo>
                <a:close/>
                <a:moveTo>
                  <a:pt x="3055064" y="2040707"/>
                </a:moveTo>
                <a:cubicBezTo>
                  <a:pt x="3228833" y="2040707"/>
                  <a:pt x="3369701" y="2181480"/>
                  <a:pt x="3369701" y="2355132"/>
                </a:cubicBezTo>
                <a:cubicBezTo>
                  <a:pt x="3369701" y="2528784"/>
                  <a:pt x="3228833" y="2669557"/>
                  <a:pt x="3055064" y="2669557"/>
                </a:cubicBezTo>
                <a:cubicBezTo>
                  <a:pt x="2881295" y="2669557"/>
                  <a:pt x="2740427" y="2528784"/>
                  <a:pt x="2740427" y="2355132"/>
                </a:cubicBezTo>
                <a:cubicBezTo>
                  <a:pt x="2740427" y="2181480"/>
                  <a:pt x="2881295" y="2040707"/>
                  <a:pt x="3055064" y="2040707"/>
                </a:cubicBezTo>
                <a:close/>
                <a:moveTo>
                  <a:pt x="187455" y="2040707"/>
                </a:moveTo>
                <a:cubicBezTo>
                  <a:pt x="256693" y="2040707"/>
                  <a:pt x="312822" y="2096798"/>
                  <a:pt x="312822" y="2165990"/>
                </a:cubicBezTo>
                <a:cubicBezTo>
                  <a:pt x="312822" y="2235182"/>
                  <a:pt x="256693" y="2291273"/>
                  <a:pt x="187455" y="2291273"/>
                </a:cubicBezTo>
                <a:cubicBezTo>
                  <a:pt x="118217" y="2291273"/>
                  <a:pt x="62088" y="2235182"/>
                  <a:pt x="62088" y="2165990"/>
                </a:cubicBezTo>
                <a:cubicBezTo>
                  <a:pt x="62088" y="2096798"/>
                  <a:pt x="118217" y="2040707"/>
                  <a:pt x="187455" y="2040707"/>
                </a:cubicBezTo>
                <a:close/>
                <a:moveTo>
                  <a:pt x="3222657" y="239179"/>
                </a:moveTo>
                <a:cubicBezTo>
                  <a:pt x="3357860" y="239179"/>
                  <a:pt x="3467464" y="348709"/>
                  <a:pt x="3467464" y="483821"/>
                </a:cubicBezTo>
                <a:cubicBezTo>
                  <a:pt x="3467464" y="618933"/>
                  <a:pt x="3357860" y="728463"/>
                  <a:pt x="3222657" y="728463"/>
                </a:cubicBezTo>
                <a:cubicBezTo>
                  <a:pt x="3087454" y="728463"/>
                  <a:pt x="2977850" y="618933"/>
                  <a:pt x="2977850" y="483821"/>
                </a:cubicBezTo>
                <a:cubicBezTo>
                  <a:pt x="2977850" y="348709"/>
                  <a:pt x="3087454" y="239179"/>
                  <a:pt x="3222657" y="239179"/>
                </a:cubicBezTo>
                <a:close/>
                <a:moveTo>
                  <a:pt x="1364926" y="0"/>
                </a:moveTo>
                <a:cubicBezTo>
                  <a:pt x="2049407" y="0"/>
                  <a:pt x="2604288" y="554507"/>
                  <a:pt x="2604288" y="1238526"/>
                </a:cubicBezTo>
                <a:cubicBezTo>
                  <a:pt x="2604288" y="1922545"/>
                  <a:pt x="2049407" y="2477052"/>
                  <a:pt x="1364926" y="2477052"/>
                </a:cubicBezTo>
                <a:cubicBezTo>
                  <a:pt x="680445" y="2477052"/>
                  <a:pt x="125564" y="1922545"/>
                  <a:pt x="125564" y="1238526"/>
                </a:cubicBezTo>
                <a:cubicBezTo>
                  <a:pt x="125564" y="554507"/>
                  <a:pt x="680445" y="0"/>
                  <a:pt x="1364926" y="0"/>
                </a:cubicBezTo>
                <a:close/>
              </a:path>
            </a:pathLst>
          </a:custGeom>
          <a:solidFill>
            <a:schemeClr val="tx1">
              <a:lumMod val="95000"/>
              <a:lumOff val="5000"/>
            </a:schemeClr>
          </a:solidFill>
          <a:effectLst>
            <a:outerShdw blurRad="114300" dist="38100" dir="5400000" algn="l" rotWithShape="0">
              <a:prstClr val="black">
                <a:alpha val="18000"/>
              </a:prstClr>
            </a:outerShdw>
          </a:effectLst>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381370636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3_Пользовательский макет">
    <p:spTree>
      <p:nvGrpSpPr>
        <p:cNvPr id="1" name=""/>
        <p:cNvGrpSpPr/>
        <p:nvPr/>
      </p:nvGrpSpPr>
      <p:grpSpPr>
        <a:xfrm>
          <a:off x="0" y="0"/>
          <a:ext cx="0" cy="0"/>
          <a:chOff x="0" y="0"/>
          <a:chExt cx="0" cy="0"/>
        </a:xfrm>
      </p:grpSpPr>
      <p:sp>
        <p:nvSpPr>
          <p:cNvPr id="13" name="Рисунок 12"/>
          <p:cNvSpPr>
            <a:spLocks noGrp="1"/>
          </p:cNvSpPr>
          <p:nvPr>
            <p:ph type="pic" sz="quarter" idx="15" hasCustomPrompt="1"/>
          </p:nvPr>
        </p:nvSpPr>
        <p:spPr>
          <a:xfrm>
            <a:off x="783167" y="685801"/>
            <a:ext cx="3964160" cy="5650399"/>
          </a:xfrm>
          <a:custGeom>
            <a:avLst/>
            <a:gdLst>
              <a:gd name="connsiteX0" fmla="*/ 2437431 w 2973120"/>
              <a:gd name="connsiteY0" fmla="*/ 3181033 h 4237799"/>
              <a:gd name="connsiteX1" fmla="*/ 2822687 w 2973120"/>
              <a:gd name="connsiteY1" fmla="*/ 3181033 h 4237799"/>
              <a:gd name="connsiteX2" fmla="*/ 2822687 w 2973120"/>
              <a:gd name="connsiteY2" fmla="*/ 3566762 h 4237799"/>
              <a:gd name="connsiteX3" fmla="*/ 2437431 w 2973120"/>
              <a:gd name="connsiteY3" fmla="*/ 3566762 h 4237799"/>
              <a:gd name="connsiteX4" fmla="*/ 877503 w 2973120"/>
              <a:gd name="connsiteY4" fmla="*/ 3165106 h 4237799"/>
              <a:gd name="connsiteX5" fmla="*/ 1948882 w 2973120"/>
              <a:gd name="connsiteY5" fmla="*/ 3165106 h 4237799"/>
              <a:gd name="connsiteX6" fmla="*/ 1948882 w 2973120"/>
              <a:gd name="connsiteY6" fmla="*/ 4237799 h 4237799"/>
              <a:gd name="connsiteX7" fmla="*/ 877503 w 2973120"/>
              <a:gd name="connsiteY7" fmla="*/ 4237799 h 4237799"/>
              <a:gd name="connsiteX8" fmla="*/ 1562501 w 2973120"/>
              <a:gd name="connsiteY8" fmla="*/ 2391877 h 4237799"/>
              <a:gd name="connsiteX9" fmla="*/ 2089318 w 2973120"/>
              <a:gd name="connsiteY9" fmla="*/ 2391877 h 4237799"/>
              <a:gd name="connsiteX10" fmla="*/ 2089318 w 2973120"/>
              <a:gd name="connsiteY10" fmla="*/ 2919340 h 4237799"/>
              <a:gd name="connsiteX11" fmla="*/ 1562501 w 2973120"/>
              <a:gd name="connsiteY11" fmla="*/ 2919340 h 4237799"/>
              <a:gd name="connsiteX12" fmla="*/ 0 w 2973120"/>
              <a:gd name="connsiteY12" fmla="*/ 1681211 h 4237799"/>
              <a:gd name="connsiteX13" fmla="*/ 1236612 w 2973120"/>
              <a:gd name="connsiteY13" fmla="*/ 1681211 h 4237799"/>
              <a:gd name="connsiteX14" fmla="*/ 1236612 w 2973120"/>
              <a:gd name="connsiteY14" fmla="*/ 2919340 h 4237799"/>
              <a:gd name="connsiteX15" fmla="*/ 0 w 2973120"/>
              <a:gd name="connsiteY15" fmla="*/ 2919340 h 4237799"/>
              <a:gd name="connsiteX16" fmla="*/ 1596190 w 2973120"/>
              <a:gd name="connsiteY16" fmla="*/ 691413 h 4237799"/>
              <a:gd name="connsiteX17" fmla="*/ 2973120 w 2973120"/>
              <a:gd name="connsiteY17" fmla="*/ 691413 h 4237799"/>
              <a:gd name="connsiteX18" fmla="*/ 2973120 w 2973120"/>
              <a:gd name="connsiteY18" fmla="*/ 2070032 h 4237799"/>
              <a:gd name="connsiteX19" fmla="*/ 1596190 w 2973120"/>
              <a:gd name="connsiteY19" fmla="*/ 2070032 h 4237799"/>
              <a:gd name="connsiteX20" fmla="*/ 0 w 2973120"/>
              <a:gd name="connsiteY20" fmla="*/ 0 h 4237799"/>
              <a:gd name="connsiteX21" fmla="*/ 1293813 w 2973120"/>
              <a:gd name="connsiteY21" fmla="*/ 0 h 4237799"/>
              <a:gd name="connsiteX22" fmla="*/ 1293813 w 2973120"/>
              <a:gd name="connsiteY22" fmla="*/ 1295400 h 4237799"/>
              <a:gd name="connsiteX23" fmla="*/ 0 w 2973120"/>
              <a:gd name="connsiteY23" fmla="*/ 1295400 h 423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3120" h="4237799">
                <a:moveTo>
                  <a:pt x="2437431" y="3181033"/>
                </a:moveTo>
                <a:lnTo>
                  <a:pt x="2822687" y="3181033"/>
                </a:lnTo>
                <a:lnTo>
                  <a:pt x="2822687" y="3566762"/>
                </a:lnTo>
                <a:lnTo>
                  <a:pt x="2437431" y="3566762"/>
                </a:lnTo>
                <a:close/>
                <a:moveTo>
                  <a:pt x="877503" y="3165106"/>
                </a:moveTo>
                <a:lnTo>
                  <a:pt x="1948882" y="3165106"/>
                </a:lnTo>
                <a:lnTo>
                  <a:pt x="1948882" y="4237799"/>
                </a:lnTo>
                <a:lnTo>
                  <a:pt x="877503" y="4237799"/>
                </a:lnTo>
                <a:close/>
                <a:moveTo>
                  <a:pt x="1562501" y="2391877"/>
                </a:moveTo>
                <a:lnTo>
                  <a:pt x="2089318" y="2391877"/>
                </a:lnTo>
                <a:lnTo>
                  <a:pt x="2089318" y="2919340"/>
                </a:lnTo>
                <a:lnTo>
                  <a:pt x="1562501" y="2919340"/>
                </a:lnTo>
                <a:close/>
                <a:moveTo>
                  <a:pt x="0" y="1681211"/>
                </a:moveTo>
                <a:lnTo>
                  <a:pt x="1236612" y="1681211"/>
                </a:lnTo>
                <a:lnTo>
                  <a:pt x="1236612" y="2919340"/>
                </a:lnTo>
                <a:lnTo>
                  <a:pt x="0" y="2919340"/>
                </a:lnTo>
                <a:close/>
                <a:moveTo>
                  <a:pt x="1596190" y="691413"/>
                </a:moveTo>
                <a:lnTo>
                  <a:pt x="2973120" y="691413"/>
                </a:lnTo>
                <a:lnTo>
                  <a:pt x="2973120" y="2070032"/>
                </a:lnTo>
                <a:lnTo>
                  <a:pt x="1596190" y="2070032"/>
                </a:lnTo>
                <a:close/>
                <a:moveTo>
                  <a:pt x="0" y="0"/>
                </a:moveTo>
                <a:lnTo>
                  <a:pt x="1293813" y="0"/>
                </a:lnTo>
                <a:lnTo>
                  <a:pt x="1293813" y="1295400"/>
                </a:lnTo>
                <a:lnTo>
                  <a:pt x="0" y="1295400"/>
                </a:lnTo>
                <a:close/>
              </a:path>
            </a:pathLst>
          </a:custGeom>
          <a:solidFill>
            <a:schemeClr val="tx1">
              <a:lumMod val="95000"/>
              <a:lumOff val="5000"/>
            </a:schemeClr>
          </a:solidFill>
          <a:effectLst>
            <a:outerShdw blurRad="76200" dist="38100" dir="4200000" algn="l" rotWithShape="0">
              <a:prstClr val="black">
                <a:alpha val="0"/>
              </a:prstClr>
            </a:outerShdw>
          </a:effectLst>
        </p:spPr>
        <p:txBody>
          <a:bodyPr wrap="square">
            <a:noAutofit/>
          </a:bodyPr>
          <a:lstStyle>
            <a:lvl1pPr marL="0" indent="0">
              <a:buNone/>
              <a:defRPr/>
            </a:lvl1pPr>
          </a:lstStyle>
          <a:p>
            <a:r>
              <a:rPr lang="en-US" dirty="0"/>
              <a:t> </a:t>
            </a:r>
            <a:endParaRPr lang="ru-RU" dirty="0"/>
          </a:p>
        </p:txBody>
      </p:sp>
    </p:spTree>
    <p:extLst>
      <p:ext uri="{BB962C8B-B14F-4D97-AF65-F5344CB8AC3E}">
        <p14:creationId xmlns:p14="http://schemas.microsoft.com/office/powerpoint/2010/main" val="41623644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4_Пользовательский макет">
    <p:spTree>
      <p:nvGrpSpPr>
        <p:cNvPr id="1" name=""/>
        <p:cNvGrpSpPr/>
        <p:nvPr/>
      </p:nvGrpSpPr>
      <p:grpSpPr>
        <a:xfrm>
          <a:off x="0" y="0"/>
          <a:ext cx="0" cy="0"/>
          <a:chOff x="0" y="0"/>
          <a:chExt cx="0" cy="0"/>
        </a:xfrm>
      </p:grpSpPr>
      <p:sp>
        <p:nvSpPr>
          <p:cNvPr id="9" name="Рисунок 8"/>
          <p:cNvSpPr>
            <a:spLocks noGrp="1"/>
          </p:cNvSpPr>
          <p:nvPr>
            <p:ph type="pic" sz="quarter" idx="10" hasCustomPrompt="1"/>
          </p:nvPr>
        </p:nvSpPr>
        <p:spPr>
          <a:xfrm>
            <a:off x="2" y="1227675"/>
            <a:ext cx="5297988" cy="5630327"/>
          </a:xfrm>
          <a:custGeom>
            <a:avLst/>
            <a:gdLst>
              <a:gd name="connsiteX0" fmla="*/ 2386032 w 3973491"/>
              <a:gd name="connsiteY0" fmla="*/ 3118708 h 4222745"/>
              <a:gd name="connsiteX1" fmla="*/ 2671578 w 3973491"/>
              <a:gd name="connsiteY1" fmla="*/ 3323893 h 4222745"/>
              <a:gd name="connsiteX2" fmla="*/ 2481807 w 3973491"/>
              <a:gd name="connsiteY2" fmla="*/ 3198075 h 4222745"/>
              <a:gd name="connsiteX3" fmla="*/ 2075096 w 3973491"/>
              <a:gd name="connsiteY3" fmla="*/ 2884458 h 4222745"/>
              <a:gd name="connsiteX4" fmla="*/ 2372305 w 3973491"/>
              <a:gd name="connsiteY4" fmla="*/ 3107333 h 4222745"/>
              <a:gd name="connsiteX5" fmla="*/ 2386032 w 3973491"/>
              <a:gd name="connsiteY5" fmla="*/ 3118708 h 4222745"/>
              <a:gd name="connsiteX6" fmla="*/ 2066264 w 3973491"/>
              <a:gd name="connsiteY6" fmla="*/ 2888933 h 4222745"/>
              <a:gd name="connsiteX7" fmla="*/ 2075096 w 3973491"/>
              <a:gd name="connsiteY7" fmla="*/ 2884458 h 4222745"/>
              <a:gd name="connsiteX8" fmla="*/ 3298798 w 3973491"/>
              <a:gd name="connsiteY8" fmla="*/ 787726 h 4222745"/>
              <a:gd name="connsiteX9" fmla="*/ 3279079 w 3973491"/>
              <a:gd name="connsiteY9" fmla="*/ 806746 h 4222745"/>
              <a:gd name="connsiteX10" fmla="*/ 3010051 w 3973491"/>
              <a:gd name="connsiteY10" fmla="*/ 1043420 h 4222745"/>
              <a:gd name="connsiteX11" fmla="*/ 3538140 w 3973491"/>
              <a:gd name="connsiteY11" fmla="*/ 569490 h 4222745"/>
              <a:gd name="connsiteX12" fmla="*/ 3544007 w 3973491"/>
              <a:gd name="connsiteY12" fmla="*/ 570586 h 4222745"/>
              <a:gd name="connsiteX13" fmla="*/ 3298798 w 3973491"/>
              <a:gd name="connsiteY13" fmla="*/ 787726 h 4222745"/>
              <a:gd name="connsiteX14" fmla="*/ 3376581 w 3973491"/>
              <a:gd name="connsiteY14" fmla="*/ 712700 h 4222745"/>
              <a:gd name="connsiteX15" fmla="*/ 3538140 w 3973491"/>
              <a:gd name="connsiteY15" fmla="*/ 569490 h 4222745"/>
              <a:gd name="connsiteX16" fmla="*/ 949323 w 3973491"/>
              <a:gd name="connsiteY16" fmla="*/ 26 h 4222745"/>
              <a:gd name="connsiteX17" fmla="*/ 1143413 w 3973491"/>
              <a:gd name="connsiteY17" fmla="*/ 16639 h 4222745"/>
              <a:gd name="connsiteX18" fmla="*/ 1250955 w 3973491"/>
              <a:gd name="connsiteY18" fmla="*/ 43791 h 4222745"/>
              <a:gd name="connsiteX19" fmla="*/ 1250521 w 3973491"/>
              <a:gd name="connsiteY19" fmla="*/ 42610 h 4222745"/>
              <a:gd name="connsiteX20" fmla="*/ 1251564 w 3973491"/>
              <a:gd name="connsiteY20" fmla="*/ 43945 h 4222745"/>
              <a:gd name="connsiteX21" fmla="*/ 1308164 w 3973491"/>
              <a:gd name="connsiteY21" fmla="*/ 58235 h 4222745"/>
              <a:gd name="connsiteX22" fmla="*/ 1597014 w 3973491"/>
              <a:gd name="connsiteY22" fmla="*/ 149265 h 4222745"/>
              <a:gd name="connsiteX23" fmla="*/ 2090962 w 3973491"/>
              <a:gd name="connsiteY23" fmla="*/ 250916 h 4222745"/>
              <a:gd name="connsiteX24" fmla="*/ 2111578 w 3973491"/>
              <a:gd name="connsiteY24" fmla="*/ 257381 h 4222745"/>
              <a:gd name="connsiteX25" fmla="*/ 2101035 w 3973491"/>
              <a:gd name="connsiteY25" fmla="*/ 250940 h 4222745"/>
              <a:gd name="connsiteX26" fmla="*/ 2094972 w 3973491"/>
              <a:gd name="connsiteY26" fmla="*/ 240908 h 4222745"/>
              <a:gd name="connsiteX27" fmla="*/ 2215443 w 3973491"/>
              <a:gd name="connsiteY27" fmla="*/ 289955 h 4222745"/>
              <a:gd name="connsiteX28" fmla="*/ 2223165 w 3973491"/>
              <a:gd name="connsiteY28" fmla="*/ 292377 h 4222745"/>
              <a:gd name="connsiteX29" fmla="*/ 2559027 w 3973491"/>
              <a:gd name="connsiteY29" fmla="*/ 400056 h 4222745"/>
              <a:gd name="connsiteX30" fmla="*/ 2608931 w 3973491"/>
              <a:gd name="connsiteY30" fmla="*/ 440940 h 4222745"/>
              <a:gd name="connsiteX31" fmla="*/ 2669873 w 3973491"/>
              <a:gd name="connsiteY31" fmla="*/ 462665 h 4222745"/>
              <a:gd name="connsiteX32" fmla="*/ 2843275 w 3973491"/>
              <a:gd name="connsiteY32" fmla="*/ 545566 h 4222745"/>
              <a:gd name="connsiteX33" fmla="*/ 2631295 w 3973491"/>
              <a:gd name="connsiteY33" fmla="*/ 459262 h 4222745"/>
              <a:gd name="connsiteX34" fmla="*/ 2637857 w 3973491"/>
              <a:gd name="connsiteY34" fmla="*/ 464638 h 4222745"/>
              <a:gd name="connsiteX35" fmla="*/ 2781304 w 3973491"/>
              <a:gd name="connsiteY35" fmla="*/ 733463 h 4222745"/>
              <a:gd name="connsiteX36" fmla="*/ 2857127 w 3973491"/>
              <a:gd name="connsiteY36" fmla="*/ 1483678 h 4222745"/>
              <a:gd name="connsiteX37" fmla="*/ 3092618 w 3973491"/>
              <a:gd name="connsiteY37" fmla="*/ 1063044 h 4222745"/>
              <a:gd name="connsiteX38" fmla="*/ 3833267 w 3973491"/>
              <a:gd name="connsiteY38" fmla="*/ 1767634 h 4222745"/>
              <a:gd name="connsiteX39" fmla="*/ 3910731 w 3973491"/>
              <a:gd name="connsiteY39" fmla="*/ 2504112 h 4222745"/>
              <a:gd name="connsiteX40" fmla="*/ 3060630 w 3973491"/>
              <a:gd name="connsiteY40" fmla="*/ 3062702 h 4222745"/>
              <a:gd name="connsiteX41" fmla="*/ 2663832 w 3973491"/>
              <a:gd name="connsiteY41" fmla="*/ 2990879 h 4222745"/>
              <a:gd name="connsiteX42" fmla="*/ 1868959 w 3973491"/>
              <a:gd name="connsiteY42" fmla="*/ 2456426 h 4222745"/>
              <a:gd name="connsiteX43" fmla="*/ 1812911 w 3973491"/>
              <a:gd name="connsiteY43" fmla="*/ 3298775 h 4222745"/>
              <a:gd name="connsiteX44" fmla="*/ 2311415 w 3973491"/>
              <a:gd name="connsiteY44" fmla="*/ 3762386 h 4222745"/>
              <a:gd name="connsiteX45" fmla="*/ 2495936 w 3973491"/>
              <a:gd name="connsiteY45" fmla="*/ 4156295 h 4222745"/>
              <a:gd name="connsiteX46" fmla="*/ 2516781 w 3973491"/>
              <a:gd name="connsiteY46" fmla="*/ 4222745 h 4222745"/>
              <a:gd name="connsiteX47" fmla="*/ 0 w 3973491"/>
              <a:gd name="connsiteY47" fmla="*/ 4222745 h 4222745"/>
              <a:gd name="connsiteX48" fmla="*/ 0 w 3973491"/>
              <a:gd name="connsiteY48" fmla="*/ 63181 h 4222745"/>
              <a:gd name="connsiteX49" fmla="*/ 104700 w 3973491"/>
              <a:gd name="connsiteY49" fmla="*/ 39626 h 4222745"/>
              <a:gd name="connsiteX50" fmla="*/ 949323 w 3973491"/>
              <a:gd name="connsiteY50" fmla="*/ 26 h 4222745"/>
              <a:gd name="connsiteX0" fmla="*/ 2386032 w 3973491"/>
              <a:gd name="connsiteY0" fmla="*/ 3118708 h 4222745"/>
              <a:gd name="connsiteX1" fmla="*/ 2671578 w 3973491"/>
              <a:gd name="connsiteY1" fmla="*/ 3323893 h 4222745"/>
              <a:gd name="connsiteX2" fmla="*/ 2481807 w 3973491"/>
              <a:gd name="connsiteY2" fmla="*/ 3198075 h 4222745"/>
              <a:gd name="connsiteX3" fmla="*/ 2386032 w 3973491"/>
              <a:gd name="connsiteY3" fmla="*/ 3118708 h 4222745"/>
              <a:gd name="connsiteX4" fmla="*/ 2075096 w 3973491"/>
              <a:gd name="connsiteY4" fmla="*/ 2884458 h 4222745"/>
              <a:gd name="connsiteX5" fmla="*/ 2372305 w 3973491"/>
              <a:gd name="connsiteY5" fmla="*/ 3107333 h 4222745"/>
              <a:gd name="connsiteX6" fmla="*/ 2386032 w 3973491"/>
              <a:gd name="connsiteY6" fmla="*/ 3118708 h 4222745"/>
              <a:gd name="connsiteX7" fmla="*/ 2066264 w 3973491"/>
              <a:gd name="connsiteY7" fmla="*/ 2888933 h 4222745"/>
              <a:gd name="connsiteX8" fmla="*/ 2075096 w 3973491"/>
              <a:gd name="connsiteY8" fmla="*/ 2884458 h 4222745"/>
              <a:gd name="connsiteX9" fmla="*/ 3298798 w 3973491"/>
              <a:gd name="connsiteY9" fmla="*/ 787726 h 4222745"/>
              <a:gd name="connsiteX10" fmla="*/ 3279079 w 3973491"/>
              <a:gd name="connsiteY10" fmla="*/ 806746 h 4222745"/>
              <a:gd name="connsiteX11" fmla="*/ 3010051 w 3973491"/>
              <a:gd name="connsiteY11" fmla="*/ 1043420 h 4222745"/>
              <a:gd name="connsiteX12" fmla="*/ 3298798 w 3973491"/>
              <a:gd name="connsiteY12" fmla="*/ 787726 h 4222745"/>
              <a:gd name="connsiteX13" fmla="*/ 3538140 w 3973491"/>
              <a:gd name="connsiteY13" fmla="*/ 569490 h 4222745"/>
              <a:gd name="connsiteX14" fmla="*/ 3544007 w 3973491"/>
              <a:gd name="connsiteY14" fmla="*/ 570586 h 4222745"/>
              <a:gd name="connsiteX15" fmla="*/ 3298798 w 3973491"/>
              <a:gd name="connsiteY15" fmla="*/ 787726 h 4222745"/>
              <a:gd name="connsiteX16" fmla="*/ 3538140 w 3973491"/>
              <a:gd name="connsiteY16" fmla="*/ 569490 h 4222745"/>
              <a:gd name="connsiteX17" fmla="*/ 949323 w 3973491"/>
              <a:gd name="connsiteY17" fmla="*/ 26 h 4222745"/>
              <a:gd name="connsiteX18" fmla="*/ 1143413 w 3973491"/>
              <a:gd name="connsiteY18" fmla="*/ 16639 h 4222745"/>
              <a:gd name="connsiteX19" fmla="*/ 1250955 w 3973491"/>
              <a:gd name="connsiteY19" fmla="*/ 43791 h 4222745"/>
              <a:gd name="connsiteX20" fmla="*/ 1250521 w 3973491"/>
              <a:gd name="connsiteY20" fmla="*/ 42610 h 4222745"/>
              <a:gd name="connsiteX21" fmla="*/ 1251564 w 3973491"/>
              <a:gd name="connsiteY21" fmla="*/ 43945 h 4222745"/>
              <a:gd name="connsiteX22" fmla="*/ 1308164 w 3973491"/>
              <a:gd name="connsiteY22" fmla="*/ 58235 h 4222745"/>
              <a:gd name="connsiteX23" fmla="*/ 1597014 w 3973491"/>
              <a:gd name="connsiteY23" fmla="*/ 149265 h 4222745"/>
              <a:gd name="connsiteX24" fmla="*/ 2090962 w 3973491"/>
              <a:gd name="connsiteY24" fmla="*/ 250916 h 4222745"/>
              <a:gd name="connsiteX25" fmla="*/ 2111578 w 3973491"/>
              <a:gd name="connsiteY25" fmla="*/ 257381 h 4222745"/>
              <a:gd name="connsiteX26" fmla="*/ 2101035 w 3973491"/>
              <a:gd name="connsiteY26" fmla="*/ 250940 h 4222745"/>
              <a:gd name="connsiteX27" fmla="*/ 2094972 w 3973491"/>
              <a:gd name="connsiteY27" fmla="*/ 240908 h 4222745"/>
              <a:gd name="connsiteX28" fmla="*/ 2215443 w 3973491"/>
              <a:gd name="connsiteY28" fmla="*/ 289955 h 4222745"/>
              <a:gd name="connsiteX29" fmla="*/ 2223165 w 3973491"/>
              <a:gd name="connsiteY29" fmla="*/ 292377 h 4222745"/>
              <a:gd name="connsiteX30" fmla="*/ 2559027 w 3973491"/>
              <a:gd name="connsiteY30" fmla="*/ 400056 h 4222745"/>
              <a:gd name="connsiteX31" fmla="*/ 2608931 w 3973491"/>
              <a:gd name="connsiteY31" fmla="*/ 440940 h 4222745"/>
              <a:gd name="connsiteX32" fmla="*/ 2669873 w 3973491"/>
              <a:gd name="connsiteY32" fmla="*/ 462665 h 4222745"/>
              <a:gd name="connsiteX33" fmla="*/ 2843275 w 3973491"/>
              <a:gd name="connsiteY33" fmla="*/ 545566 h 4222745"/>
              <a:gd name="connsiteX34" fmla="*/ 2631295 w 3973491"/>
              <a:gd name="connsiteY34" fmla="*/ 459262 h 4222745"/>
              <a:gd name="connsiteX35" fmla="*/ 2637857 w 3973491"/>
              <a:gd name="connsiteY35" fmla="*/ 464638 h 4222745"/>
              <a:gd name="connsiteX36" fmla="*/ 2781304 w 3973491"/>
              <a:gd name="connsiteY36" fmla="*/ 733463 h 4222745"/>
              <a:gd name="connsiteX37" fmla="*/ 2857127 w 3973491"/>
              <a:gd name="connsiteY37" fmla="*/ 1483678 h 4222745"/>
              <a:gd name="connsiteX38" fmla="*/ 3092618 w 3973491"/>
              <a:gd name="connsiteY38" fmla="*/ 1063044 h 4222745"/>
              <a:gd name="connsiteX39" fmla="*/ 3833267 w 3973491"/>
              <a:gd name="connsiteY39" fmla="*/ 1767634 h 4222745"/>
              <a:gd name="connsiteX40" fmla="*/ 3910731 w 3973491"/>
              <a:gd name="connsiteY40" fmla="*/ 2504112 h 4222745"/>
              <a:gd name="connsiteX41" fmla="*/ 3060630 w 3973491"/>
              <a:gd name="connsiteY41" fmla="*/ 3062702 h 4222745"/>
              <a:gd name="connsiteX42" fmla="*/ 2663832 w 3973491"/>
              <a:gd name="connsiteY42" fmla="*/ 2990879 h 4222745"/>
              <a:gd name="connsiteX43" fmla="*/ 1868959 w 3973491"/>
              <a:gd name="connsiteY43" fmla="*/ 2456426 h 4222745"/>
              <a:gd name="connsiteX44" fmla="*/ 1812911 w 3973491"/>
              <a:gd name="connsiteY44" fmla="*/ 3298775 h 4222745"/>
              <a:gd name="connsiteX45" fmla="*/ 2311415 w 3973491"/>
              <a:gd name="connsiteY45" fmla="*/ 3762386 h 4222745"/>
              <a:gd name="connsiteX46" fmla="*/ 2495936 w 3973491"/>
              <a:gd name="connsiteY46" fmla="*/ 4156295 h 4222745"/>
              <a:gd name="connsiteX47" fmla="*/ 2516781 w 3973491"/>
              <a:gd name="connsiteY47" fmla="*/ 4222745 h 4222745"/>
              <a:gd name="connsiteX48" fmla="*/ 0 w 3973491"/>
              <a:gd name="connsiteY48" fmla="*/ 4222745 h 4222745"/>
              <a:gd name="connsiteX49" fmla="*/ 0 w 3973491"/>
              <a:gd name="connsiteY49" fmla="*/ 63181 h 4222745"/>
              <a:gd name="connsiteX50" fmla="*/ 104700 w 3973491"/>
              <a:gd name="connsiteY50" fmla="*/ 39626 h 4222745"/>
              <a:gd name="connsiteX51" fmla="*/ 949323 w 3973491"/>
              <a:gd name="connsiteY51" fmla="*/ 26 h 4222745"/>
              <a:gd name="connsiteX0" fmla="*/ 2386032 w 3973491"/>
              <a:gd name="connsiteY0" fmla="*/ 3118708 h 4222745"/>
              <a:gd name="connsiteX1" fmla="*/ 2671578 w 3973491"/>
              <a:gd name="connsiteY1" fmla="*/ 3323893 h 4222745"/>
              <a:gd name="connsiteX2" fmla="*/ 2481807 w 3973491"/>
              <a:gd name="connsiteY2" fmla="*/ 3198075 h 4222745"/>
              <a:gd name="connsiteX3" fmla="*/ 2386032 w 3973491"/>
              <a:gd name="connsiteY3" fmla="*/ 3118708 h 4222745"/>
              <a:gd name="connsiteX4" fmla="*/ 2075096 w 3973491"/>
              <a:gd name="connsiteY4" fmla="*/ 2884458 h 4222745"/>
              <a:gd name="connsiteX5" fmla="*/ 2372305 w 3973491"/>
              <a:gd name="connsiteY5" fmla="*/ 3107333 h 4222745"/>
              <a:gd name="connsiteX6" fmla="*/ 2386032 w 3973491"/>
              <a:gd name="connsiteY6" fmla="*/ 3118708 h 4222745"/>
              <a:gd name="connsiteX7" fmla="*/ 2066264 w 3973491"/>
              <a:gd name="connsiteY7" fmla="*/ 2888933 h 4222745"/>
              <a:gd name="connsiteX8" fmla="*/ 2075096 w 3973491"/>
              <a:gd name="connsiteY8" fmla="*/ 2884458 h 4222745"/>
              <a:gd name="connsiteX9" fmla="*/ 3298798 w 3973491"/>
              <a:gd name="connsiteY9" fmla="*/ 787726 h 4222745"/>
              <a:gd name="connsiteX10" fmla="*/ 3279079 w 3973491"/>
              <a:gd name="connsiteY10" fmla="*/ 806746 h 4222745"/>
              <a:gd name="connsiteX11" fmla="*/ 3010051 w 3973491"/>
              <a:gd name="connsiteY11" fmla="*/ 1043420 h 4222745"/>
              <a:gd name="connsiteX12" fmla="*/ 3298798 w 3973491"/>
              <a:gd name="connsiteY12" fmla="*/ 787726 h 4222745"/>
              <a:gd name="connsiteX13" fmla="*/ 3538140 w 3973491"/>
              <a:gd name="connsiteY13" fmla="*/ 569490 h 4222745"/>
              <a:gd name="connsiteX14" fmla="*/ 3544007 w 3973491"/>
              <a:gd name="connsiteY14" fmla="*/ 570586 h 4222745"/>
              <a:gd name="connsiteX15" fmla="*/ 3538140 w 3973491"/>
              <a:gd name="connsiteY15" fmla="*/ 569490 h 4222745"/>
              <a:gd name="connsiteX16" fmla="*/ 949323 w 3973491"/>
              <a:gd name="connsiteY16" fmla="*/ 26 h 4222745"/>
              <a:gd name="connsiteX17" fmla="*/ 1143413 w 3973491"/>
              <a:gd name="connsiteY17" fmla="*/ 16639 h 4222745"/>
              <a:gd name="connsiteX18" fmla="*/ 1250955 w 3973491"/>
              <a:gd name="connsiteY18" fmla="*/ 43791 h 4222745"/>
              <a:gd name="connsiteX19" fmla="*/ 1250521 w 3973491"/>
              <a:gd name="connsiteY19" fmla="*/ 42610 h 4222745"/>
              <a:gd name="connsiteX20" fmla="*/ 1251564 w 3973491"/>
              <a:gd name="connsiteY20" fmla="*/ 43945 h 4222745"/>
              <a:gd name="connsiteX21" fmla="*/ 1308164 w 3973491"/>
              <a:gd name="connsiteY21" fmla="*/ 58235 h 4222745"/>
              <a:gd name="connsiteX22" fmla="*/ 1597014 w 3973491"/>
              <a:gd name="connsiteY22" fmla="*/ 149265 h 4222745"/>
              <a:gd name="connsiteX23" fmla="*/ 2090962 w 3973491"/>
              <a:gd name="connsiteY23" fmla="*/ 250916 h 4222745"/>
              <a:gd name="connsiteX24" fmla="*/ 2111578 w 3973491"/>
              <a:gd name="connsiteY24" fmla="*/ 257381 h 4222745"/>
              <a:gd name="connsiteX25" fmla="*/ 2101035 w 3973491"/>
              <a:gd name="connsiteY25" fmla="*/ 250940 h 4222745"/>
              <a:gd name="connsiteX26" fmla="*/ 2094972 w 3973491"/>
              <a:gd name="connsiteY26" fmla="*/ 240908 h 4222745"/>
              <a:gd name="connsiteX27" fmla="*/ 2215443 w 3973491"/>
              <a:gd name="connsiteY27" fmla="*/ 289955 h 4222745"/>
              <a:gd name="connsiteX28" fmla="*/ 2223165 w 3973491"/>
              <a:gd name="connsiteY28" fmla="*/ 292377 h 4222745"/>
              <a:gd name="connsiteX29" fmla="*/ 2559027 w 3973491"/>
              <a:gd name="connsiteY29" fmla="*/ 400056 h 4222745"/>
              <a:gd name="connsiteX30" fmla="*/ 2608931 w 3973491"/>
              <a:gd name="connsiteY30" fmla="*/ 440940 h 4222745"/>
              <a:gd name="connsiteX31" fmla="*/ 2669873 w 3973491"/>
              <a:gd name="connsiteY31" fmla="*/ 462665 h 4222745"/>
              <a:gd name="connsiteX32" fmla="*/ 2843275 w 3973491"/>
              <a:gd name="connsiteY32" fmla="*/ 545566 h 4222745"/>
              <a:gd name="connsiteX33" fmla="*/ 2631295 w 3973491"/>
              <a:gd name="connsiteY33" fmla="*/ 459262 h 4222745"/>
              <a:gd name="connsiteX34" fmla="*/ 2637857 w 3973491"/>
              <a:gd name="connsiteY34" fmla="*/ 464638 h 4222745"/>
              <a:gd name="connsiteX35" fmla="*/ 2781304 w 3973491"/>
              <a:gd name="connsiteY35" fmla="*/ 733463 h 4222745"/>
              <a:gd name="connsiteX36" fmla="*/ 2857127 w 3973491"/>
              <a:gd name="connsiteY36" fmla="*/ 1483678 h 4222745"/>
              <a:gd name="connsiteX37" fmla="*/ 3092618 w 3973491"/>
              <a:gd name="connsiteY37" fmla="*/ 1063044 h 4222745"/>
              <a:gd name="connsiteX38" fmla="*/ 3833267 w 3973491"/>
              <a:gd name="connsiteY38" fmla="*/ 1767634 h 4222745"/>
              <a:gd name="connsiteX39" fmla="*/ 3910731 w 3973491"/>
              <a:gd name="connsiteY39" fmla="*/ 2504112 h 4222745"/>
              <a:gd name="connsiteX40" fmla="*/ 3060630 w 3973491"/>
              <a:gd name="connsiteY40" fmla="*/ 3062702 h 4222745"/>
              <a:gd name="connsiteX41" fmla="*/ 2663832 w 3973491"/>
              <a:gd name="connsiteY41" fmla="*/ 2990879 h 4222745"/>
              <a:gd name="connsiteX42" fmla="*/ 1868959 w 3973491"/>
              <a:gd name="connsiteY42" fmla="*/ 2456426 h 4222745"/>
              <a:gd name="connsiteX43" fmla="*/ 1812911 w 3973491"/>
              <a:gd name="connsiteY43" fmla="*/ 3298775 h 4222745"/>
              <a:gd name="connsiteX44" fmla="*/ 2311415 w 3973491"/>
              <a:gd name="connsiteY44" fmla="*/ 3762386 h 4222745"/>
              <a:gd name="connsiteX45" fmla="*/ 2495936 w 3973491"/>
              <a:gd name="connsiteY45" fmla="*/ 4156295 h 4222745"/>
              <a:gd name="connsiteX46" fmla="*/ 2516781 w 3973491"/>
              <a:gd name="connsiteY46" fmla="*/ 4222745 h 4222745"/>
              <a:gd name="connsiteX47" fmla="*/ 0 w 3973491"/>
              <a:gd name="connsiteY47" fmla="*/ 4222745 h 4222745"/>
              <a:gd name="connsiteX48" fmla="*/ 0 w 3973491"/>
              <a:gd name="connsiteY48" fmla="*/ 63181 h 4222745"/>
              <a:gd name="connsiteX49" fmla="*/ 104700 w 3973491"/>
              <a:gd name="connsiteY49" fmla="*/ 39626 h 4222745"/>
              <a:gd name="connsiteX50" fmla="*/ 949323 w 3973491"/>
              <a:gd name="connsiteY50" fmla="*/ 26 h 4222745"/>
              <a:gd name="connsiteX0" fmla="*/ 2386032 w 3973491"/>
              <a:gd name="connsiteY0" fmla="*/ 3118708 h 4222745"/>
              <a:gd name="connsiteX1" fmla="*/ 2671578 w 3973491"/>
              <a:gd name="connsiteY1" fmla="*/ 3323893 h 4222745"/>
              <a:gd name="connsiteX2" fmla="*/ 2481807 w 3973491"/>
              <a:gd name="connsiteY2" fmla="*/ 3198075 h 4222745"/>
              <a:gd name="connsiteX3" fmla="*/ 2386032 w 3973491"/>
              <a:gd name="connsiteY3" fmla="*/ 3118708 h 4222745"/>
              <a:gd name="connsiteX4" fmla="*/ 2075096 w 3973491"/>
              <a:gd name="connsiteY4" fmla="*/ 2884458 h 4222745"/>
              <a:gd name="connsiteX5" fmla="*/ 2372305 w 3973491"/>
              <a:gd name="connsiteY5" fmla="*/ 3107333 h 4222745"/>
              <a:gd name="connsiteX6" fmla="*/ 2386032 w 3973491"/>
              <a:gd name="connsiteY6" fmla="*/ 3118708 h 4222745"/>
              <a:gd name="connsiteX7" fmla="*/ 2066264 w 3973491"/>
              <a:gd name="connsiteY7" fmla="*/ 2888933 h 4222745"/>
              <a:gd name="connsiteX8" fmla="*/ 2075096 w 3973491"/>
              <a:gd name="connsiteY8" fmla="*/ 2884458 h 4222745"/>
              <a:gd name="connsiteX9" fmla="*/ 3010051 w 3973491"/>
              <a:gd name="connsiteY9" fmla="*/ 1043420 h 4222745"/>
              <a:gd name="connsiteX10" fmla="*/ 3279079 w 3973491"/>
              <a:gd name="connsiteY10" fmla="*/ 806746 h 4222745"/>
              <a:gd name="connsiteX11" fmla="*/ 3010051 w 3973491"/>
              <a:gd name="connsiteY11" fmla="*/ 1043420 h 4222745"/>
              <a:gd name="connsiteX12" fmla="*/ 3538140 w 3973491"/>
              <a:gd name="connsiteY12" fmla="*/ 569490 h 4222745"/>
              <a:gd name="connsiteX13" fmla="*/ 3544007 w 3973491"/>
              <a:gd name="connsiteY13" fmla="*/ 570586 h 4222745"/>
              <a:gd name="connsiteX14" fmla="*/ 3538140 w 3973491"/>
              <a:gd name="connsiteY14" fmla="*/ 569490 h 4222745"/>
              <a:gd name="connsiteX15" fmla="*/ 949323 w 3973491"/>
              <a:gd name="connsiteY15" fmla="*/ 26 h 4222745"/>
              <a:gd name="connsiteX16" fmla="*/ 1143413 w 3973491"/>
              <a:gd name="connsiteY16" fmla="*/ 16639 h 4222745"/>
              <a:gd name="connsiteX17" fmla="*/ 1250955 w 3973491"/>
              <a:gd name="connsiteY17" fmla="*/ 43791 h 4222745"/>
              <a:gd name="connsiteX18" fmla="*/ 1250521 w 3973491"/>
              <a:gd name="connsiteY18" fmla="*/ 42610 h 4222745"/>
              <a:gd name="connsiteX19" fmla="*/ 1251564 w 3973491"/>
              <a:gd name="connsiteY19" fmla="*/ 43945 h 4222745"/>
              <a:gd name="connsiteX20" fmla="*/ 1308164 w 3973491"/>
              <a:gd name="connsiteY20" fmla="*/ 58235 h 4222745"/>
              <a:gd name="connsiteX21" fmla="*/ 1597014 w 3973491"/>
              <a:gd name="connsiteY21" fmla="*/ 149265 h 4222745"/>
              <a:gd name="connsiteX22" fmla="*/ 2090962 w 3973491"/>
              <a:gd name="connsiteY22" fmla="*/ 250916 h 4222745"/>
              <a:gd name="connsiteX23" fmla="*/ 2111578 w 3973491"/>
              <a:gd name="connsiteY23" fmla="*/ 257381 h 4222745"/>
              <a:gd name="connsiteX24" fmla="*/ 2101035 w 3973491"/>
              <a:gd name="connsiteY24" fmla="*/ 250940 h 4222745"/>
              <a:gd name="connsiteX25" fmla="*/ 2094972 w 3973491"/>
              <a:gd name="connsiteY25" fmla="*/ 240908 h 4222745"/>
              <a:gd name="connsiteX26" fmla="*/ 2215443 w 3973491"/>
              <a:gd name="connsiteY26" fmla="*/ 289955 h 4222745"/>
              <a:gd name="connsiteX27" fmla="*/ 2223165 w 3973491"/>
              <a:gd name="connsiteY27" fmla="*/ 292377 h 4222745"/>
              <a:gd name="connsiteX28" fmla="*/ 2559027 w 3973491"/>
              <a:gd name="connsiteY28" fmla="*/ 400056 h 4222745"/>
              <a:gd name="connsiteX29" fmla="*/ 2608931 w 3973491"/>
              <a:gd name="connsiteY29" fmla="*/ 440940 h 4222745"/>
              <a:gd name="connsiteX30" fmla="*/ 2669873 w 3973491"/>
              <a:gd name="connsiteY30" fmla="*/ 462665 h 4222745"/>
              <a:gd name="connsiteX31" fmla="*/ 2843275 w 3973491"/>
              <a:gd name="connsiteY31" fmla="*/ 545566 h 4222745"/>
              <a:gd name="connsiteX32" fmla="*/ 2631295 w 3973491"/>
              <a:gd name="connsiteY32" fmla="*/ 459262 h 4222745"/>
              <a:gd name="connsiteX33" fmla="*/ 2637857 w 3973491"/>
              <a:gd name="connsiteY33" fmla="*/ 464638 h 4222745"/>
              <a:gd name="connsiteX34" fmla="*/ 2781304 w 3973491"/>
              <a:gd name="connsiteY34" fmla="*/ 733463 h 4222745"/>
              <a:gd name="connsiteX35" fmla="*/ 2857127 w 3973491"/>
              <a:gd name="connsiteY35" fmla="*/ 1483678 h 4222745"/>
              <a:gd name="connsiteX36" fmla="*/ 3092618 w 3973491"/>
              <a:gd name="connsiteY36" fmla="*/ 1063044 h 4222745"/>
              <a:gd name="connsiteX37" fmla="*/ 3833267 w 3973491"/>
              <a:gd name="connsiteY37" fmla="*/ 1767634 h 4222745"/>
              <a:gd name="connsiteX38" fmla="*/ 3910731 w 3973491"/>
              <a:gd name="connsiteY38" fmla="*/ 2504112 h 4222745"/>
              <a:gd name="connsiteX39" fmla="*/ 3060630 w 3973491"/>
              <a:gd name="connsiteY39" fmla="*/ 3062702 h 4222745"/>
              <a:gd name="connsiteX40" fmla="*/ 2663832 w 3973491"/>
              <a:gd name="connsiteY40" fmla="*/ 2990879 h 4222745"/>
              <a:gd name="connsiteX41" fmla="*/ 1868959 w 3973491"/>
              <a:gd name="connsiteY41" fmla="*/ 2456426 h 4222745"/>
              <a:gd name="connsiteX42" fmla="*/ 1812911 w 3973491"/>
              <a:gd name="connsiteY42" fmla="*/ 3298775 h 4222745"/>
              <a:gd name="connsiteX43" fmla="*/ 2311415 w 3973491"/>
              <a:gd name="connsiteY43" fmla="*/ 3762386 h 4222745"/>
              <a:gd name="connsiteX44" fmla="*/ 2495936 w 3973491"/>
              <a:gd name="connsiteY44" fmla="*/ 4156295 h 4222745"/>
              <a:gd name="connsiteX45" fmla="*/ 2516781 w 3973491"/>
              <a:gd name="connsiteY45" fmla="*/ 4222745 h 4222745"/>
              <a:gd name="connsiteX46" fmla="*/ 0 w 3973491"/>
              <a:gd name="connsiteY46" fmla="*/ 4222745 h 4222745"/>
              <a:gd name="connsiteX47" fmla="*/ 0 w 3973491"/>
              <a:gd name="connsiteY47" fmla="*/ 63181 h 4222745"/>
              <a:gd name="connsiteX48" fmla="*/ 104700 w 3973491"/>
              <a:gd name="connsiteY48" fmla="*/ 39626 h 4222745"/>
              <a:gd name="connsiteX49" fmla="*/ 949323 w 3973491"/>
              <a:gd name="connsiteY49" fmla="*/ 26 h 4222745"/>
              <a:gd name="connsiteX0" fmla="*/ 2386032 w 3973491"/>
              <a:gd name="connsiteY0" fmla="*/ 3118708 h 4222745"/>
              <a:gd name="connsiteX1" fmla="*/ 2671578 w 3973491"/>
              <a:gd name="connsiteY1" fmla="*/ 3323893 h 4222745"/>
              <a:gd name="connsiteX2" fmla="*/ 2481807 w 3973491"/>
              <a:gd name="connsiteY2" fmla="*/ 3198075 h 4222745"/>
              <a:gd name="connsiteX3" fmla="*/ 2386032 w 3973491"/>
              <a:gd name="connsiteY3" fmla="*/ 3118708 h 4222745"/>
              <a:gd name="connsiteX4" fmla="*/ 2075096 w 3973491"/>
              <a:gd name="connsiteY4" fmla="*/ 2884458 h 4222745"/>
              <a:gd name="connsiteX5" fmla="*/ 2372305 w 3973491"/>
              <a:gd name="connsiteY5" fmla="*/ 3107333 h 4222745"/>
              <a:gd name="connsiteX6" fmla="*/ 2386032 w 3973491"/>
              <a:gd name="connsiteY6" fmla="*/ 3118708 h 4222745"/>
              <a:gd name="connsiteX7" fmla="*/ 2066264 w 3973491"/>
              <a:gd name="connsiteY7" fmla="*/ 2888933 h 4222745"/>
              <a:gd name="connsiteX8" fmla="*/ 2075096 w 3973491"/>
              <a:gd name="connsiteY8" fmla="*/ 2884458 h 4222745"/>
              <a:gd name="connsiteX9" fmla="*/ 3010051 w 3973491"/>
              <a:gd name="connsiteY9" fmla="*/ 1043420 h 4222745"/>
              <a:gd name="connsiteX10" fmla="*/ 3279079 w 3973491"/>
              <a:gd name="connsiteY10" fmla="*/ 806746 h 4222745"/>
              <a:gd name="connsiteX11" fmla="*/ 3010051 w 3973491"/>
              <a:gd name="connsiteY11" fmla="*/ 1043420 h 4222745"/>
              <a:gd name="connsiteX12" fmla="*/ 949323 w 3973491"/>
              <a:gd name="connsiteY12" fmla="*/ 26 h 4222745"/>
              <a:gd name="connsiteX13" fmla="*/ 1143413 w 3973491"/>
              <a:gd name="connsiteY13" fmla="*/ 16639 h 4222745"/>
              <a:gd name="connsiteX14" fmla="*/ 1250955 w 3973491"/>
              <a:gd name="connsiteY14" fmla="*/ 43791 h 4222745"/>
              <a:gd name="connsiteX15" fmla="*/ 1250521 w 3973491"/>
              <a:gd name="connsiteY15" fmla="*/ 42610 h 4222745"/>
              <a:gd name="connsiteX16" fmla="*/ 1251564 w 3973491"/>
              <a:gd name="connsiteY16" fmla="*/ 43945 h 4222745"/>
              <a:gd name="connsiteX17" fmla="*/ 1308164 w 3973491"/>
              <a:gd name="connsiteY17" fmla="*/ 58235 h 4222745"/>
              <a:gd name="connsiteX18" fmla="*/ 1597014 w 3973491"/>
              <a:gd name="connsiteY18" fmla="*/ 149265 h 4222745"/>
              <a:gd name="connsiteX19" fmla="*/ 2090962 w 3973491"/>
              <a:gd name="connsiteY19" fmla="*/ 250916 h 4222745"/>
              <a:gd name="connsiteX20" fmla="*/ 2111578 w 3973491"/>
              <a:gd name="connsiteY20" fmla="*/ 257381 h 4222745"/>
              <a:gd name="connsiteX21" fmla="*/ 2101035 w 3973491"/>
              <a:gd name="connsiteY21" fmla="*/ 250940 h 4222745"/>
              <a:gd name="connsiteX22" fmla="*/ 2094972 w 3973491"/>
              <a:gd name="connsiteY22" fmla="*/ 240908 h 4222745"/>
              <a:gd name="connsiteX23" fmla="*/ 2215443 w 3973491"/>
              <a:gd name="connsiteY23" fmla="*/ 289955 h 4222745"/>
              <a:gd name="connsiteX24" fmla="*/ 2223165 w 3973491"/>
              <a:gd name="connsiteY24" fmla="*/ 292377 h 4222745"/>
              <a:gd name="connsiteX25" fmla="*/ 2559027 w 3973491"/>
              <a:gd name="connsiteY25" fmla="*/ 400056 h 4222745"/>
              <a:gd name="connsiteX26" fmla="*/ 2608931 w 3973491"/>
              <a:gd name="connsiteY26" fmla="*/ 440940 h 4222745"/>
              <a:gd name="connsiteX27" fmla="*/ 2669873 w 3973491"/>
              <a:gd name="connsiteY27" fmla="*/ 462665 h 4222745"/>
              <a:gd name="connsiteX28" fmla="*/ 2843275 w 3973491"/>
              <a:gd name="connsiteY28" fmla="*/ 545566 h 4222745"/>
              <a:gd name="connsiteX29" fmla="*/ 2631295 w 3973491"/>
              <a:gd name="connsiteY29" fmla="*/ 459262 h 4222745"/>
              <a:gd name="connsiteX30" fmla="*/ 2637857 w 3973491"/>
              <a:gd name="connsiteY30" fmla="*/ 464638 h 4222745"/>
              <a:gd name="connsiteX31" fmla="*/ 2781304 w 3973491"/>
              <a:gd name="connsiteY31" fmla="*/ 733463 h 4222745"/>
              <a:gd name="connsiteX32" fmla="*/ 2857127 w 3973491"/>
              <a:gd name="connsiteY32" fmla="*/ 1483678 h 4222745"/>
              <a:gd name="connsiteX33" fmla="*/ 3092618 w 3973491"/>
              <a:gd name="connsiteY33" fmla="*/ 1063044 h 4222745"/>
              <a:gd name="connsiteX34" fmla="*/ 3833267 w 3973491"/>
              <a:gd name="connsiteY34" fmla="*/ 1767634 h 4222745"/>
              <a:gd name="connsiteX35" fmla="*/ 3910731 w 3973491"/>
              <a:gd name="connsiteY35" fmla="*/ 2504112 h 4222745"/>
              <a:gd name="connsiteX36" fmla="*/ 3060630 w 3973491"/>
              <a:gd name="connsiteY36" fmla="*/ 3062702 h 4222745"/>
              <a:gd name="connsiteX37" fmla="*/ 2663832 w 3973491"/>
              <a:gd name="connsiteY37" fmla="*/ 2990879 h 4222745"/>
              <a:gd name="connsiteX38" fmla="*/ 1868959 w 3973491"/>
              <a:gd name="connsiteY38" fmla="*/ 2456426 h 4222745"/>
              <a:gd name="connsiteX39" fmla="*/ 1812911 w 3973491"/>
              <a:gd name="connsiteY39" fmla="*/ 3298775 h 4222745"/>
              <a:gd name="connsiteX40" fmla="*/ 2311415 w 3973491"/>
              <a:gd name="connsiteY40" fmla="*/ 3762386 h 4222745"/>
              <a:gd name="connsiteX41" fmla="*/ 2495936 w 3973491"/>
              <a:gd name="connsiteY41" fmla="*/ 4156295 h 4222745"/>
              <a:gd name="connsiteX42" fmla="*/ 2516781 w 3973491"/>
              <a:gd name="connsiteY42" fmla="*/ 4222745 h 4222745"/>
              <a:gd name="connsiteX43" fmla="*/ 0 w 3973491"/>
              <a:gd name="connsiteY43" fmla="*/ 4222745 h 4222745"/>
              <a:gd name="connsiteX44" fmla="*/ 0 w 3973491"/>
              <a:gd name="connsiteY44" fmla="*/ 63181 h 4222745"/>
              <a:gd name="connsiteX45" fmla="*/ 104700 w 3973491"/>
              <a:gd name="connsiteY45" fmla="*/ 39626 h 4222745"/>
              <a:gd name="connsiteX46" fmla="*/ 949323 w 3973491"/>
              <a:gd name="connsiteY46" fmla="*/ 26 h 4222745"/>
              <a:gd name="connsiteX0" fmla="*/ 2386032 w 3973491"/>
              <a:gd name="connsiteY0" fmla="*/ 3118708 h 4222745"/>
              <a:gd name="connsiteX1" fmla="*/ 2671578 w 3973491"/>
              <a:gd name="connsiteY1" fmla="*/ 3323893 h 4222745"/>
              <a:gd name="connsiteX2" fmla="*/ 2481807 w 3973491"/>
              <a:gd name="connsiteY2" fmla="*/ 3198075 h 4222745"/>
              <a:gd name="connsiteX3" fmla="*/ 2386032 w 3973491"/>
              <a:gd name="connsiteY3" fmla="*/ 3118708 h 4222745"/>
              <a:gd name="connsiteX4" fmla="*/ 2075096 w 3973491"/>
              <a:gd name="connsiteY4" fmla="*/ 2884458 h 4222745"/>
              <a:gd name="connsiteX5" fmla="*/ 2372305 w 3973491"/>
              <a:gd name="connsiteY5" fmla="*/ 3107333 h 4222745"/>
              <a:gd name="connsiteX6" fmla="*/ 2386032 w 3973491"/>
              <a:gd name="connsiteY6" fmla="*/ 3118708 h 4222745"/>
              <a:gd name="connsiteX7" fmla="*/ 2066264 w 3973491"/>
              <a:gd name="connsiteY7" fmla="*/ 2888933 h 4222745"/>
              <a:gd name="connsiteX8" fmla="*/ 2075096 w 3973491"/>
              <a:gd name="connsiteY8" fmla="*/ 2884458 h 4222745"/>
              <a:gd name="connsiteX9" fmla="*/ 949323 w 3973491"/>
              <a:gd name="connsiteY9" fmla="*/ 26 h 4222745"/>
              <a:gd name="connsiteX10" fmla="*/ 1143413 w 3973491"/>
              <a:gd name="connsiteY10" fmla="*/ 16639 h 4222745"/>
              <a:gd name="connsiteX11" fmla="*/ 1250955 w 3973491"/>
              <a:gd name="connsiteY11" fmla="*/ 43791 h 4222745"/>
              <a:gd name="connsiteX12" fmla="*/ 1250521 w 3973491"/>
              <a:gd name="connsiteY12" fmla="*/ 42610 h 4222745"/>
              <a:gd name="connsiteX13" fmla="*/ 1251564 w 3973491"/>
              <a:gd name="connsiteY13" fmla="*/ 43945 h 4222745"/>
              <a:gd name="connsiteX14" fmla="*/ 1308164 w 3973491"/>
              <a:gd name="connsiteY14" fmla="*/ 58235 h 4222745"/>
              <a:gd name="connsiteX15" fmla="*/ 1597014 w 3973491"/>
              <a:gd name="connsiteY15" fmla="*/ 149265 h 4222745"/>
              <a:gd name="connsiteX16" fmla="*/ 2090962 w 3973491"/>
              <a:gd name="connsiteY16" fmla="*/ 250916 h 4222745"/>
              <a:gd name="connsiteX17" fmla="*/ 2111578 w 3973491"/>
              <a:gd name="connsiteY17" fmla="*/ 257381 h 4222745"/>
              <a:gd name="connsiteX18" fmla="*/ 2101035 w 3973491"/>
              <a:gd name="connsiteY18" fmla="*/ 250940 h 4222745"/>
              <a:gd name="connsiteX19" fmla="*/ 2094972 w 3973491"/>
              <a:gd name="connsiteY19" fmla="*/ 240908 h 4222745"/>
              <a:gd name="connsiteX20" fmla="*/ 2215443 w 3973491"/>
              <a:gd name="connsiteY20" fmla="*/ 289955 h 4222745"/>
              <a:gd name="connsiteX21" fmla="*/ 2223165 w 3973491"/>
              <a:gd name="connsiteY21" fmla="*/ 292377 h 4222745"/>
              <a:gd name="connsiteX22" fmla="*/ 2559027 w 3973491"/>
              <a:gd name="connsiteY22" fmla="*/ 400056 h 4222745"/>
              <a:gd name="connsiteX23" fmla="*/ 2608931 w 3973491"/>
              <a:gd name="connsiteY23" fmla="*/ 440940 h 4222745"/>
              <a:gd name="connsiteX24" fmla="*/ 2669873 w 3973491"/>
              <a:gd name="connsiteY24" fmla="*/ 462665 h 4222745"/>
              <a:gd name="connsiteX25" fmla="*/ 2843275 w 3973491"/>
              <a:gd name="connsiteY25" fmla="*/ 545566 h 4222745"/>
              <a:gd name="connsiteX26" fmla="*/ 2631295 w 3973491"/>
              <a:gd name="connsiteY26" fmla="*/ 459262 h 4222745"/>
              <a:gd name="connsiteX27" fmla="*/ 2637857 w 3973491"/>
              <a:gd name="connsiteY27" fmla="*/ 464638 h 4222745"/>
              <a:gd name="connsiteX28" fmla="*/ 2781304 w 3973491"/>
              <a:gd name="connsiteY28" fmla="*/ 733463 h 4222745"/>
              <a:gd name="connsiteX29" fmla="*/ 2857127 w 3973491"/>
              <a:gd name="connsiteY29" fmla="*/ 1483678 h 4222745"/>
              <a:gd name="connsiteX30" fmla="*/ 3092618 w 3973491"/>
              <a:gd name="connsiteY30" fmla="*/ 1063044 h 4222745"/>
              <a:gd name="connsiteX31" fmla="*/ 3833267 w 3973491"/>
              <a:gd name="connsiteY31" fmla="*/ 1767634 h 4222745"/>
              <a:gd name="connsiteX32" fmla="*/ 3910731 w 3973491"/>
              <a:gd name="connsiteY32" fmla="*/ 2504112 h 4222745"/>
              <a:gd name="connsiteX33" fmla="*/ 3060630 w 3973491"/>
              <a:gd name="connsiteY33" fmla="*/ 3062702 h 4222745"/>
              <a:gd name="connsiteX34" fmla="*/ 2663832 w 3973491"/>
              <a:gd name="connsiteY34" fmla="*/ 2990879 h 4222745"/>
              <a:gd name="connsiteX35" fmla="*/ 1868959 w 3973491"/>
              <a:gd name="connsiteY35" fmla="*/ 2456426 h 4222745"/>
              <a:gd name="connsiteX36" fmla="*/ 1812911 w 3973491"/>
              <a:gd name="connsiteY36" fmla="*/ 3298775 h 4222745"/>
              <a:gd name="connsiteX37" fmla="*/ 2311415 w 3973491"/>
              <a:gd name="connsiteY37" fmla="*/ 3762386 h 4222745"/>
              <a:gd name="connsiteX38" fmla="*/ 2495936 w 3973491"/>
              <a:gd name="connsiteY38" fmla="*/ 4156295 h 4222745"/>
              <a:gd name="connsiteX39" fmla="*/ 2516781 w 3973491"/>
              <a:gd name="connsiteY39" fmla="*/ 4222745 h 4222745"/>
              <a:gd name="connsiteX40" fmla="*/ 0 w 3973491"/>
              <a:gd name="connsiteY40" fmla="*/ 4222745 h 4222745"/>
              <a:gd name="connsiteX41" fmla="*/ 0 w 3973491"/>
              <a:gd name="connsiteY41" fmla="*/ 63181 h 4222745"/>
              <a:gd name="connsiteX42" fmla="*/ 104700 w 3973491"/>
              <a:gd name="connsiteY42" fmla="*/ 39626 h 4222745"/>
              <a:gd name="connsiteX43" fmla="*/ 949323 w 3973491"/>
              <a:gd name="connsiteY43" fmla="*/ 26 h 4222745"/>
              <a:gd name="connsiteX0" fmla="*/ 2386032 w 3973491"/>
              <a:gd name="connsiteY0" fmla="*/ 3118708 h 4222745"/>
              <a:gd name="connsiteX1" fmla="*/ 2671578 w 3973491"/>
              <a:gd name="connsiteY1" fmla="*/ 3323893 h 4222745"/>
              <a:gd name="connsiteX2" fmla="*/ 2481807 w 3973491"/>
              <a:gd name="connsiteY2" fmla="*/ 3198075 h 4222745"/>
              <a:gd name="connsiteX3" fmla="*/ 2386032 w 3973491"/>
              <a:gd name="connsiteY3" fmla="*/ 3118708 h 4222745"/>
              <a:gd name="connsiteX4" fmla="*/ 2075096 w 3973491"/>
              <a:gd name="connsiteY4" fmla="*/ 2884458 h 4222745"/>
              <a:gd name="connsiteX5" fmla="*/ 2372305 w 3973491"/>
              <a:gd name="connsiteY5" fmla="*/ 3107333 h 4222745"/>
              <a:gd name="connsiteX6" fmla="*/ 2386032 w 3973491"/>
              <a:gd name="connsiteY6" fmla="*/ 3118708 h 4222745"/>
              <a:gd name="connsiteX7" fmla="*/ 2066264 w 3973491"/>
              <a:gd name="connsiteY7" fmla="*/ 2888933 h 4222745"/>
              <a:gd name="connsiteX8" fmla="*/ 2075096 w 3973491"/>
              <a:gd name="connsiteY8" fmla="*/ 2884458 h 4222745"/>
              <a:gd name="connsiteX9" fmla="*/ 949323 w 3973491"/>
              <a:gd name="connsiteY9" fmla="*/ 26 h 4222745"/>
              <a:gd name="connsiteX10" fmla="*/ 1143413 w 3973491"/>
              <a:gd name="connsiteY10" fmla="*/ 16639 h 4222745"/>
              <a:gd name="connsiteX11" fmla="*/ 1250955 w 3973491"/>
              <a:gd name="connsiteY11" fmla="*/ 43791 h 4222745"/>
              <a:gd name="connsiteX12" fmla="*/ 1250521 w 3973491"/>
              <a:gd name="connsiteY12" fmla="*/ 42610 h 4222745"/>
              <a:gd name="connsiteX13" fmla="*/ 1251564 w 3973491"/>
              <a:gd name="connsiteY13" fmla="*/ 43945 h 4222745"/>
              <a:gd name="connsiteX14" fmla="*/ 1308164 w 3973491"/>
              <a:gd name="connsiteY14" fmla="*/ 58235 h 4222745"/>
              <a:gd name="connsiteX15" fmla="*/ 1597014 w 3973491"/>
              <a:gd name="connsiteY15" fmla="*/ 149265 h 4222745"/>
              <a:gd name="connsiteX16" fmla="*/ 2090962 w 3973491"/>
              <a:gd name="connsiteY16" fmla="*/ 250916 h 4222745"/>
              <a:gd name="connsiteX17" fmla="*/ 2111578 w 3973491"/>
              <a:gd name="connsiteY17" fmla="*/ 257381 h 4222745"/>
              <a:gd name="connsiteX18" fmla="*/ 2101035 w 3973491"/>
              <a:gd name="connsiteY18" fmla="*/ 250940 h 4222745"/>
              <a:gd name="connsiteX19" fmla="*/ 2094972 w 3973491"/>
              <a:gd name="connsiteY19" fmla="*/ 240908 h 4222745"/>
              <a:gd name="connsiteX20" fmla="*/ 2215443 w 3973491"/>
              <a:gd name="connsiteY20" fmla="*/ 289955 h 4222745"/>
              <a:gd name="connsiteX21" fmla="*/ 2223165 w 3973491"/>
              <a:gd name="connsiteY21" fmla="*/ 292377 h 4222745"/>
              <a:gd name="connsiteX22" fmla="*/ 2559027 w 3973491"/>
              <a:gd name="connsiteY22" fmla="*/ 400056 h 4222745"/>
              <a:gd name="connsiteX23" fmla="*/ 2608931 w 3973491"/>
              <a:gd name="connsiteY23" fmla="*/ 440940 h 4222745"/>
              <a:gd name="connsiteX24" fmla="*/ 2669873 w 3973491"/>
              <a:gd name="connsiteY24" fmla="*/ 462665 h 4222745"/>
              <a:gd name="connsiteX25" fmla="*/ 2631295 w 3973491"/>
              <a:gd name="connsiteY25" fmla="*/ 459262 h 4222745"/>
              <a:gd name="connsiteX26" fmla="*/ 2637857 w 3973491"/>
              <a:gd name="connsiteY26" fmla="*/ 464638 h 4222745"/>
              <a:gd name="connsiteX27" fmla="*/ 2781304 w 3973491"/>
              <a:gd name="connsiteY27" fmla="*/ 733463 h 4222745"/>
              <a:gd name="connsiteX28" fmla="*/ 2857127 w 3973491"/>
              <a:gd name="connsiteY28" fmla="*/ 1483678 h 4222745"/>
              <a:gd name="connsiteX29" fmla="*/ 3092618 w 3973491"/>
              <a:gd name="connsiteY29" fmla="*/ 1063044 h 4222745"/>
              <a:gd name="connsiteX30" fmla="*/ 3833267 w 3973491"/>
              <a:gd name="connsiteY30" fmla="*/ 1767634 h 4222745"/>
              <a:gd name="connsiteX31" fmla="*/ 3910731 w 3973491"/>
              <a:gd name="connsiteY31" fmla="*/ 2504112 h 4222745"/>
              <a:gd name="connsiteX32" fmla="*/ 3060630 w 3973491"/>
              <a:gd name="connsiteY32" fmla="*/ 3062702 h 4222745"/>
              <a:gd name="connsiteX33" fmla="*/ 2663832 w 3973491"/>
              <a:gd name="connsiteY33" fmla="*/ 2990879 h 4222745"/>
              <a:gd name="connsiteX34" fmla="*/ 1868959 w 3973491"/>
              <a:gd name="connsiteY34" fmla="*/ 2456426 h 4222745"/>
              <a:gd name="connsiteX35" fmla="*/ 1812911 w 3973491"/>
              <a:gd name="connsiteY35" fmla="*/ 3298775 h 4222745"/>
              <a:gd name="connsiteX36" fmla="*/ 2311415 w 3973491"/>
              <a:gd name="connsiteY36" fmla="*/ 3762386 h 4222745"/>
              <a:gd name="connsiteX37" fmla="*/ 2495936 w 3973491"/>
              <a:gd name="connsiteY37" fmla="*/ 4156295 h 4222745"/>
              <a:gd name="connsiteX38" fmla="*/ 2516781 w 3973491"/>
              <a:gd name="connsiteY38" fmla="*/ 4222745 h 4222745"/>
              <a:gd name="connsiteX39" fmla="*/ 0 w 3973491"/>
              <a:gd name="connsiteY39" fmla="*/ 4222745 h 4222745"/>
              <a:gd name="connsiteX40" fmla="*/ 0 w 3973491"/>
              <a:gd name="connsiteY40" fmla="*/ 63181 h 4222745"/>
              <a:gd name="connsiteX41" fmla="*/ 104700 w 3973491"/>
              <a:gd name="connsiteY41" fmla="*/ 39626 h 4222745"/>
              <a:gd name="connsiteX42" fmla="*/ 949323 w 3973491"/>
              <a:gd name="connsiteY42" fmla="*/ 26 h 4222745"/>
              <a:gd name="connsiteX0" fmla="*/ 2386032 w 3973491"/>
              <a:gd name="connsiteY0" fmla="*/ 3118708 h 4222745"/>
              <a:gd name="connsiteX1" fmla="*/ 2671578 w 3973491"/>
              <a:gd name="connsiteY1" fmla="*/ 3323893 h 4222745"/>
              <a:gd name="connsiteX2" fmla="*/ 2386032 w 3973491"/>
              <a:gd name="connsiteY2" fmla="*/ 3118708 h 4222745"/>
              <a:gd name="connsiteX3" fmla="*/ 2075096 w 3973491"/>
              <a:gd name="connsiteY3" fmla="*/ 2884458 h 4222745"/>
              <a:gd name="connsiteX4" fmla="*/ 2372305 w 3973491"/>
              <a:gd name="connsiteY4" fmla="*/ 3107333 h 4222745"/>
              <a:gd name="connsiteX5" fmla="*/ 2386032 w 3973491"/>
              <a:gd name="connsiteY5" fmla="*/ 3118708 h 4222745"/>
              <a:gd name="connsiteX6" fmla="*/ 2066264 w 3973491"/>
              <a:gd name="connsiteY6" fmla="*/ 2888933 h 4222745"/>
              <a:gd name="connsiteX7" fmla="*/ 2075096 w 3973491"/>
              <a:gd name="connsiteY7" fmla="*/ 2884458 h 4222745"/>
              <a:gd name="connsiteX8" fmla="*/ 949323 w 3973491"/>
              <a:gd name="connsiteY8" fmla="*/ 26 h 4222745"/>
              <a:gd name="connsiteX9" fmla="*/ 1143413 w 3973491"/>
              <a:gd name="connsiteY9" fmla="*/ 16639 h 4222745"/>
              <a:gd name="connsiteX10" fmla="*/ 1250955 w 3973491"/>
              <a:gd name="connsiteY10" fmla="*/ 43791 h 4222745"/>
              <a:gd name="connsiteX11" fmla="*/ 1250521 w 3973491"/>
              <a:gd name="connsiteY11" fmla="*/ 42610 h 4222745"/>
              <a:gd name="connsiteX12" fmla="*/ 1251564 w 3973491"/>
              <a:gd name="connsiteY12" fmla="*/ 43945 h 4222745"/>
              <a:gd name="connsiteX13" fmla="*/ 1308164 w 3973491"/>
              <a:gd name="connsiteY13" fmla="*/ 58235 h 4222745"/>
              <a:gd name="connsiteX14" fmla="*/ 1597014 w 3973491"/>
              <a:gd name="connsiteY14" fmla="*/ 149265 h 4222745"/>
              <a:gd name="connsiteX15" fmla="*/ 2090962 w 3973491"/>
              <a:gd name="connsiteY15" fmla="*/ 250916 h 4222745"/>
              <a:gd name="connsiteX16" fmla="*/ 2111578 w 3973491"/>
              <a:gd name="connsiteY16" fmla="*/ 257381 h 4222745"/>
              <a:gd name="connsiteX17" fmla="*/ 2101035 w 3973491"/>
              <a:gd name="connsiteY17" fmla="*/ 250940 h 4222745"/>
              <a:gd name="connsiteX18" fmla="*/ 2094972 w 3973491"/>
              <a:gd name="connsiteY18" fmla="*/ 240908 h 4222745"/>
              <a:gd name="connsiteX19" fmla="*/ 2215443 w 3973491"/>
              <a:gd name="connsiteY19" fmla="*/ 289955 h 4222745"/>
              <a:gd name="connsiteX20" fmla="*/ 2223165 w 3973491"/>
              <a:gd name="connsiteY20" fmla="*/ 292377 h 4222745"/>
              <a:gd name="connsiteX21" fmla="*/ 2559027 w 3973491"/>
              <a:gd name="connsiteY21" fmla="*/ 400056 h 4222745"/>
              <a:gd name="connsiteX22" fmla="*/ 2608931 w 3973491"/>
              <a:gd name="connsiteY22" fmla="*/ 440940 h 4222745"/>
              <a:gd name="connsiteX23" fmla="*/ 2669873 w 3973491"/>
              <a:gd name="connsiteY23" fmla="*/ 462665 h 4222745"/>
              <a:gd name="connsiteX24" fmla="*/ 2631295 w 3973491"/>
              <a:gd name="connsiteY24" fmla="*/ 459262 h 4222745"/>
              <a:gd name="connsiteX25" fmla="*/ 2637857 w 3973491"/>
              <a:gd name="connsiteY25" fmla="*/ 464638 h 4222745"/>
              <a:gd name="connsiteX26" fmla="*/ 2781304 w 3973491"/>
              <a:gd name="connsiteY26" fmla="*/ 733463 h 4222745"/>
              <a:gd name="connsiteX27" fmla="*/ 2857127 w 3973491"/>
              <a:gd name="connsiteY27" fmla="*/ 1483678 h 4222745"/>
              <a:gd name="connsiteX28" fmla="*/ 3092618 w 3973491"/>
              <a:gd name="connsiteY28" fmla="*/ 1063044 h 4222745"/>
              <a:gd name="connsiteX29" fmla="*/ 3833267 w 3973491"/>
              <a:gd name="connsiteY29" fmla="*/ 1767634 h 4222745"/>
              <a:gd name="connsiteX30" fmla="*/ 3910731 w 3973491"/>
              <a:gd name="connsiteY30" fmla="*/ 2504112 h 4222745"/>
              <a:gd name="connsiteX31" fmla="*/ 3060630 w 3973491"/>
              <a:gd name="connsiteY31" fmla="*/ 3062702 h 4222745"/>
              <a:gd name="connsiteX32" fmla="*/ 2663832 w 3973491"/>
              <a:gd name="connsiteY32" fmla="*/ 2990879 h 4222745"/>
              <a:gd name="connsiteX33" fmla="*/ 1868959 w 3973491"/>
              <a:gd name="connsiteY33" fmla="*/ 2456426 h 4222745"/>
              <a:gd name="connsiteX34" fmla="*/ 1812911 w 3973491"/>
              <a:gd name="connsiteY34" fmla="*/ 3298775 h 4222745"/>
              <a:gd name="connsiteX35" fmla="*/ 2311415 w 3973491"/>
              <a:gd name="connsiteY35" fmla="*/ 3762386 h 4222745"/>
              <a:gd name="connsiteX36" fmla="*/ 2495936 w 3973491"/>
              <a:gd name="connsiteY36" fmla="*/ 4156295 h 4222745"/>
              <a:gd name="connsiteX37" fmla="*/ 2516781 w 3973491"/>
              <a:gd name="connsiteY37" fmla="*/ 4222745 h 4222745"/>
              <a:gd name="connsiteX38" fmla="*/ 0 w 3973491"/>
              <a:gd name="connsiteY38" fmla="*/ 4222745 h 4222745"/>
              <a:gd name="connsiteX39" fmla="*/ 0 w 3973491"/>
              <a:gd name="connsiteY39" fmla="*/ 63181 h 4222745"/>
              <a:gd name="connsiteX40" fmla="*/ 104700 w 3973491"/>
              <a:gd name="connsiteY40" fmla="*/ 39626 h 4222745"/>
              <a:gd name="connsiteX41" fmla="*/ 949323 w 3973491"/>
              <a:gd name="connsiteY41" fmla="*/ 26 h 4222745"/>
              <a:gd name="connsiteX0" fmla="*/ 2075096 w 3973491"/>
              <a:gd name="connsiteY0" fmla="*/ 2884458 h 4222745"/>
              <a:gd name="connsiteX1" fmla="*/ 2372305 w 3973491"/>
              <a:gd name="connsiteY1" fmla="*/ 3107333 h 4222745"/>
              <a:gd name="connsiteX2" fmla="*/ 2386032 w 3973491"/>
              <a:gd name="connsiteY2" fmla="*/ 3118708 h 4222745"/>
              <a:gd name="connsiteX3" fmla="*/ 2066264 w 3973491"/>
              <a:gd name="connsiteY3" fmla="*/ 2888933 h 4222745"/>
              <a:gd name="connsiteX4" fmla="*/ 2075096 w 3973491"/>
              <a:gd name="connsiteY4" fmla="*/ 2884458 h 4222745"/>
              <a:gd name="connsiteX5" fmla="*/ 949323 w 3973491"/>
              <a:gd name="connsiteY5" fmla="*/ 26 h 4222745"/>
              <a:gd name="connsiteX6" fmla="*/ 1143413 w 3973491"/>
              <a:gd name="connsiteY6" fmla="*/ 16639 h 4222745"/>
              <a:gd name="connsiteX7" fmla="*/ 1250955 w 3973491"/>
              <a:gd name="connsiteY7" fmla="*/ 43791 h 4222745"/>
              <a:gd name="connsiteX8" fmla="*/ 1250521 w 3973491"/>
              <a:gd name="connsiteY8" fmla="*/ 42610 h 4222745"/>
              <a:gd name="connsiteX9" fmla="*/ 1251564 w 3973491"/>
              <a:gd name="connsiteY9" fmla="*/ 43945 h 4222745"/>
              <a:gd name="connsiteX10" fmla="*/ 1308164 w 3973491"/>
              <a:gd name="connsiteY10" fmla="*/ 58235 h 4222745"/>
              <a:gd name="connsiteX11" fmla="*/ 1597014 w 3973491"/>
              <a:gd name="connsiteY11" fmla="*/ 149265 h 4222745"/>
              <a:gd name="connsiteX12" fmla="*/ 2090962 w 3973491"/>
              <a:gd name="connsiteY12" fmla="*/ 250916 h 4222745"/>
              <a:gd name="connsiteX13" fmla="*/ 2111578 w 3973491"/>
              <a:gd name="connsiteY13" fmla="*/ 257381 h 4222745"/>
              <a:gd name="connsiteX14" fmla="*/ 2101035 w 3973491"/>
              <a:gd name="connsiteY14" fmla="*/ 250940 h 4222745"/>
              <a:gd name="connsiteX15" fmla="*/ 2094972 w 3973491"/>
              <a:gd name="connsiteY15" fmla="*/ 240908 h 4222745"/>
              <a:gd name="connsiteX16" fmla="*/ 2215443 w 3973491"/>
              <a:gd name="connsiteY16" fmla="*/ 289955 h 4222745"/>
              <a:gd name="connsiteX17" fmla="*/ 2223165 w 3973491"/>
              <a:gd name="connsiteY17" fmla="*/ 292377 h 4222745"/>
              <a:gd name="connsiteX18" fmla="*/ 2559027 w 3973491"/>
              <a:gd name="connsiteY18" fmla="*/ 400056 h 4222745"/>
              <a:gd name="connsiteX19" fmla="*/ 2608931 w 3973491"/>
              <a:gd name="connsiteY19" fmla="*/ 440940 h 4222745"/>
              <a:gd name="connsiteX20" fmla="*/ 2669873 w 3973491"/>
              <a:gd name="connsiteY20" fmla="*/ 462665 h 4222745"/>
              <a:gd name="connsiteX21" fmla="*/ 2631295 w 3973491"/>
              <a:gd name="connsiteY21" fmla="*/ 459262 h 4222745"/>
              <a:gd name="connsiteX22" fmla="*/ 2637857 w 3973491"/>
              <a:gd name="connsiteY22" fmla="*/ 464638 h 4222745"/>
              <a:gd name="connsiteX23" fmla="*/ 2781304 w 3973491"/>
              <a:gd name="connsiteY23" fmla="*/ 733463 h 4222745"/>
              <a:gd name="connsiteX24" fmla="*/ 2857127 w 3973491"/>
              <a:gd name="connsiteY24" fmla="*/ 1483678 h 4222745"/>
              <a:gd name="connsiteX25" fmla="*/ 3092618 w 3973491"/>
              <a:gd name="connsiteY25" fmla="*/ 1063044 h 4222745"/>
              <a:gd name="connsiteX26" fmla="*/ 3833267 w 3973491"/>
              <a:gd name="connsiteY26" fmla="*/ 1767634 h 4222745"/>
              <a:gd name="connsiteX27" fmla="*/ 3910731 w 3973491"/>
              <a:gd name="connsiteY27" fmla="*/ 2504112 h 4222745"/>
              <a:gd name="connsiteX28" fmla="*/ 3060630 w 3973491"/>
              <a:gd name="connsiteY28" fmla="*/ 3062702 h 4222745"/>
              <a:gd name="connsiteX29" fmla="*/ 2663832 w 3973491"/>
              <a:gd name="connsiteY29" fmla="*/ 2990879 h 4222745"/>
              <a:gd name="connsiteX30" fmla="*/ 1868959 w 3973491"/>
              <a:gd name="connsiteY30" fmla="*/ 2456426 h 4222745"/>
              <a:gd name="connsiteX31" fmla="*/ 1812911 w 3973491"/>
              <a:gd name="connsiteY31" fmla="*/ 3298775 h 4222745"/>
              <a:gd name="connsiteX32" fmla="*/ 2311415 w 3973491"/>
              <a:gd name="connsiteY32" fmla="*/ 3762386 h 4222745"/>
              <a:gd name="connsiteX33" fmla="*/ 2495936 w 3973491"/>
              <a:gd name="connsiteY33" fmla="*/ 4156295 h 4222745"/>
              <a:gd name="connsiteX34" fmla="*/ 2516781 w 3973491"/>
              <a:gd name="connsiteY34" fmla="*/ 4222745 h 4222745"/>
              <a:gd name="connsiteX35" fmla="*/ 0 w 3973491"/>
              <a:gd name="connsiteY35" fmla="*/ 4222745 h 4222745"/>
              <a:gd name="connsiteX36" fmla="*/ 0 w 3973491"/>
              <a:gd name="connsiteY36" fmla="*/ 63181 h 4222745"/>
              <a:gd name="connsiteX37" fmla="*/ 104700 w 3973491"/>
              <a:gd name="connsiteY37" fmla="*/ 39626 h 4222745"/>
              <a:gd name="connsiteX38" fmla="*/ 949323 w 3973491"/>
              <a:gd name="connsiteY38" fmla="*/ 26 h 4222745"/>
              <a:gd name="connsiteX0" fmla="*/ 2075096 w 3973491"/>
              <a:gd name="connsiteY0" fmla="*/ 2884458 h 4222745"/>
              <a:gd name="connsiteX1" fmla="*/ 2372305 w 3973491"/>
              <a:gd name="connsiteY1" fmla="*/ 3107333 h 4222745"/>
              <a:gd name="connsiteX2" fmla="*/ 2066264 w 3973491"/>
              <a:gd name="connsiteY2" fmla="*/ 2888933 h 4222745"/>
              <a:gd name="connsiteX3" fmla="*/ 2075096 w 3973491"/>
              <a:gd name="connsiteY3" fmla="*/ 2884458 h 4222745"/>
              <a:gd name="connsiteX4" fmla="*/ 949323 w 3973491"/>
              <a:gd name="connsiteY4" fmla="*/ 26 h 4222745"/>
              <a:gd name="connsiteX5" fmla="*/ 1143413 w 3973491"/>
              <a:gd name="connsiteY5" fmla="*/ 16639 h 4222745"/>
              <a:gd name="connsiteX6" fmla="*/ 1250955 w 3973491"/>
              <a:gd name="connsiteY6" fmla="*/ 43791 h 4222745"/>
              <a:gd name="connsiteX7" fmla="*/ 1250521 w 3973491"/>
              <a:gd name="connsiteY7" fmla="*/ 42610 h 4222745"/>
              <a:gd name="connsiteX8" fmla="*/ 1251564 w 3973491"/>
              <a:gd name="connsiteY8" fmla="*/ 43945 h 4222745"/>
              <a:gd name="connsiteX9" fmla="*/ 1308164 w 3973491"/>
              <a:gd name="connsiteY9" fmla="*/ 58235 h 4222745"/>
              <a:gd name="connsiteX10" fmla="*/ 1597014 w 3973491"/>
              <a:gd name="connsiteY10" fmla="*/ 149265 h 4222745"/>
              <a:gd name="connsiteX11" fmla="*/ 2090962 w 3973491"/>
              <a:gd name="connsiteY11" fmla="*/ 250916 h 4222745"/>
              <a:gd name="connsiteX12" fmla="*/ 2111578 w 3973491"/>
              <a:gd name="connsiteY12" fmla="*/ 257381 h 4222745"/>
              <a:gd name="connsiteX13" fmla="*/ 2101035 w 3973491"/>
              <a:gd name="connsiteY13" fmla="*/ 250940 h 4222745"/>
              <a:gd name="connsiteX14" fmla="*/ 2094972 w 3973491"/>
              <a:gd name="connsiteY14" fmla="*/ 240908 h 4222745"/>
              <a:gd name="connsiteX15" fmla="*/ 2215443 w 3973491"/>
              <a:gd name="connsiteY15" fmla="*/ 289955 h 4222745"/>
              <a:gd name="connsiteX16" fmla="*/ 2223165 w 3973491"/>
              <a:gd name="connsiteY16" fmla="*/ 292377 h 4222745"/>
              <a:gd name="connsiteX17" fmla="*/ 2559027 w 3973491"/>
              <a:gd name="connsiteY17" fmla="*/ 400056 h 4222745"/>
              <a:gd name="connsiteX18" fmla="*/ 2608931 w 3973491"/>
              <a:gd name="connsiteY18" fmla="*/ 440940 h 4222745"/>
              <a:gd name="connsiteX19" fmla="*/ 2669873 w 3973491"/>
              <a:gd name="connsiteY19" fmla="*/ 462665 h 4222745"/>
              <a:gd name="connsiteX20" fmla="*/ 2631295 w 3973491"/>
              <a:gd name="connsiteY20" fmla="*/ 459262 h 4222745"/>
              <a:gd name="connsiteX21" fmla="*/ 2637857 w 3973491"/>
              <a:gd name="connsiteY21" fmla="*/ 464638 h 4222745"/>
              <a:gd name="connsiteX22" fmla="*/ 2781304 w 3973491"/>
              <a:gd name="connsiteY22" fmla="*/ 733463 h 4222745"/>
              <a:gd name="connsiteX23" fmla="*/ 2857127 w 3973491"/>
              <a:gd name="connsiteY23" fmla="*/ 1483678 h 4222745"/>
              <a:gd name="connsiteX24" fmla="*/ 3092618 w 3973491"/>
              <a:gd name="connsiteY24" fmla="*/ 1063044 h 4222745"/>
              <a:gd name="connsiteX25" fmla="*/ 3833267 w 3973491"/>
              <a:gd name="connsiteY25" fmla="*/ 1767634 h 4222745"/>
              <a:gd name="connsiteX26" fmla="*/ 3910731 w 3973491"/>
              <a:gd name="connsiteY26" fmla="*/ 2504112 h 4222745"/>
              <a:gd name="connsiteX27" fmla="*/ 3060630 w 3973491"/>
              <a:gd name="connsiteY27" fmla="*/ 3062702 h 4222745"/>
              <a:gd name="connsiteX28" fmla="*/ 2663832 w 3973491"/>
              <a:gd name="connsiteY28" fmla="*/ 2990879 h 4222745"/>
              <a:gd name="connsiteX29" fmla="*/ 1868959 w 3973491"/>
              <a:gd name="connsiteY29" fmla="*/ 2456426 h 4222745"/>
              <a:gd name="connsiteX30" fmla="*/ 1812911 w 3973491"/>
              <a:gd name="connsiteY30" fmla="*/ 3298775 h 4222745"/>
              <a:gd name="connsiteX31" fmla="*/ 2311415 w 3973491"/>
              <a:gd name="connsiteY31" fmla="*/ 3762386 h 4222745"/>
              <a:gd name="connsiteX32" fmla="*/ 2495936 w 3973491"/>
              <a:gd name="connsiteY32" fmla="*/ 4156295 h 4222745"/>
              <a:gd name="connsiteX33" fmla="*/ 2516781 w 3973491"/>
              <a:gd name="connsiteY33" fmla="*/ 4222745 h 4222745"/>
              <a:gd name="connsiteX34" fmla="*/ 0 w 3973491"/>
              <a:gd name="connsiteY34" fmla="*/ 4222745 h 4222745"/>
              <a:gd name="connsiteX35" fmla="*/ 0 w 3973491"/>
              <a:gd name="connsiteY35" fmla="*/ 63181 h 4222745"/>
              <a:gd name="connsiteX36" fmla="*/ 104700 w 3973491"/>
              <a:gd name="connsiteY36" fmla="*/ 39626 h 4222745"/>
              <a:gd name="connsiteX37" fmla="*/ 949323 w 3973491"/>
              <a:gd name="connsiteY37" fmla="*/ 26 h 4222745"/>
              <a:gd name="connsiteX0" fmla="*/ 949323 w 3973491"/>
              <a:gd name="connsiteY0" fmla="*/ 26 h 4222745"/>
              <a:gd name="connsiteX1" fmla="*/ 1143413 w 3973491"/>
              <a:gd name="connsiteY1" fmla="*/ 16639 h 4222745"/>
              <a:gd name="connsiteX2" fmla="*/ 1250955 w 3973491"/>
              <a:gd name="connsiteY2" fmla="*/ 43791 h 4222745"/>
              <a:gd name="connsiteX3" fmla="*/ 1250521 w 3973491"/>
              <a:gd name="connsiteY3" fmla="*/ 42610 h 4222745"/>
              <a:gd name="connsiteX4" fmla="*/ 1251564 w 3973491"/>
              <a:gd name="connsiteY4" fmla="*/ 43945 h 4222745"/>
              <a:gd name="connsiteX5" fmla="*/ 1308164 w 3973491"/>
              <a:gd name="connsiteY5" fmla="*/ 58235 h 4222745"/>
              <a:gd name="connsiteX6" fmla="*/ 1597014 w 3973491"/>
              <a:gd name="connsiteY6" fmla="*/ 149265 h 4222745"/>
              <a:gd name="connsiteX7" fmla="*/ 2090962 w 3973491"/>
              <a:gd name="connsiteY7" fmla="*/ 250916 h 4222745"/>
              <a:gd name="connsiteX8" fmla="*/ 2111578 w 3973491"/>
              <a:gd name="connsiteY8" fmla="*/ 257381 h 4222745"/>
              <a:gd name="connsiteX9" fmla="*/ 2101035 w 3973491"/>
              <a:gd name="connsiteY9" fmla="*/ 250940 h 4222745"/>
              <a:gd name="connsiteX10" fmla="*/ 2094972 w 3973491"/>
              <a:gd name="connsiteY10" fmla="*/ 240908 h 4222745"/>
              <a:gd name="connsiteX11" fmla="*/ 2215443 w 3973491"/>
              <a:gd name="connsiteY11" fmla="*/ 289955 h 4222745"/>
              <a:gd name="connsiteX12" fmla="*/ 2223165 w 3973491"/>
              <a:gd name="connsiteY12" fmla="*/ 292377 h 4222745"/>
              <a:gd name="connsiteX13" fmla="*/ 2559027 w 3973491"/>
              <a:gd name="connsiteY13" fmla="*/ 400056 h 4222745"/>
              <a:gd name="connsiteX14" fmla="*/ 2608931 w 3973491"/>
              <a:gd name="connsiteY14" fmla="*/ 440940 h 4222745"/>
              <a:gd name="connsiteX15" fmla="*/ 2669873 w 3973491"/>
              <a:gd name="connsiteY15" fmla="*/ 462665 h 4222745"/>
              <a:gd name="connsiteX16" fmla="*/ 2631295 w 3973491"/>
              <a:gd name="connsiteY16" fmla="*/ 459262 h 4222745"/>
              <a:gd name="connsiteX17" fmla="*/ 2637857 w 3973491"/>
              <a:gd name="connsiteY17" fmla="*/ 464638 h 4222745"/>
              <a:gd name="connsiteX18" fmla="*/ 2781304 w 3973491"/>
              <a:gd name="connsiteY18" fmla="*/ 733463 h 4222745"/>
              <a:gd name="connsiteX19" fmla="*/ 2857127 w 3973491"/>
              <a:gd name="connsiteY19" fmla="*/ 1483678 h 4222745"/>
              <a:gd name="connsiteX20" fmla="*/ 3092618 w 3973491"/>
              <a:gd name="connsiteY20" fmla="*/ 1063044 h 4222745"/>
              <a:gd name="connsiteX21" fmla="*/ 3833267 w 3973491"/>
              <a:gd name="connsiteY21" fmla="*/ 1767634 h 4222745"/>
              <a:gd name="connsiteX22" fmla="*/ 3910731 w 3973491"/>
              <a:gd name="connsiteY22" fmla="*/ 2504112 h 4222745"/>
              <a:gd name="connsiteX23" fmla="*/ 3060630 w 3973491"/>
              <a:gd name="connsiteY23" fmla="*/ 3062702 h 4222745"/>
              <a:gd name="connsiteX24" fmla="*/ 2663832 w 3973491"/>
              <a:gd name="connsiteY24" fmla="*/ 2990879 h 4222745"/>
              <a:gd name="connsiteX25" fmla="*/ 1868959 w 3973491"/>
              <a:gd name="connsiteY25" fmla="*/ 2456426 h 4222745"/>
              <a:gd name="connsiteX26" fmla="*/ 1812911 w 3973491"/>
              <a:gd name="connsiteY26" fmla="*/ 3298775 h 4222745"/>
              <a:gd name="connsiteX27" fmla="*/ 2311415 w 3973491"/>
              <a:gd name="connsiteY27" fmla="*/ 3762386 h 4222745"/>
              <a:gd name="connsiteX28" fmla="*/ 2495936 w 3973491"/>
              <a:gd name="connsiteY28" fmla="*/ 4156295 h 4222745"/>
              <a:gd name="connsiteX29" fmla="*/ 2516781 w 3973491"/>
              <a:gd name="connsiteY29" fmla="*/ 4222745 h 4222745"/>
              <a:gd name="connsiteX30" fmla="*/ 0 w 3973491"/>
              <a:gd name="connsiteY30" fmla="*/ 4222745 h 4222745"/>
              <a:gd name="connsiteX31" fmla="*/ 0 w 3973491"/>
              <a:gd name="connsiteY31" fmla="*/ 63181 h 4222745"/>
              <a:gd name="connsiteX32" fmla="*/ 104700 w 3973491"/>
              <a:gd name="connsiteY32" fmla="*/ 39626 h 4222745"/>
              <a:gd name="connsiteX33" fmla="*/ 949323 w 3973491"/>
              <a:gd name="connsiteY33" fmla="*/ 26 h 4222745"/>
              <a:gd name="connsiteX34" fmla="*/ 2463745 w 3973491"/>
              <a:gd name="connsiteY34" fmla="*/ 3198773 h 4222745"/>
              <a:gd name="connsiteX0" fmla="*/ 949323 w 3973491"/>
              <a:gd name="connsiteY0" fmla="*/ 26 h 4222745"/>
              <a:gd name="connsiteX1" fmla="*/ 1143413 w 3973491"/>
              <a:gd name="connsiteY1" fmla="*/ 16639 h 4222745"/>
              <a:gd name="connsiteX2" fmla="*/ 1250955 w 3973491"/>
              <a:gd name="connsiteY2" fmla="*/ 43791 h 4222745"/>
              <a:gd name="connsiteX3" fmla="*/ 1250521 w 3973491"/>
              <a:gd name="connsiteY3" fmla="*/ 42610 h 4222745"/>
              <a:gd name="connsiteX4" fmla="*/ 1251564 w 3973491"/>
              <a:gd name="connsiteY4" fmla="*/ 43945 h 4222745"/>
              <a:gd name="connsiteX5" fmla="*/ 1308164 w 3973491"/>
              <a:gd name="connsiteY5" fmla="*/ 58235 h 4222745"/>
              <a:gd name="connsiteX6" fmla="*/ 1597014 w 3973491"/>
              <a:gd name="connsiteY6" fmla="*/ 149265 h 4222745"/>
              <a:gd name="connsiteX7" fmla="*/ 2090962 w 3973491"/>
              <a:gd name="connsiteY7" fmla="*/ 250916 h 4222745"/>
              <a:gd name="connsiteX8" fmla="*/ 2111578 w 3973491"/>
              <a:gd name="connsiteY8" fmla="*/ 257381 h 4222745"/>
              <a:gd name="connsiteX9" fmla="*/ 2101035 w 3973491"/>
              <a:gd name="connsiteY9" fmla="*/ 250940 h 4222745"/>
              <a:gd name="connsiteX10" fmla="*/ 2094972 w 3973491"/>
              <a:gd name="connsiteY10" fmla="*/ 240908 h 4222745"/>
              <a:gd name="connsiteX11" fmla="*/ 2215443 w 3973491"/>
              <a:gd name="connsiteY11" fmla="*/ 289955 h 4222745"/>
              <a:gd name="connsiteX12" fmla="*/ 2223165 w 3973491"/>
              <a:gd name="connsiteY12" fmla="*/ 292377 h 4222745"/>
              <a:gd name="connsiteX13" fmla="*/ 2559027 w 3973491"/>
              <a:gd name="connsiteY13" fmla="*/ 400056 h 4222745"/>
              <a:gd name="connsiteX14" fmla="*/ 2608931 w 3973491"/>
              <a:gd name="connsiteY14" fmla="*/ 440940 h 4222745"/>
              <a:gd name="connsiteX15" fmla="*/ 2669873 w 3973491"/>
              <a:gd name="connsiteY15" fmla="*/ 462665 h 4222745"/>
              <a:gd name="connsiteX16" fmla="*/ 2631295 w 3973491"/>
              <a:gd name="connsiteY16" fmla="*/ 459262 h 4222745"/>
              <a:gd name="connsiteX17" fmla="*/ 2637857 w 3973491"/>
              <a:gd name="connsiteY17" fmla="*/ 464638 h 4222745"/>
              <a:gd name="connsiteX18" fmla="*/ 2781304 w 3973491"/>
              <a:gd name="connsiteY18" fmla="*/ 733463 h 4222745"/>
              <a:gd name="connsiteX19" fmla="*/ 2857127 w 3973491"/>
              <a:gd name="connsiteY19" fmla="*/ 1483678 h 4222745"/>
              <a:gd name="connsiteX20" fmla="*/ 3092618 w 3973491"/>
              <a:gd name="connsiteY20" fmla="*/ 1063044 h 4222745"/>
              <a:gd name="connsiteX21" fmla="*/ 3833267 w 3973491"/>
              <a:gd name="connsiteY21" fmla="*/ 1767634 h 4222745"/>
              <a:gd name="connsiteX22" fmla="*/ 3910731 w 3973491"/>
              <a:gd name="connsiteY22" fmla="*/ 2504112 h 4222745"/>
              <a:gd name="connsiteX23" fmla="*/ 3060630 w 3973491"/>
              <a:gd name="connsiteY23" fmla="*/ 3062702 h 4222745"/>
              <a:gd name="connsiteX24" fmla="*/ 2663832 w 3973491"/>
              <a:gd name="connsiteY24" fmla="*/ 2990879 h 4222745"/>
              <a:gd name="connsiteX25" fmla="*/ 1868959 w 3973491"/>
              <a:gd name="connsiteY25" fmla="*/ 2456426 h 4222745"/>
              <a:gd name="connsiteX26" fmla="*/ 1812911 w 3973491"/>
              <a:gd name="connsiteY26" fmla="*/ 3298775 h 4222745"/>
              <a:gd name="connsiteX27" fmla="*/ 2311415 w 3973491"/>
              <a:gd name="connsiteY27" fmla="*/ 3762386 h 4222745"/>
              <a:gd name="connsiteX28" fmla="*/ 2495936 w 3973491"/>
              <a:gd name="connsiteY28" fmla="*/ 4156295 h 4222745"/>
              <a:gd name="connsiteX29" fmla="*/ 2516781 w 3973491"/>
              <a:gd name="connsiteY29" fmla="*/ 4222745 h 4222745"/>
              <a:gd name="connsiteX30" fmla="*/ 0 w 3973491"/>
              <a:gd name="connsiteY30" fmla="*/ 4222745 h 4222745"/>
              <a:gd name="connsiteX31" fmla="*/ 0 w 3973491"/>
              <a:gd name="connsiteY31" fmla="*/ 63181 h 4222745"/>
              <a:gd name="connsiteX32" fmla="*/ 104700 w 3973491"/>
              <a:gd name="connsiteY32" fmla="*/ 39626 h 4222745"/>
              <a:gd name="connsiteX33" fmla="*/ 949323 w 3973491"/>
              <a:gd name="connsiteY33" fmla="*/ 26 h 422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973491" h="4222745">
                <a:close/>
                <a:moveTo>
                  <a:pt x="949323" y="26"/>
                </a:moveTo>
                <a:cubicBezTo>
                  <a:pt x="1020225" y="-464"/>
                  <a:pt x="1084264" y="6005"/>
                  <a:pt x="1143413" y="16639"/>
                </a:cubicBezTo>
                <a:lnTo>
                  <a:pt x="1250955" y="43791"/>
                </a:lnTo>
                <a:lnTo>
                  <a:pt x="1250521" y="42610"/>
                </a:lnTo>
                <a:lnTo>
                  <a:pt x="1251564" y="43945"/>
                </a:lnTo>
                <a:lnTo>
                  <a:pt x="1308164" y="58235"/>
                </a:lnTo>
                <a:cubicBezTo>
                  <a:pt x="1410849" y="90565"/>
                  <a:pt x="1501870" y="128366"/>
                  <a:pt x="1597014" y="149265"/>
                </a:cubicBezTo>
                <a:cubicBezTo>
                  <a:pt x="1787302" y="191063"/>
                  <a:pt x="1912612" y="181055"/>
                  <a:pt x="2090962" y="250916"/>
                </a:cubicBezTo>
                <a:lnTo>
                  <a:pt x="2111578" y="257381"/>
                </a:lnTo>
                <a:lnTo>
                  <a:pt x="2101035" y="250940"/>
                </a:lnTo>
                <a:cubicBezTo>
                  <a:pt x="2096203" y="246984"/>
                  <a:pt x="2094055" y="243612"/>
                  <a:pt x="2094972" y="240908"/>
                </a:cubicBezTo>
                <a:lnTo>
                  <a:pt x="2215443" y="289955"/>
                </a:lnTo>
                <a:lnTo>
                  <a:pt x="2223165" y="292377"/>
                </a:lnTo>
                <a:cubicBezTo>
                  <a:pt x="2352933" y="325290"/>
                  <a:pt x="2472769" y="339713"/>
                  <a:pt x="2559027" y="400056"/>
                </a:cubicBezTo>
                <a:lnTo>
                  <a:pt x="2608931" y="440940"/>
                </a:lnTo>
                <a:lnTo>
                  <a:pt x="2669873" y="462665"/>
                </a:lnTo>
                <a:cubicBezTo>
                  <a:pt x="2673600" y="465719"/>
                  <a:pt x="2636631" y="458933"/>
                  <a:pt x="2631295" y="459262"/>
                </a:cubicBezTo>
                <a:lnTo>
                  <a:pt x="2637857" y="464638"/>
                </a:lnTo>
                <a:cubicBezTo>
                  <a:pt x="2709125" y="533963"/>
                  <a:pt x="2757518" y="619032"/>
                  <a:pt x="2781304" y="733463"/>
                </a:cubicBezTo>
                <a:cubicBezTo>
                  <a:pt x="2813018" y="886038"/>
                  <a:pt x="2640137" y="1455715"/>
                  <a:pt x="2857127" y="1483678"/>
                </a:cubicBezTo>
                <a:cubicBezTo>
                  <a:pt x="3014607" y="1546671"/>
                  <a:pt x="2929944" y="1015751"/>
                  <a:pt x="3092618" y="1063044"/>
                </a:cubicBezTo>
                <a:cubicBezTo>
                  <a:pt x="3255293" y="1110337"/>
                  <a:pt x="3880019" y="1607798"/>
                  <a:pt x="3833267" y="1767634"/>
                </a:cubicBezTo>
                <a:cubicBezTo>
                  <a:pt x="3948187" y="1986831"/>
                  <a:pt x="4039504" y="2288251"/>
                  <a:pt x="3910731" y="2504112"/>
                </a:cubicBezTo>
                <a:cubicBezTo>
                  <a:pt x="3781958" y="2719973"/>
                  <a:pt x="3268416" y="2981557"/>
                  <a:pt x="3060630" y="3062702"/>
                </a:cubicBezTo>
                <a:cubicBezTo>
                  <a:pt x="2852844" y="3143846"/>
                  <a:pt x="2862413" y="3091941"/>
                  <a:pt x="2663832" y="2990879"/>
                </a:cubicBezTo>
                <a:cubicBezTo>
                  <a:pt x="2465250" y="2889816"/>
                  <a:pt x="1987524" y="2424734"/>
                  <a:pt x="1868959" y="2456426"/>
                </a:cubicBezTo>
                <a:cubicBezTo>
                  <a:pt x="1750393" y="2488217"/>
                  <a:pt x="1745563" y="3064173"/>
                  <a:pt x="1812911" y="3298775"/>
                </a:cubicBezTo>
                <a:cubicBezTo>
                  <a:pt x="1880259" y="3533377"/>
                  <a:pt x="2156943" y="3592542"/>
                  <a:pt x="2311415" y="3762386"/>
                </a:cubicBezTo>
                <a:cubicBezTo>
                  <a:pt x="2407961" y="3868538"/>
                  <a:pt x="2456518" y="4027620"/>
                  <a:pt x="2495936" y="4156295"/>
                </a:cubicBezTo>
                <a:lnTo>
                  <a:pt x="2516781" y="4222745"/>
                </a:lnTo>
                <a:lnTo>
                  <a:pt x="0" y="4222745"/>
                </a:lnTo>
                <a:lnTo>
                  <a:pt x="0" y="63181"/>
                </a:lnTo>
                <a:lnTo>
                  <a:pt x="104700" y="39626"/>
                </a:lnTo>
                <a:cubicBezTo>
                  <a:pt x="357611" y="-3432"/>
                  <a:pt x="736615" y="1498"/>
                  <a:pt x="949323" y="26"/>
                </a:cubicBezTo>
              </a:path>
            </a:pathLst>
          </a:custGeom>
          <a:solidFill>
            <a:schemeClr val="tx1">
              <a:lumMod val="95000"/>
              <a:lumOff val="5000"/>
            </a:schemeClr>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13088674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5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534193" y="1125923"/>
            <a:ext cx="4777395" cy="4613104"/>
          </a:xfrm>
          <a:custGeom>
            <a:avLst/>
            <a:gdLst>
              <a:gd name="connsiteX0" fmla="*/ 0 w 3429000"/>
              <a:gd name="connsiteY0" fmla="*/ 1714500 h 3429000"/>
              <a:gd name="connsiteX1" fmla="*/ 1714500 w 3429000"/>
              <a:gd name="connsiteY1" fmla="*/ 0 h 3429000"/>
              <a:gd name="connsiteX2" fmla="*/ 3429000 w 3429000"/>
              <a:gd name="connsiteY2" fmla="*/ 1714500 h 3429000"/>
              <a:gd name="connsiteX3" fmla="*/ 1714500 w 3429000"/>
              <a:gd name="connsiteY3" fmla="*/ 3429000 h 3429000"/>
              <a:gd name="connsiteX4" fmla="*/ 0 w 3429000"/>
              <a:gd name="connsiteY4" fmla="*/ 1714500 h 3429000"/>
              <a:gd name="connsiteX0" fmla="*/ 179756 w 3608756"/>
              <a:gd name="connsiteY0" fmla="*/ 1738816 h 3453316"/>
              <a:gd name="connsiteX1" fmla="*/ 245478 w 3608756"/>
              <a:gd name="connsiteY1" fmla="*/ 796793 h 3453316"/>
              <a:gd name="connsiteX2" fmla="*/ 1894256 w 3608756"/>
              <a:gd name="connsiteY2" fmla="*/ 24316 h 3453316"/>
              <a:gd name="connsiteX3" fmla="*/ 3608756 w 3608756"/>
              <a:gd name="connsiteY3" fmla="*/ 1738816 h 3453316"/>
              <a:gd name="connsiteX4" fmla="*/ 1894256 w 3608756"/>
              <a:gd name="connsiteY4" fmla="*/ 3453316 h 3453316"/>
              <a:gd name="connsiteX5" fmla="*/ 179756 w 3608756"/>
              <a:gd name="connsiteY5" fmla="*/ 1738816 h 3453316"/>
              <a:gd name="connsiteX0" fmla="*/ 179756 w 3620053"/>
              <a:gd name="connsiteY0" fmla="*/ 1735057 h 3449557"/>
              <a:gd name="connsiteX1" fmla="*/ 245478 w 3620053"/>
              <a:gd name="connsiteY1" fmla="*/ 793034 h 3449557"/>
              <a:gd name="connsiteX2" fmla="*/ 1894256 w 3620053"/>
              <a:gd name="connsiteY2" fmla="*/ 20557 h 3449557"/>
              <a:gd name="connsiteX3" fmla="*/ 3034398 w 3620053"/>
              <a:gd name="connsiteY3" fmla="*/ 356154 h 3449557"/>
              <a:gd name="connsiteX4" fmla="*/ 3608756 w 3620053"/>
              <a:gd name="connsiteY4" fmla="*/ 1735057 h 3449557"/>
              <a:gd name="connsiteX5" fmla="*/ 1894256 w 3620053"/>
              <a:gd name="connsiteY5" fmla="*/ 3449557 h 3449557"/>
              <a:gd name="connsiteX6" fmla="*/ 179756 w 3620053"/>
              <a:gd name="connsiteY6" fmla="*/ 1735057 h 3449557"/>
              <a:gd name="connsiteX0" fmla="*/ 179756 w 3631562"/>
              <a:gd name="connsiteY0" fmla="*/ 1735057 h 3455678"/>
              <a:gd name="connsiteX1" fmla="*/ 245478 w 3631562"/>
              <a:gd name="connsiteY1" fmla="*/ 793034 h 3455678"/>
              <a:gd name="connsiteX2" fmla="*/ 1894256 w 3631562"/>
              <a:gd name="connsiteY2" fmla="*/ 20557 h 3455678"/>
              <a:gd name="connsiteX3" fmla="*/ 3034398 w 3631562"/>
              <a:gd name="connsiteY3" fmla="*/ 356154 h 3455678"/>
              <a:gd name="connsiteX4" fmla="*/ 3608756 w 3631562"/>
              <a:gd name="connsiteY4" fmla="*/ 1735057 h 3455678"/>
              <a:gd name="connsiteX5" fmla="*/ 3212198 w 3631562"/>
              <a:gd name="connsiteY5" fmla="*/ 2286554 h 3455678"/>
              <a:gd name="connsiteX6" fmla="*/ 1894256 w 3631562"/>
              <a:gd name="connsiteY6" fmla="*/ 3449557 h 3455678"/>
              <a:gd name="connsiteX7" fmla="*/ 179756 w 3631562"/>
              <a:gd name="connsiteY7" fmla="*/ 1735057 h 3455678"/>
              <a:gd name="connsiteX0" fmla="*/ 179756 w 3614488"/>
              <a:gd name="connsiteY0" fmla="*/ 1730813 h 3451434"/>
              <a:gd name="connsiteX1" fmla="*/ 245478 w 3614488"/>
              <a:gd name="connsiteY1" fmla="*/ 788790 h 3451434"/>
              <a:gd name="connsiteX2" fmla="*/ 1894256 w 3614488"/>
              <a:gd name="connsiteY2" fmla="*/ 16313 h 3451434"/>
              <a:gd name="connsiteX3" fmla="*/ 3034398 w 3614488"/>
              <a:gd name="connsiteY3" fmla="*/ 351910 h 3451434"/>
              <a:gd name="connsiteX4" fmla="*/ 3318877 w 3614488"/>
              <a:gd name="connsiteY4" fmla="*/ 1357749 h 3451434"/>
              <a:gd name="connsiteX5" fmla="*/ 3608756 w 3614488"/>
              <a:gd name="connsiteY5" fmla="*/ 1730813 h 3451434"/>
              <a:gd name="connsiteX6" fmla="*/ 3212198 w 3614488"/>
              <a:gd name="connsiteY6" fmla="*/ 2282310 h 3451434"/>
              <a:gd name="connsiteX7" fmla="*/ 1894256 w 3614488"/>
              <a:gd name="connsiteY7" fmla="*/ 3445313 h 3451434"/>
              <a:gd name="connsiteX8" fmla="*/ 179756 w 3614488"/>
              <a:gd name="connsiteY8" fmla="*/ 1730813 h 3451434"/>
              <a:gd name="connsiteX0" fmla="*/ 116026 w 3550758"/>
              <a:gd name="connsiteY0" fmla="*/ 1730813 h 3448473"/>
              <a:gd name="connsiteX1" fmla="*/ 181748 w 3550758"/>
              <a:gd name="connsiteY1" fmla="*/ 788790 h 3448473"/>
              <a:gd name="connsiteX2" fmla="*/ 1830526 w 3550758"/>
              <a:gd name="connsiteY2" fmla="*/ 16313 h 3448473"/>
              <a:gd name="connsiteX3" fmla="*/ 2970668 w 3550758"/>
              <a:gd name="connsiteY3" fmla="*/ 351910 h 3448473"/>
              <a:gd name="connsiteX4" fmla="*/ 3255147 w 3550758"/>
              <a:gd name="connsiteY4" fmla="*/ 1357749 h 3448473"/>
              <a:gd name="connsiteX5" fmla="*/ 3545026 w 3550758"/>
              <a:gd name="connsiteY5" fmla="*/ 1730813 h 3448473"/>
              <a:gd name="connsiteX6" fmla="*/ 3148468 w 3550758"/>
              <a:gd name="connsiteY6" fmla="*/ 2282310 h 3448473"/>
              <a:gd name="connsiteX7" fmla="*/ 1830526 w 3550758"/>
              <a:gd name="connsiteY7" fmla="*/ 3445313 h 3448473"/>
              <a:gd name="connsiteX8" fmla="*/ 842147 w 3550758"/>
              <a:gd name="connsiteY8" fmla="*/ 2597269 h 3448473"/>
              <a:gd name="connsiteX9" fmla="*/ 116026 w 3550758"/>
              <a:gd name="connsiteY9" fmla="*/ 1730813 h 3448473"/>
              <a:gd name="connsiteX0" fmla="*/ 116026 w 3550758"/>
              <a:gd name="connsiteY0" fmla="*/ 1730813 h 3450930"/>
              <a:gd name="connsiteX1" fmla="*/ 181748 w 3550758"/>
              <a:gd name="connsiteY1" fmla="*/ 788790 h 3450930"/>
              <a:gd name="connsiteX2" fmla="*/ 1830526 w 3550758"/>
              <a:gd name="connsiteY2" fmla="*/ 16313 h 3450930"/>
              <a:gd name="connsiteX3" fmla="*/ 2970668 w 3550758"/>
              <a:gd name="connsiteY3" fmla="*/ 351910 h 3450930"/>
              <a:gd name="connsiteX4" fmla="*/ 3255147 w 3550758"/>
              <a:gd name="connsiteY4" fmla="*/ 1357749 h 3450930"/>
              <a:gd name="connsiteX5" fmla="*/ 3545026 w 3550758"/>
              <a:gd name="connsiteY5" fmla="*/ 1730813 h 3450930"/>
              <a:gd name="connsiteX6" fmla="*/ 3148468 w 3550758"/>
              <a:gd name="connsiteY6" fmla="*/ 2282310 h 3450930"/>
              <a:gd name="connsiteX7" fmla="*/ 2894467 w 3550758"/>
              <a:gd name="connsiteY7" fmla="*/ 2932550 h 3450930"/>
              <a:gd name="connsiteX8" fmla="*/ 1830526 w 3550758"/>
              <a:gd name="connsiteY8" fmla="*/ 3445313 h 3450930"/>
              <a:gd name="connsiteX9" fmla="*/ 842147 w 3550758"/>
              <a:gd name="connsiteY9" fmla="*/ 2597269 h 3450930"/>
              <a:gd name="connsiteX10" fmla="*/ 116026 w 3550758"/>
              <a:gd name="connsiteY10" fmla="*/ 1730813 h 3450930"/>
              <a:gd name="connsiteX0" fmla="*/ 116026 w 3550758"/>
              <a:gd name="connsiteY0" fmla="*/ 1717633 h 3437750"/>
              <a:gd name="connsiteX1" fmla="*/ 181748 w 3550758"/>
              <a:gd name="connsiteY1" fmla="*/ 775610 h 3437750"/>
              <a:gd name="connsiteX2" fmla="*/ 765947 w 3550758"/>
              <a:gd name="connsiteY2" fmla="*/ 206649 h 3437750"/>
              <a:gd name="connsiteX3" fmla="*/ 1830526 w 3550758"/>
              <a:gd name="connsiteY3" fmla="*/ 3133 h 3437750"/>
              <a:gd name="connsiteX4" fmla="*/ 2970668 w 3550758"/>
              <a:gd name="connsiteY4" fmla="*/ 338730 h 3437750"/>
              <a:gd name="connsiteX5" fmla="*/ 3255147 w 3550758"/>
              <a:gd name="connsiteY5" fmla="*/ 1344569 h 3437750"/>
              <a:gd name="connsiteX6" fmla="*/ 3545026 w 3550758"/>
              <a:gd name="connsiteY6" fmla="*/ 1717633 h 3437750"/>
              <a:gd name="connsiteX7" fmla="*/ 3148468 w 3550758"/>
              <a:gd name="connsiteY7" fmla="*/ 2269130 h 3437750"/>
              <a:gd name="connsiteX8" fmla="*/ 2894467 w 3550758"/>
              <a:gd name="connsiteY8" fmla="*/ 2919370 h 3437750"/>
              <a:gd name="connsiteX9" fmla="*/ 1830526 w 3550758"/>
              <a:gd name="connsiteY9" fmla="*/ 3432133 h 3437750"/>
              <a:gd name="connsiteX10" fmla="*/ 842147 w 3550758"/>
              <a:gd name="connsiteY10" fmla="*/ 2584089 h 3437750"/>
              <a:gd name="connsiteX11" fmla="*/ 116026 w 3550758"/>
              <a:gd name="connsiteY11" fmla="*/ 1717633 h 3437750"/>
              <a:gd name="connsiteX0" fmla="*/ 150619 w 3585351"/>
              <a:gd name="connsiteY0" fmla="*/ 1717633 h 3437750"/>
              <a:gd name="connsiteX1" fmla="*/ 2980 w 3585351"/>
              <a:gd name="connsiteY1" fmla="*/ 1438205 h 3437750"/>
              <a:gd name="connsiteX2" fmla="*/ 216341 w 3585351"/>
              <a:gd name="connsiteY2" fmla="*/ 775610 h 3437750"/>
              <a:gd name="connsiteX3" fmla="*/ 800540 w 3585351"/>
              <a:gd name="connsiteY3" fmla="*/ 206649 h 3437750"/>
              <a:gd name="connsiteX4" fmla="*/ 1865119 w 3585351"/>
              <a:gd name="connsiteY4" fmla="*/ 3133 h 3437750"/>
              <a:gd name="connsiteX5" fmla="*/ 3005261 w 3585351"/>
              <a:gd name="connsiteY5" fmla="*/ 338730 h 3437750"/>
              <a:gd name="connsiteX6" fmla="*/ 3289740 w 3585351"/>
              <a:gd name="connsiteY6" fmla="*/ 1344569 h 3437750"/>
              <a:gd name="connsiteX7" fmla="*/ 3579619 w 3585351"/>
              <a:gd name="connsiteY7" fmla="*/ 1717633 h 3437750"/>
              <a:gd name="connsiteX8" fmla="*/ 3183061 w 3585351"/>
              <a:gd name="connsiteY8" fmla="*/ 2269130 h 3437750"/>
              <a:gd name="connsiteX9" fmla="*/ 2929060 w 3585351"/>
              <a:gd name="connsiteY9" fmla="*/ 2919370 h 3437750"/>
              <a:gd name="connsiteX10" fmla="*/ 1865119 w 3585351"/>
              <a:gd name="connsiteY10" fmla="*/ 3432133 h 3437750"/>
              <a:gd name="connsiteX11" fmla="*/ 876740 w 3585351"/>
              <a:gd name="connsiteY11" fmla="*/ 2584089 h 3437750"/>
              <a:gd name="connsiteX12" fmla="*/ 150619 w 3585351"/>
              <a:gd name="connsiteY12" fmla="*/ 1717633 h 3437750"/>
              <a:gd name="connsiteX0" fmla="*/ 148314 w 3583046"/>
              <a:gd name="connsiteY0" fmla="*/ 1717633 h 3437750"/>
              <a:gd name="connsiteX1" fmla="*/ 675 w 3583046"/>
              <a:gd name="connsiteY1" fmla="*/ 1438205 h 3437750"/>
              <a:gd name="connsiteX2" fmla="*/ 214036 w 3583046"/>
              <a:gd name="connsiteY2" fmla="*/ 775610 h 3437750"/>
              <a:gd name="connsiteX3" fmla="*/ 798235 w 3583046"/>
              <a:gd name="connsiteY3" fmla="*/ 206649 h 3437750"/>
              <a:gd name="connsiteX4" fmla="*/ 1862814 w 3583046"/>
              <a:gd name="connsiteY4" fmla="*/ 3133 h 3437750"/>
              <a:gd name="connsiteX5" fmla="*/ 3002956 w 3583046"/>
              <a:gd name="connsiteY5" fmla="*/ 338730 h 3437750"/>
              <a:gd name="connsiteX6" fmla="*/ 3287435 w 3583046"/>
              <a:gd name="connsiteY6" fmla="*/ 1344569 h 3437750"/>
              <a:gd name="connsiteX7" fmla="*/ 3577314 w 3583046"/>
              <a:gd name="connsiteY7" fmla="*/ 1717633 h 3437750"/>
              <a:gd name="connsiteX8" fmla="*/ 3180756 w 3583046"/>
              <a:gd name="connsiteY8" fmla="*/ 2269130 h 3437750"/>
              <a:gd name="connsiteX9" fmla="*/ 2926755 w 3583046"/>
              <a:gd name="connsiteY9" fmla="*/ 2919370 h 3437750"/>
              <a:gd name="connsiteX10" fmla="*/ 1862814 w 3583046"/>
              <a:gd name="connsiteY10" fmla="*/ 3432133 h 3437750"/>
              <a:gd name="connsiteX11" fmla="*/ 874435 w 3583046"/>
              <a:gd name="connsiteY11" fmla="*/ 2584089 h 3437750"/>
              <a:gd name="connsiteX12" fmla="*/ 198796 w 3583046"/>
              <a:gd name="connsiteY12" fmla="*/ 2139245 h 3437750"/>
              <a:gd name="connsiteX13" fmla="*/ 148314 w 3583046"/>
              <a:gd name="connsiteY13" fmla="*/ 1717633 h 3437750"/>
              <a:gd name="connsiteX0" fmla="*/ 148314 w 3583046"/>
              <a:gd name="connsiteY0" fmla="*/ 1717633 h 3437750"/>
              <a:gd name="connsiteX1" fmla="*/ 675 w 3583046"/>
              <a:gd name="connsiteY1" fmla="*/ 1438205 h 3437750"/>
              <a:gd name="connsiteX2" fmla="*/ 214036 w 3583046"/>
              <a:gd name="connsiteY2" fmla="*/ 775610 h 3437750"/>
              <a:gd name="connsiteX3" fmla="*/ 798235 w 3583046"/>
              <a:gd name="connsiteY3" fmla="*/ 206649 h 3437750"/>
              <a:gd name="connsiteX4" fmla="*/ 1862814 w 3583046"/>
              <a:gd name="connsiteY4" fmla="*/ 3133 h 3437750"/>
              <a:gd name="connsiteX5" fmla="*/ 3002956 w 3583046"/>
              <a:gd name="connsiteY5" fmla="*/ 338730 h 3437750"/>
              <a:gd name="connsiteX6" fmla="*/ 3287435 w 3583046"/>
              <a:gd name="connsiteY6" fmla="*/ 1344569 h 3437750"/>
              <a:gd name="connsiteX7" fmla="*/ 3577314 w 3583046"/>
              <a:gd name="connsiteY7" fmla="*/ 1717633 h 3437750"/>
              <a:gd name="connsiteX8" fmla="*/ 3180756 w 3583046"/>
              <a:gd name="connsiteY8" fmla="*/ 2269130 h 3437750"/>
              <a:gd name="connsiteX9" fmla="*/ 2926755 w 3583046"/>
              <a:gd name="connsiteY9" fmla="*/ 2919370 h 3437750"/>
              <a:gd name="connsiteX10" fmla="*/ 1862814 w 3583046"/>
              <a:gd name="connsiteY10" fmla="*/ 3432133 h 3437750"/>
              <a:gd name="connsiteX11" fmla="*/ 874435 w 3583046"/>
              <a:gd name="connsiteY11" fmla="*/ 2584089 h 3437750"/>
              <a:gd name="connsiteX12" fmla="*/ 818555 w 3583046"/>
              <a:gd name="connsiteY12" fmla="*/ 1494085 h 3437750"/>
              <a:gd name="connsiteX13" fmla="*/ 198796 w 3583046"/>
              <a:gd name="connsiteY13" fmla="*/ 2139245 h 3437750"/>
              <a:gd name="connsiteX14" fmla="*/ 148314 w 3583046"/>
              <a:gd name="connsiteY14" fmla="*/ 1717633 h 3437750"/>
              <a:gd name="connsiteX0" fmla="*/ 148314 w 3583046"/>
              <a:gd name="connsiteY0" fmla="*/ 1717633 h 3437750"/>
              <a:gd name="connsiteX1" fmla="*/ 675 w 3583046"/>
              <a:gd name="connsiteY1" fmla="*/ 1438205 h 3437750"/>
              <a:gd name="connsiteX2" fmla="*/ 214036 w 3583046"/>
              <a:gd name="connsiteY2" fmla="*/ 775610 h 3437750"/>
              <a:gd name="connsiteX3" fmla="*/ 798235 w 3583046"/>
              <a:gd name="connsiteY3" fmla="*/ 206649 h 3437750"/>
              <a:gd name="connsiteX4" fmla="*/ 1862814 w 3583046"/>
              <a:gd name="connsiteY4" fmla="*/ 3133 h 3437750"/>
              <a:gd name="connsiteX5" fmla="*/ 3002956 w 3583046"/>
              <a:gd name="connsiteY5" fmla="*/ 338730 h 3437750"/>
              <a:gd name="connsiteX6" fmla="*/ 3287435 w 3583046"/>
              <a:gd name="connsiteY6" fmla="*/ 1344569 h 3437750"/>
              <a:gd name="connsiteX7" fmla="*/ 3577314 w 3583046"/>
              <a:gd name="connsiteY7" fmla="*/ 1717633 h 3437750"/>
              <a:gd name="connsiteX8" fmla="*/ 3180756 w 3583046"/>
              <a:gd name="connsiteY8" fmla="*/ 2269130 h 3437750"/>
              <a:gd name="connsiteX9" fmla="*/ 2926755 w 3583046"/>
              <a:gd name="connsiteY9" fmla="*/ 2919370 h 3437750"/>
              <a:gd name="connsiteX10" fmla="*/ 1862814 w 3583046"/>
              <a:gd name="connsiteY10" fmla="*/ 3432133 h 3437750"/>
              <a:gd name="connsiteX11" fmla="*/ 874435 w 3583046"/>
              <a:gd name="connsiteY11" fmla="*/ 2584089 h 3437750"/>
              <a:gd name="connsiteX12" fmla="*/ 818555 w 3583046"/>
              <a:gd name="connsiteY12" fmla="*/ 1494085 h 3437750"/>
              <a:gd name="connsiteX13" fmla="*/ 198796 w 3583046"/>
              <a:gd name="connsiteY13" fmla="*/ 2139245 h 3437750"/>
              <a:gd name="connsiteX14" fmla="*/ 148314 w 3583046"/>
              <a:gd name="connsiteY14" fmla="*/ 1717633 h 3437750"/>
              <a:gd name="connsiteX0" fmla="*/ 148314 w 3583046"/>
              <a:gd name="connsiteY0" fmla="*/ 1717633 h 3437750"/>
              <a:gd name="connsiteX1" fmla="*/ 675 w 3583046"/>
              <a:gd name="connsiteY1" fmla="*/ 1438205 h 3437750"/>
              <a:gd name="connsiteX2" fmla="*/ 214036 w 3583046"/>
              <a:gd name="connsiteY2" fmla="*/ 775610 h 3437750"/>
              <a:gd name="connsiteX3" fmla="*/ 798235 w 3583046"/>
              <a:gd name="connsiteY3" fmla="*/ 206649 h 3437750"/>
              <a:gd name="connsiteX4" fmla="*/ 1862814 w 3583046"/>
              <a:gd name="connsiteY4" fmla="*/ 3133 h 3437750"/>
              <a:gd name="connsiteX5" fmla="*/ 3002956 w 3583046"/>
              <a:gd name="connsiteY5" fmla="*/ 338730 h 3437750"/>
              <a:gd name="connsiteX6" fmla="*/ 3287435 w 3583046"/>
              <a:gd name="connsiteY6" fmla="*/ 1344569 h 3437750"/>
              <a:gd name="connsiteX7" fmla="*/ 3577314 w 3583046"/>
              <a:gd name="connsiteY7" fmla="*/ 1717633 h 3437750"/>
              <a:gd name="connsiteX8" fmla="*/ 3180756 w 3583046"/>
              <a:gd name="connsiteY8" fmla="*/ 2269130 h 3437750"/>
              <a:gd name="connsiteX9" fmla="*/ 2926755 w 3583046"/>
              <a:gd name="connsiteY9" fmla="*/ 2919370 h 3437750"/>
              <a:gd name="connsiteX10" fmla="*/ 1862814 w 3583046"/>
              <a:gd name="connsiteY10" fmla="*/ 3432133 h 3437750"/>
              <a:gd name="connsiteX11" fmla="*/ 874435 w 3583046"/>
              <a:gd name="connsiteY11" fmla="*/ 2584089 h 3437750"/>
              <a:gd name="connsiteX12" fmla="*/ 818555 w 3583046"/>
              <a:gd name="connsiteY12" fmla="*/ 1494085 h 3437750"/>
              <a:gd name="connsiteX13" fmla="*/ 198796 w 3583046"/>
              <a:gd name="connsiteY13" fmla="*/ 2139245 h 3437750"/>
              <a:gd name="connsiteX14" fmla="*/ 148314 w 3583046"/>
              <a:gd name="connsiteY14" fmla="*/ 1717633 h 3437750"/>
              <a:gd name="connsiteX0" fmla="*/ 148314 w 3583046"/>
              <a:gd name="connsiteY0" fmla="*/ 1717633 h 3433264"/>
              <a:gd name="connsiteX1" fmla="*/ 675 w 3583046"/>
              <a:gd name="connsiteY1" fmla="*/ 1438205 h 3433264"/>
              <a:gd name="connsiteX2" fmla="*/ 214036 w 3583046"/>
              <a:gd name="connsiteY2" fmla="*/ 775610 h 3433264"/>
              <a:gd name="connsiteX3" fmla="*/ 798235 w 3583046"/>
              <a:gd name="connsiteY3" fmla="*/ 206649 h 3433264"/>
              <a:gd name="connsiteX4" fmla="*/ 1862814 w 3583046"/>
              <a:gd name="connsiteY4" fmla="*/ 3133 h 3433264"/>
              <a:gd name="connsiteX5" fmla="*/ 3002956 w 3583046"/>
              <a:gd name="connsiteY5" fmla="*/ 338730 h 3433264"/>
              <a:gd name="connsiteX6" fmla="*/ 3287435 w 3583046"/>
              <a:gd name="connsiteY6" fmla="*/ 1344569 h 3433264"/>
              <a:gd name="connsiteX7" fmla="*/ 3577314 w 3583046"/>
              <a:gd name="connsiteY7" fmla="*/ 1717633 h 3433264"/>
              <a:gd name="connsiteX8" fmla="*/ 3180756 w 3583046"/>
              <a:gd name="connsiteY8" fmla="*/ 2269130 h 3433264"/>
              <a:gd name="connsiteX9" fmla="*/ 2926755 w 3583046"/>
              <a:gd name="connsiteY9" fmla="*/ 2919370 h 3433264"/>
              <a:gd name="connsiteX10" fmla="*/ 1862814 w 3583046"/>
              <a:gd name="connsiteY10" fmla="*/ 3432133 h 3433264"/>
              <a:gd name="connsiteX11" fmla="*/ 1489115 w 3583046"/>
              <a:gd name="connsiteY11" fmla="*/ 3043485 h 3433264"/>
              <a:gd name="connsiteX12" fmla="*/ 874435 w 3583046"/>
              <a:gd name="connsiteY12" fmla="*/ 2584089 h 3433264"/>
              <a:gd name="connsiteX13" fmla="*/ 818555 w 3583046"/>
              <a:gd name="connsiteY13" fmla="*/ 1494085 h 3433264"/>
              <a:gd name="connsiteX14" fmla="*/ 198796 w 3583046"/>
              <a:gd name="connsiteY14" fmla="*/ 2139245 h 3433264"/>
              <a:gd name="connsiteX15" fmla="*/ 148314 w 3583046"/>
              <a:gd name="connsiteY15" fmla="*/ 1717633 h 3433264"/>
              <a:gd name="connsiteX0" fmla="*/ 148314 w 3583046"/>
              <a:gd name="connsiteY0" fmla="*/ 1726066 h 3441697"/>
              <a:gd name="connsiteX1" fmla="*/ 675 w 3583046"/>
              <a:gd name="connsiteY1" fmla="*/ 1446638 h 3441697"/>
              <a:gd name="connsiteX2" fmla="*/ 214036 w 3583046"/>
              <a:gd name="connsiteY2" fmla="*/ 784043 h 3441697"/>
              <a:gd name="connsiteX3" fmla="*/ 798235 w 3583046"/>
              <a:gd name="connsiteY3" fmla="*/ 215082 h 3441697"/>
              <a:gd name="connsiteX4" fmla="*/ 1862814 w 3583046"/>
              <a:gd name="connsiteY4" fmla="*/ 11566 h 3441697"/>
              <a:gd name="connsiteX5" fmla="*/ 2576235 w 3583046"/>
              <a:gd name="connsiteY5" fmla="*/ 59798 h 3441697"/>
              <a:gd name="connsiteX6" fmla="*/ 3002956 w 3583046"/>
              <a:gd name="connsiteY6" fmla="*/ 347163 h 3441697"/>
              <a:gd name="connsiteX7" fmla="*/ 3287435 w 3583046"/>
              <a:gd name="connsiteY7" fmla="*/ 1353002 h 3441697"/>
              <a:gd name="connsiteX8" fmla="*/ 3577314 w 3583046"/>
              <a:gd name="connsiteY8" fmla="*/ 1726066 h 3441697"/>
              <a:gd name="connsiteX9" fmla="*/ 3180756 w 3583046"/>
              <a:gd name="connsiteY9" fmla="*/ 2277563 h 3441697"/>
              <a:gd name="connsiteX10" fmla="*/ 2926755 w 3583046"/>
              <a:gd name="connsiteY10" fmla="*/ 2927803 h 3441697"/>
              <a:gd name="connsiteX11" fmla="*/ 1862814 w 3583046"/>
              <a:gd name="connsiteY11" fmla="*/ 3440566 h 3441697"/>
              <a:gd name="connsiteX12" fmla="*/ 1489115 w 3583046"/>
              <a:gd name="connsiteY12" fmla="*/ 3051918 h 3441697"/>
              <a:gd name="connsiteX13" fmla="*/ 874435 w 3583046"/>
              <a:gd name="connsiteY13" fmla="*/ 2592522 h 3441697"/>
              <a:gd name="connsiteX14" fmla="*/ 818555 w 3583046"/>
              <a:gd name="connsiteY14" fmla="*/ 1502518 h 3441697"/>
              <a:gd name="connsiteX15" fmla="*/ 198796 w 3583046"/>
              <a:gd name="connsiteY15" fmla="*/ 2147678 h 3441697"/>
              <a:gd name="connsiteX16" fmla="*/ 148314 w 3583046"/>
              <a:gd name="connsiteY16" fmla="*/ 1726066 h 3441697"/>
              <a:gd name="connsiteX0" fmla="*/ 148314 w 3583046"/>
              <a:gd name="connsiteY0" fmla="*/ 1726066 h 3459828"/>
              <a:gd name="connsiteX1" fmla="*/ 675 w 3583046"/>
              <a:gd name="connsiteY1" fmla="*/ 1446638 h 3459828"/>
              <a:gd name="connsiteX2" fmla="*/ 214036 w 3583046"/>
              <a:gd name="connsiteY2" fmla="*/ 784043 h 3459828"/>
              <a:gd name="connsiteX3" fmla="*/ 798235 w 3583046"/>
              <a:gd name="connsiteY3" fmla="*/ 215082 h 3459828"/>
              <a:gd name="connsiteX4" fmla="*/ 1862814 w 3583046"/>
              <a:gd name="connsiteY4" fmla="*/ 11566 h 3459828"/>
              <a:gd name="connsiteX5" fmla="*/ 2576235 w 3583046"/>
              <a:gd name="connsiteY5" fmla="*/ 59798 h 3459828"/>
              <a:gd name="connsiteX6" fmla="*/ 3002956 w 3583046"/>
              <a:gd name="connsiteY6" fmla="*/ 347163 h 3459828"/>
              <a:gd name="connsiteX7" fmla="*/ 3287435 w 3583046"/>
              <a:gd name="connsiteY7" fmla="*/ 1353002 h 3459828"/>
              <a:gd name="connsiteX8" fmla="*/ 3577314 w 3583046"/>
              <a:gd name="connsiteY8" fmla="*/ 1726066 h 3459828"/>
              <a:gd name="connsiteX9" fmla="*/ 3180756 w 3583046"/>
              <a:gd name="connsiteY9" fmla="*/ 2277563 h 3459828"/>
              <a:gd name="connsiteX10" fmla="*/ 2926755 w 3583046"/>
              <a:gd name="connsiteY10" fmla="*/ 2927803 h 3459828"/>
              <a:gd name="connsiteX11" fmla="*/ 2423835 w 3583046"/>
              <a:gd name="connsiteY11" fmla="*/ 3351639 h 3459828"/>
              <a:gd name="connsiteX12" fmla="*/ 1862814 w 3583046"/>
              <a:gd name="connsiteY12" fmla="*/ 3440566 h 3459828"/>
              <a:gd name="connsiteX13" fmla="*/ 1489115 w 3583046"/>
              <a:gd name="connsiteY13" fmla="*/ 3051918 h 3459828"/>
              <a:gd name="connsiteX14" fmla="*/ 874435 w 3583046"/>
              <a:gd name="connsiteY14" fmla="*/ 2592522 h 3459828"/>
              <a:gd name="connsiteX15" fmla="*/ 818555 w 3583046"/>
              <a:gd name="connsiteY15" fmla="*/ 1502518 h 3459828"/>
              <a:gd name="connsiteX16" fmla="*/ 198796 w 3583046"/>
              <a:gd name="connsiteY16" fmla="*/ 2147678 h 3459828"/>
              <a:gd name="connsiteX17" fmla="*/ 148314 w 3583046"/>
              <a:gd name="connsiteY17" fmla="*/ 1726066 h 345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83046" h="3459828">
                <a:moveTo>
                  <a:pt x="148314" y="1726066"/>
                </a:moveTo>
                <a:cubicBezTo>
                  <a:pt x="115294" y="1609226"/>
                  <a:pt x="-10279" y="1603642"/>
                  <a:pt x="675" y="1446638"/>
                </a:cubicBezTo>
                <a:cubicBezTo>
                  <a:pt x="11629" y="1289634"/>
                  <a:pt x="88729" y="987609"/>
                  <a:pt x="214036" y="784043"/>
                </a:cubicBezTo>
                <a:cubicBezTo>
                  <a:pt x="358763" y="544913"/>
                  <a:pt x="523439" y="343828"/>
                  <a:pt x="798235" y="215082"/>
                </a:cubicBezTo>
                <a:cubicBezTo>
                  <a:pt x="1073031" y="86336"/>
                  <a:pt x="1566481" y="37447"/>
                  <a:pt x="1862814" y="11566"/>
                </a:cubicBezTo>
                <a:cubicBezTo>
                  <a:pt x="2159147" y="-14315"/>
                  <a:pt x="2386211" y="3865"/>
                  <a:pt x="2576235" y="59798"/>
                </a:cubicBezTo>
                <a:cubicBezTo>
                  <a:pt x="2766259" y="115731"/>
                  <a:pt x="2874263" y="140942"/>
                  <a:pt x="3002956" y="347163"/>
                </a:cubicBezTo>
                <a:cubicBezTo>
                  <a:pt x="3131649" y="553384"/>
                  <a:pt x="3191709" y="1123185"/>
                  <a:pt x="3287435" y="1353002"/>
                </a:cubicBezTo>
                <a:cubicBezTo>
                  <a:pt x="3383161" y="1582819"/>
                  <a:pt x="3623034" y="1575359"/>
                  <a:pt x="3577314" y="1726066"/>
                </a:cubicBezTo>
                <a:cubicBezTo>
                  <a:pt x="3531594" y="1876773"/>
                  <a:pt x="3349296" y="2077274"/>
                  <a:pt x="3180756" y="2277563"/>
                </a:cubicBezTo>
                <a:cubicBezTo>
                  <a:pt x="3012216" y="2477852"/>
                  <a:pt x="3053755" y="2767417"/>
                  <a:pt x="2926755" y="2927803"/>
                </a:cubicBezTo>
                <a:cubicBezTo>
                  <a:pt x="2799755" y="3088189"/>
                  <a:pt x="2601158" y="3266179"/>
                  <a:pt x="2423835" y="3351639"/>
                </a:cubicBezTo>
                <a:cubicBezTo>
                  <a:pt x="2246512" y="3437099"/>
                  <a:pt x="2018601" y="3490519"/>
                  <a:pt x="1862814" y="3440566"/>
                </a:cubicBezTo>
                <a:cubicBezTo>
                  <a:pt x="1707027" y="3390613"/>
                  <a:pt x="1653845" y="3193259"/>
                  <a:pt x="1489115" y="3051918"/>
                </a:cubicBezTo>
                <a:cubicBezTo>
                  <a:pt x="1324385" y="2910577"/>
                  <a:pt x="965028" y="2858375"/>
                  <a:pt x="874435" y="2592522"/>
                </a:cubicBezTo>
                <a:cubicBezTo>
                  <a:pt x="783842" y="2326669"/>
                  <a:pt x="880362" y="1525859"/>
                  <a:pt x="818555" y="1502518"/>
                </a:cubicBezTo>
                <a:cubicBezTo>
                  <a:pt x="756748" y="1479177"/>
                  <a:pt x="273249" y="2260280"/>
                  <a:pt x="198796" y="2147678"/>
                </a:cubicBezTo>
                <a:cubicBezTo>
                  <a:pt x="77776" y="2003269"/>
                  <a:pt x="181334" y="1842906"/>
                  <a:pt x="148314" y="1726066"/>
                </a:cubicBezTo>
                <a:close/>
              </a:path>
            </a:pathLst>
          </a:custGeom>
          <a:solidFill>
            <a:schemeClr val="tx1">
              <a:lumMod val="95000"/>
              <a:lumOff val="5000"/>
            </a:schemeClr>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352921435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6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3" y="1043517"/>
            <a:ext cx="10180912" cy="5814483"/>
          </a:xfrm>
          <a:custGeom>
            <a:avLst/>
            <a:gdLst>
              <a:gd name="connsiteX0" fmla="*/ 0 w 7127875"/>
              <a:gd name="connsiteY0" fmla="*/ 0 h 4360862"/>
              <a:gd name="connsiteX1" fmla="*/ 7127875 w 7127875"/>
              <a:gd name="connsiteY1" fmla="*/ 0 h 4360862"/>
              <a:gd name="connsiteX2" fmla="*/ 7127875 w 7127875"/>
              <a:gd name="connsiteY2" fmla="*/ 4360862 h 4360862"/>
              <a:gd name="connsiteX3" fmla="*/ 0 w 7127875"/>
              <a:gd name="connsiteY3" fmla="*/ 4360862 h 4360862"/>
              <a:gd name="connsiteX4" fmla="*/ 0 w 7127875"/>
              <a:gd name="connsiteY4" fmla="*/ 0 h 4360862"/>
              <a:gd name="connsiteX0" fmla="*/ 0 w 7127875"/>
              <a:gd name="connsiteY0" fmla="*/ 0 h 4360862"/>
              <a:gd name="connsiteX1" fmla="*/ 467360 w 7127875"/>
              <a:gd name="connsiteY1" fmla="*/ 619442 h 4360862"/>
              <a:gd name="connsiteX2" fmla="*/ 7127875 w 7127875"/>
              <a:gd name="connsiteY2" fmla="*/ 0 h 4360862"/>
              <a:gd name="connsiteX3" fmla="*/ 7127875 w 7127875"/>
              <a:gd name="connsiteY3" fmla="*/ 4360862 h 4360862"/>
              <a:gd name="connsiteX4" fmla="*/ 0 w 7127875"/>
              <a:gd name="connsiteY4" fmla="*/ 4360862 h 4360862"/>
              <a:gd name="connsiteX5" fmla="*/ 0 w 7127875"/>
              <a:gd name="connsiteY5" fmla="*/ 0 h 4360862"/>
              <a:gd name="connsiteX0" fmla="*/ 0 w 7127875"/>
              <a:gd name="connsiteY0" fmla="*/ 0 h 4360862"/>
              <a:gd name="connsiteX1" fmla="*/ 467360 w 7127875"/>
              <a:gd name="connsiteY1" fmla="*/ 619442 h 4360862"/>
              <a:gd name="connsiteX2" fmla="*/ 731520 w 7127875"/>
              <a:gd name="connsiteY2" fmla="*/ 949642 h 4360862"/>
              <a:gd name="connsiteX3" fmla="*/ 7127875 w 7127875"/>
              <a:gd name="connsiteY3" fmla="*/ 0 h 4360862"/>
              <a:gd name="connsiteX4" fmla="*/ 7127875 w 7127875"/>
              <a:gd name="connsiteY4" fmla="*/ 4360862 h 4360862"/>
              <a:gd name="connsiteX5" fmla="*/ 0 w 7127875"/>
              <a:gd name="connsiteY5" fmla="*/ 4360862 h 4360862"/>
              <a:gd name="connsiteX6" fmla="*/ 0 w 7127875"/>
              <a:gd name="connsiteY6"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7127875 w 7127875"/>
              <a:gd name="connsiteY4" fmla="*/ 0 h 4360862"/>
              <a:gd name="connsiteX5" fmla="*/ 7127875 w 7127875"/>
              <a:gd name="connsiteY5" fmla="*/ 4360862 h 4360862"/>
              <a:gd name="connsiteX6" fmla="*/ 0 w 7127875"/>
              <a:gd name="connsiteY6" fmla="*/ 4360862 h 4360862"/>
              <a:gd name="connsiteX7" fmla="*/ 0 w 7127875"/>
              <a:gd name="connsiteY7"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413000 w 7127875"/>
              <a:gd name="connsiteY4" fmla="*/ 1483042 h 4360862"/>
              <a:gd name="connsiteX5" fmla="*/ 7127875 w 7127875"/>
              <a:gd name="connsiteY5" fmla="*/ 0 h 4360862"/>
              <a:gd name="connsiteX6" fmla="*/ 7127875 w 7127875"/>
              <a:gd name="connsiteY6" fmla="*/ 4360862 h 4360862"/>
              <a:gd name="connsiteX7" fmla="*/ 0 w 7127875"/>
              <a:gd name="connsiteY7" fmla="*/ 4360862 h 4360862"/>
              <a:gd name="connsiteX8" fmla="*/ 0 w 7127875"/>
              <a:gd name="connsiteY8"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413000 w 7127875"/>
              <a:gd name="connsiteY4" fmla="*/ 1483042 h 4360862"/>
              <a:gd name="connsiteX5" fmla="*/ 4374515 w 7127875"/>
              <a:gd name="connsiteY5" fmla="*/ 2921000 h 4360862"/>
              <a:gd name="connsiteX6" fmla="*/ 7127875 w 7127875"/>
              <a:gd name="connsiteY6" fmla="*/ 4360862 h 4360862"/>
              <a:gd name="connsiteX7" fmla="*/ 0 w 7127875"/>
              <a:gd name="connsiteY7" fmla="*/ 4360862 h 4360862"/>
              <a:gd name="connsiteX8" fmla="*/ 0 w 7127875"/>
              <a:gd name="connsiteY8"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413000 w 7127875"/>
              <a:gd name="connsiteY4" fmla="*/ 1483042 h 4360862"/>
              <a:gd name="connsiteX5" fmla="*/ 2824480 w 7127875"/>
              <a:gd name="connsiteY5" fmla="*/ 2433002 h 4360862"/>
              <a:gd name="connsiteX6" fmla="*/ 4374515 w 7127875"/>
              <a:gd name="connsiteY6" fmla="*/ 2921000 h 4360862"/>
              <a:gd name="connsiteX7" fmla="*/ 7127875 w 7127875"/>
              <a:gd name="connsiteY7" fmla="*/ 4360862 h 4360862"/>
              <a:gd name="connsiteX8" fmla="*/ 0 w 7127875"/>
              <a:gd name="connsiteY8" fmla="*/ 4360862 h 4360862"/>
              <a:gd name="connsiteX9" fmla="*/ 0 w 7127875"/>
              <a:gd name="connsiteY9"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7127875 w 7127875"/>
              <a:gd name="connsiteY7" fmla="*/ 4360862 h 4360862"/>
              <a:gd name="connsiteX8" fmla="*/ 0 w 7127875"/>
              <a:gd name="connsiteY8" fmla="*/ 4360862 h 4360862"/>
              <a:gd name="connsiteX9" fmla="*/ 0 w 7127875"/>
              <a:gd name="connsiteY9"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7127875 w 7127875"/>
              <a:gd name="connsiteY7" fmla="*/ 4360862 h 4360862"/>
              <a:gd name="connsiteX8" fmla="*/ 0 w 7127875"/>
              <a:gd name="connsiteY8" fmla="*/ 4360862 h 4360862"/>
              <a:gd name="connsiteX9" fmla="*/ 0 w 7127875"/>
              <a:gd name="connsiteY9"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6131560 w 7127875"/>
              <a:gd name="connsiteY7" fmla="*/ 3057842 h 4360862"/>
              <a:gd name="connsiteX8" fmla="*/ 7127875 w 7127875"/>
              <a:gd name="connsiteY8" fmla="*/ 4360862 h 4360862"/>
              <a:gd name="connsiteX9" fmla="*/ 0 w 7127875"/>
              <a:gd name="connsiteY9" fmla="*/ 4360862 h 4360862"/>
              <a:gd name="connsiteX10" fmla="*/ 0 w 7127875"/>
              <a:gd name="connsiteY10"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5486400 w 7127875"/>
              <a:gd name="connsiteY7" fmla="*/ 3052762 h 4360862"/>
              <a:gd name="connsiteX8" fmla="*/ 6131560 w 7127875"/>
              <a:gd name="connsiteY8" fmla="*/ 3057842 h 4360862"/>
              <a:gd name="connsiteX9" fmla="*/ 7127875 w 7127875"/>
              <a:gd name="connsiteY9" fmla="*/ 4360862 h 4360862"/>
              <a:gd name="connsiteX10" fmla="*/ 0 w 7127875"/>
              <a:gd name="connsiteY10" fmla="*/ 4360862 h 4360862"/>
              <a:gd name="connsiteX11" fmla="*/ 0 w 7127875"/>
              <a:gd name="connsiteY11"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5486400 w 7127875"/>
              <a:gd name="connsiteY7" fmla="*/ 3052762 h 4360862"/>
              <a:gd name="connsiteX8" fmla="*/ 6131560 w 7127875"/>
              <a:gd name="connsiteY8" fmla="*/ 3057842 h 4360862"/>
              <a:gd name="connsiteX9" fmla="*/ 5567680 w 7127875"/>
              <a:gd name="connsiteY9" fmla="*/ 3291522 h 4360862"/>
              <a:gd name="connsiteX10" fmla="*/ 7127875 w 7127875"/>
              <a:gd name="connsiteY10" fmla="*/ 4360862 h 4360862"/>
              <a:gd name="connsiteX11" fmla="*/ 0 w 7127875"/>
              <a:gd name="connsiteY11" fmla="*/ 4360862 h 4360862"/>
              <a:gd name="connsiteX12" fmla="*/ 0 w 7127875"/>
              <a:gd name="connsiteY12"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5486400 w 7127875"/>
              <a:gd name="connsiteY7" fmla="*/ 3052762 h 4360862"/>
              <a:gd name="connsiteX8" fmla="*/ 6131560 w 7127875"/>
              <a:gd name="connsiteY8" fmla="*/ 3057842 h 4360862"/>
              <a:gd name="connsiteX9" fmla="*/ 5567680 w 7127875"/>
              <a:gd name="connsiteY9" fmla="*/ 3291522 h 4360862"/>
              <a:gd name="connsiteX10" fmla="*/ 5938520 w 7127875"/>
              <a:gd name="connsiteY10" fmla="*/ 3621722 h 4360862"/>
              <a:gd name="connsiteX11" fmla="*/ 7127875 w 7127875"/>
              <a:gd name="connsiteY11" fmla="*/ 4360862 h 4360862"/>
              <a:gd name="connsiteX12" fmla="*/ 0 w 7127875"/>
              <a:gd name="connsiteY12" fmla="*/ 4360862 h 4360862"/>
              <a:gd name="connsiteX13" fmla="*/ 0 w 7127875"/>
              <a:gd name="connsiteY13"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5486400 w 7127875"/>
              <a:gd name="connsiteY7" fmla="*/ 3052762 h 4360862"/>
              <a:gd name="connsiteX8" fmla="*/ 6131560 w 7127875"/>
              <a:gd name="connsiteY8" fmla="*/ 3057842 h 4360862"/>
              <a:gd name="connsiteX9" fmla="*/ 5567680 w 7127875"/>
              <a:gd name="connsiteY9" fmla="*/ 3291522 h 4360862"/>
              <a:gd name="connsiteX10" fmla="*/ 5938520 w 7127875"/>
              <a:gd name="connsiteY10" fmla="*/ 3621722 h 4360862"/>
              <a:gd name="connsiteX11" fmla="*/ 6685280 w 7127875"/>
              <a:gd name="connsiteY11" fmla="*/ 3763962 h 4360862"/>
              <a:gd name="connsiteX12" fmla="*/ 7127875 w 7127875"/>
              <a:gd name="connsiteY12" fmla="*/ 4360862 h 4360862"/>
              <a:gd name="connsiteX13" fmla="*/ 0 w 7127875"/>
              <a:gd name="connsiteY13" fmla="*/ 4360862 h 4360862"/>
              <a:gd name="connsiteX14" fmla="*/ 0 w 7127875"/>
              <a:gd name="connsiteY14"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5486400 w 7127875"/>
              <a:gd name="connsiteY7" fmla="*/ 3052762 h 4360862"/>
              <a:gd name="connsiteX8" fmla="*/ 6131560 w 7127875"/>
              <a:gd name="connsiteY8" fmla="*/ 3057842 h 4360862"/>
              <a:gd name="connsiteX9" fmla="*/ 5567680 w 7127875"/>
              <a:gd name="connsiteY9" fmla="*/ 3291522 h 4360862"/>
              <a:gd name="connsiteX10" fmla="*/ 5938520 w 7127875"/>
              <a:gd name="connsiteY10" fmla="*/ 3621722 h 4360862"/>
              <a:gd name="connsiteX11" fmla="*/ 6685280 w 7127875"/>
              <a:gd name="connsiteY11" fmla="*/ 3763962 h 4360862"/>
              <a:gd name="connsiteX12" fmla="*/ 7127875 w 7127875"/>
              <a:gd name="connsiteY12" fmla="*/ 4360862 h 4360862"/>
              <a:gd name="connsiteX13" fmla="*/ 0 w 7127875"/>
              <a:gd name="connsiteY13" fmla="*/ 4360862 h 4360862"/>
              <a:gd name="connsiteX14" fmla="*/ 0 w 7127875"/>
              <a:gd name="connsiteY14" fmla="*/ 0 h 4360862"/>
              <a:gd name="connsiteX0" fmla="*/ 0 w 7426808"/>
              <a:gd name="connsiteY0" fmla="*/ 0 h 4360862"/>
              <a:gd name="connsiteX1" fmla="*/ 467360 w 7426808"/>
              <a:gd name="connsiteY1" fmla="*/ 619442 h 4360862"/>
              <a:gd name="connsiteX2" fmla="*/ 731520 w 7426808"/>
              <a:gd name="connsiteY2" fmla="*/ 949642 h 4360862"/>
              <a:gd name="connsiteX3" fmla="*/ 772160 w 7426808"/>
              <a:gd name="connsiteY3" fmla="*/ 334962 h 4360862"/>
              <a:gd name="connsiteX4" fmla="*/ 2362200 w 7426808"/>
              <a:gd name="connsiteY4" fmla="*/ 1798002 h 4360862"/>
              <a:gd name="connsiteX5" fmla="*/ 2824480 w 7426808"/>
              <a:gd name="connsiteY5" fmla="*/ 2433002 h 4360862"/>
              <a:gd name="connsiteX6" fmla="*/ 4374515 w 7426808"/>
              <a:gd name="connsiteY6" fmla="*/ 2921000 h 4360862"/>
              <a:gd name="connsiteX7" fmla="*/ 5486400 w 7426808"/>
              <a:gd name="connsiteY7" fmla="*/ 3052762 h 4360862"/>
              <a:gd name="connsiteX8" fmla="*/ 6131560 w 7426808"/>
              <a:gd name="connsiteY8" fmla="*/ 3057842 h 4360862"/>
              <a:gd name="connsiteX9" fmla="*/ 5567680 w 7426808"/>
              <a:gd name="connsiteY9" fmla="*/ 3291522 h 4360862"/>
              <a:gd name="connsiteX10" fmla="*/ 5938520 w 7426808"/>
              <a:gd name="connsiteY10" fmla="*/ 3621722 h 4360862"/>
              <a:gd name="connsiteX11" fmla="*/ 6685280 w 7426808"/>
              <a:gd name="connsiteY11" fmla="*/ 3763962 h 4360862"/>
              <a:gd name="connsiteX12" fmla="*/ 5902960 w 7426808"/>
              <a:gd name="connsiteY12" fmla="*/ 3901122 h 4360862"/>
              <a:gd name="connsiteX13" fmla="*/ 7127875 w 7426808"/>
              <a:gd name="connsiteY13" fmla="*/ 4360862 h 4360862"/>
              <a:gd name="connsiteX14" fmla="*/ 0 w 7426808"/>
              <a:gd name="connsiteY14" fmla="*/ 4360862 h 4360862"/>
              <a:gd name="connsiteX15" fmla="*/ 0 w 7426808"/>
              <a:gd name="connsiteY15" fmla="*/ 0 h 4360862"/>
              <a:gd name="connsiteX0" fmla="*/ 0 w 7583987"/>
              <a:gd name="connsiteY0" fmla="*/ 0 h 4360862"/>
              <a:gd name="connsiteX1" fmla="*/ 467360 w 7583987"/>
              <a:gd name="connsiteY1" fmla="*/ 619442 h 4360862"/>
              <a:gd name="connsiteX2" fmla="*/ 731520 w 7583987"/>
              <a:gd name="connsiteY2" fmla="*/ 949642 h 4360862"/>
              <a:gd name="connsiteX3" fmla="*/ 772160 w 7583987"/>
              <a:gd name="connsiteY3" fmla="*/ 334962 h 4360862"/>
              <a:gd name="connsiteX4" fmla="*/ 2362200 w 7583987"/>
              <a:gd name="connsiteY4" fmla="*/ 1798002 h 4360862"/>
              <a:gd name="connsiteX5" fmla="*/ 2824480 w 7583987"/>
              <a:gd name="connsiteY5" fmla="*/ 2433002 h 4360862"/>
              <a:gd name="connsiteX6" fmla="*/ 4374515 w 7583987"/>
              <a:gd name="connsiteY6" fmla="*/ 2921000 h 4360862"/>
              <a:gd name="connsiteX7" fmla="*/ 5486400 w 7583987"/>
              <a:gd name="connsiteY7" fmla="*/ 3052762 h 4360862"/>
              <a:gd name="connsiteX8" fmla="*/ 6131560 w 7583987"/>
              <a:gd name="connsiteY8" fmla="*/ 3057842 h 4360862"/>
              <a:gd name="connsiteX9" fmla="*/ 5567680 w 7583987"/>
              <a:gd name="connsiteY9" fmla="*/ 3291522 h 4360862"/>
              <a:gd name="connsiteX10" fmla="*/ 5938520 w 7583987"/>
              <a:gd name="connsiteY10" fmla="*/ 3621722 h 4360862"/>
              <a:gd name="connsiteX11" fmla="*/ 6685280 w 7583987"/>
              <a:gd name="connsiteY11" fmla="*/ 3763962 h 4360862"/>
              <a:gd name="connsiteX12" fmla="*/ 5902960 w 7583987"/>
              <a:gd name="connsiteY12" fmla="*/ 3901122 h 4360862"/>
              <a:gd name="connsiteX13" fmla="*/ 6756399 w 7583987"/>
              <a:gd name="connsiteY13" fmla="*/ 4271962 h 4360862"/>
              <a:gd name="connsiteX14" fmla="*/ 7127875 w 7583987"/>
              <a:gd name="connsiteY14" fmla="*/ 4360862 h 4360862"/>
              <a:gd name="connsiteX15" fmla="*/ 0 w 7583987"/>
              <a:gd name="connsiteY15" fmla="*/ 4360862 h 4360862"/>
              <a:gd name="connsiteX16" fmla="*/ 0 w 7583987"/>
              <a:gd name="connsiteY16" fmla="*/ 0 h 4360862"/>
              <a:gd name="connsiteX0" fmla="*/ 0 w 7635684"/>
              <a:gd name="connsiteY0" fmla="*/ 0 h 4360862"/>
              <a:gd name="connsiteX1" fmla="*/ 467360 w 7635684"/>
              <a:gd name="connsiteY1" fmla="*/ 619442 h 4360862"/>
              <a:gd name="connsiteX2" fmla="*/ 731520 w 7635684"/>
              <a:gd name="connsiteY2" fmla="*/ 949642 h 4360862"/>
              <a:gd name="connsiteX3" fmla="*/ 772160 w 7635684"/>
              <a:gd name="connsiteY3" fmla="*/ 334962 h 4360862"/>
              <a:gd name="connsiteX4" fmla="*/ 2362200 w 7635684"/>
              <a:gd name="connsiteY4" fmla="*/ 1798002 h 4360862"/>
              <a:gd name="connsiteX5" fmla="*/ 2824480 w 7635684"/>
              <a:gd name="connsiteY5" fmla="*/ 2433002 h 4360862"/>
              <a:gd name="connsiteX6" fmla="*/ 4374515 w 7635684"/>
              <a:gd name="connsiteY6" fmla="*/ 2921000 h 4360862"/>
              <a:gd name="connsiteX7" fmla="*/ 5486400 w 7635684"/>
              <a:gd name="connsiteY7" fmla="*/ 3052762 h 4360862"/>
              <a:gd name="connsiteX8" fmla="*/ 6131560 w 7635684"/>
              <a:gd name="connsiteY8" fmla="*/ 3057842 h 4360862"/>
              <a:gd name="connsiteX9" fmla="*/ 5567680 w 7635684"/>
              <a:gd name="connsiteY9" fmla="*/ 3291522 h 4360862"/>
              <a:gd name="connsiteX10" fmla="*/ 5938520 w 7635684"/>
              <a:gd name="connsiteY10" fmla="*/ 3621722 h 4360862"/>
              <a:gd name="connsiteX11" fmla="*/ 6685280 w 7635684"/>
              <a:gd name="connsiteY11" fmla="*/ 3763962 h 4360862"/>
              <a:gd name="connsiteX12" fmla="*/ 5902960 w 7635684"/>
              <a:gd name="connsiteY12" fmla="*/ 3901122 h 4360862"/>
              <a:gd name="connsiteX13" fmla="*/ 6756399 w 7635684"/>
              <a:gd name="connsiteY13" fmla="*/ 4271962 h 4360862"/>
              <a:gd name="connsiteX14" fmla="*/ 6873239 w 7635684"/>
              <a:gd name="connsiteY14" fmla="*/ 4292282 h 4360862"/>
              <a:gd name="connsiteX15" fmla="*/ 7127875 w 7635684"/>
              <a:gd name="connsiteY15" fmla="*/ 4360862 h 4360862"/>
              <a:gd name="connsiteX16" fmla="*/ 0 w 7635684"/>
              <a:gd name="connsiteY16" fmla="*/ 4360862 h 4360862"/>
              <a:gd name="connsiteX17" fmla="*/ 0 w 7635684"/>
              <a:gd name="connsiteY17" fmla="*/ 0 h 4360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35684" h="4360862">
                <a:moveTo>
                  <a:pt x="0" y="0"/>
                </a:moveTo>
                <a:cubicBezTo>
                  <a:pt x="116840" y="-106"/>
                  <a:pt x="350520" y="619548"/>
                  <a:pt x="467360" y="619442"/>
                </a:cubicBezTo>
                <a:cubicBezTo>
                  <a:pt x="536787" y="610975"/>
                  <a:pt x="662093" y="958109"/>
                  <a:pt x="731520" y="949642"/>
                </a:cubicBezTo>
                <a:cubicBezTo>
                  <a:pt x="870373" y="925935"/>
                  <a:pt x="633307" y="358669"/>
                  <a:pt x="772160" y="334962"/>
                </a:cubicBezTo>
                <a:cubicBezTo>
                  <a:pt x="1686560" y="284162"/>
                  <a:pt x="1666240" y="1477962"/>
                  <a:pt x="2362200" y="1798002"/>
                </a:cubicBezTo>
                <a:cubicBezTo>
                  <a:pt x="2585720" y="1965642"/>
                  <a:pt x="2600960" y="2265362"/>
                  <a:pt x="2824480" y="2433002"/>
                </a:cubicBezTo>
                <a:lnTo>
                  <a:pt x="4374515" y="2921000"/>
                </a:lnTo>
                <a:cubicBezTo>
                  <a:pt x="4813088" y="3011593"/>
                  <a:pt x="5193559" y="3029955"/>
                  <a:pt x="5486400" y="3052762"/>
                </a:cubicBezTo>
                <a:cubicBezTo>
                  <a:pt x="5779241" y="3075569"/>
                  <a:pt x="6000327" y="3024822"/>
                  <a:pt x="6131560" y="3057842"/>
                </a:cubicBezTo>
                <a:cubicBezTo>
                  <a:pt x="6178973" y="3122189"/>
                  <a:pt x="5520267" y="3227175"/>
                  <a:pt x="5567680" y="3291522"/>
                </a:cubicBezTo>
                <a:cubicBezTo>
                  <a:pt x="5669280" y="3362642"/>
                  <a:pt x="5836920" y="3550602"/>
                  <a:pt x="5938520" y="3621722"/>
                </a:cubicBezTo>
                <a:cubicBezTo>
                  <a:pt x="6082453" y="3711469"/>
                  <a:pt x="6541347" y="3674215"/>
                  <a:pt x="6685280" y="3763962"/>
                </a:cubicBezTo>
                <a:cubicBezTo>
                  <a:pt x="6786880" y="3816455"/>
                  <a:pt x="5829194" y="3801639"/>
                  <a:pt x="5902960" y="3901122"/>
                </a:cubicBezTo>
                <a:cubicBezTo>
                  <a:pt x="5917353" y="3957002"/>
                  <a:pt x="6552246" y="4195339"/>
                  <a:pt x="6756399" y="4271962"/>
                </a:cubicBezTo>
                <a:cubicBezTo>
                  <a:pt x="7022252" y="4342235"/>
                  <a:pt x="6811326" y="4277465"/>
                  <a:pt x="6873239" y="4292282"/>
                </a:cubicBezTo>
                <a:cubicBezTo>
                  <a:pt x="6935152" y="4307099"/>
                  <a:pt x="8377555" y="4354512"/>
                  <a:pt x="7127875" y="4360862"/>
                </a:cubicBezTo>
                <a:lnTo>
                  <a:pt x="0" y="4360862"/>
                </a:lnTo>
                <a:lnTo>
                  <a:pt x="0" y="0"/>
                </a:lnTo>
                <a:close/>
              </a:path>
            </a:pathLst>
          </a:custGeom>
          <a:solidFill>
            <a:schemeClr val="tx1">
              <a:lumMod val="95000"/>
              <a:lumOff val="5000"/>
            </a:schemeClr>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42892671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7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1" y="0"/>
            <a:ext cx="12069657" cy="6868163"/>
          </a:xfrm>
          <a:custGeom>
            <a:avLst/>
            <a:gdLst>
              <a:gd name="connsiteX0" fmla="*/ 0 w 2392363"/>
              <a:gd name="connsiteY0" fmla="*/ 0 h 5143500"/>
              <a:gd name="connsiteX1" fmla="*/ 2392363 w 2392363"/>
              <a:gd name="connsiteY1" fmla="*/ 0 h 5143500"/>
              <a:gd name="connsiteX2" fmla="*/ 2392363 w 2392363"/>
              <a:gd name="connsiteY2" fmla="*/ 5143500 h 5143500"/>
              <a:gd name="connsiteX3" fmla="*/ 0 w 2392363"/>
              <a:gd name="connsiteY3" fmla="*/ 5143500 h 5143500"/>
              <a:gd name="connsiteX4" fmla="*/ 0 w 2392363"/>
              <a:gd name="connsiteY4" fmla="*/ 0 h 5143500"/>
              <a:gd name="connsiteX0" fmla="*/ 0 w 9052243"/>
              <a:gd name="connsiteY0" fmla="*/ 0 h 5143500"/>
              <a:gd name="connsiteX1" fmla="*/ 9052243 w 9052243"/>
              <a:gd name="connsiteY1" fmla="*/ 5080 h 5143500"/>
              <a:gd name="connsiteX2" fmla="*/ 2392363 w 9052243"/>
              <a:gd name="connsiteY2" fmla="*/ 5143500 h 5143500"/>
              <a:gd name="connsiteX3" fmla="*/ 0 w 9052243"/>
              <a:gd name="connsiteY3" fmla="*/ 5143500 h 5143500"/>
              <a:gd name="connsiteX4" fmla="*/ 0 w 9052243"/>
              <a:gd name="connsiteY4" fmla="*/ 0 h 5143500"/>
              <a:gd name="connsiteX0" fmla="*/ 0 w 9052243"/>
              <a:gd name="connsiteY0" fmla="*/ 0 h 5143500"/>
              <a:gd name="connsiteX1" fmla="*/ 9052243 w 9052243"/>
              <a:gd name="connsiteY1" fmla="*/ 5080 h 5143500"/>
              <a:gd name="connsiteX2" fmla="*/ 7269480 w 9052243"/>
              <a:gd name="connsiteY2" fmla="*/ 944880 h 5143500"/>
              <a:gd name="connsiteX3" fmla="*/ 2392363 w 9052243"/>
              <a:gd name="connsiteY3" fmla="*/ 5143500 h 5143500"/>
              <a:gd name="connsiteX4" fmla="*/ 0 w 9052243"/>
              <a:gd name="connsiteY4" fmla="*/ 5143500 h 5143500"/>
              <a:gd name="connsiteX5" fmla="*/ 0 w 9052243"/>
              <a:gd name="connsiteY5" fmla="*/ 0 h 5143500"/>
              <a:gd name="connsiteX0" fmla="*/ 0 w 9052243"/>
              <a:gd name="connsiteY0" fmla="*/ 0 h 5143500"/>
              <a:gd name="connsiteX1" fmla="*/ 9052243 w 9052243"/>
              <a:gd name="connsiteY1" fmla="*/ 5080 h 5143500"/>
              <a:gd name="connsiteX2" fmla="*/ 7269480 w 9052243"/>
              <a:gd name="connsiteY2" fmla="*/ 944880 h 5143500"/>
              <a:gd name="connsiteX3" fmla="*/ 4932680 w 9052243"/>
              <a:gd name="connsiteY3" fmla="*/ 2677160 h 5143500"/>
              <a:gd name="connsiteX4" fmla="*/ 2392363 w 9052243"/>
              <a:gd name="connsiteY4" fmla="*/ 5143500 h 5143500"/>
              <a:gd name="connsiteX5" fmla="*/ 0 w 9052243"/>
              <a:gd name="connsiteY5" fmla="*/ 5143500 h 5143500"/>
              <a:gd name="connsiteX6" fmla="*/ 0 w 9052243"/>
              <a:gd name="connsiteY6" fmla="*/ 0 h 5143500"/>
              <a:gd name="connsiteX0" fmla="*/ 0 w 9052243"/>
              <a:gd name="connsiteY0" fmla="*/ 0 h 5143500"/>
              <a:gd name="connsiteX1" fmla="*/ 9052243 w 9052243"/>
              <a:gd name="connsiteY1" fmla="*/ 5080 h 5143500"/>
              <a:gd name="connsiteX2" fmla="*/ 7269480 w 9052243"/>
              <a:gd name="connsiteY2" fmla="*/ 944880 h 5143500"/>
              <a:gd name="connsiteX3" fmla="*/ 4932680 w 9052243"/>
              <a:gd name="connsiteY3" fmla="*/ 2677160 h 5143500"/>
              <a:gd name="connsiteX4" fmla="*/ 3505200 w 9052243"/>
              <a:gd name="connsiteY4" fmla="*/ 3642360 h 5143500"/>
              <a:gd name="connsiteX5" fmla="*/ 2392363 w 9052243"/>
              <a:gd name="connsiteY5" fmla="*/ 5143500 h 5143500"/>
              <a:gd name="connsiteX6" fmla="*/ 0 w 9052243"/>
              <a:gd name="connsiteY6" fmla="*/ 5143500 h 5143500"/>
              <a:gd name="connsiteX7" fmla="*/ 0 w 9052243"/>
              <a:gd name="connsiteY7" fmla="*/ 0 h 5143500"/>
              <a:gd name="connsiteX0" fmla="*/ 0 w 9052243"/>
              <a:gd name="connsiteY0" fmla="*/ 0 h 5143500"/>
              <a:gd name="connsiteX1" fmla="*/ 9052243 w 9052243"/>
              <a:gd name="connsiteY1" fmla="*/ 5080 h 5143500"/>
              <a:gd name="connsiteX2" fmla="*/ 7269480 w 9052243"/>
              <a:gd name="connsiteY2" fmla="*/ 944880 h 5143500"/>
              <a:gd name="connsiteX3" fmla="*/ 4932680 w 9052243"/>
              <a:gd name="connsiteY3" fmla="*/ 2677160 h 5143500"/>
              <a:gd name="connsiteX4" fmla="*/ 4465320 w 9052243"/>
              <a:gd name="connsiteY4" fmla="*/ 3073400 h 5143500"/>
              <a:gd name="connsiteX5" fmla="*/ 3505200 w 9052243"/>
              <a:gd name="connsiteY5" fmla="*/ 3642360 h 5143500"/>
              <a:gd name="connsiteX6" fmla="*/ 2392363 w 9052243"/>
              <a:gd name="connsiteY6" fmla="*/ 5143500 h 5143500"/>
              <a:gd name="connsiteX7" fmla="*/ 0 w 9052243"/>
              <a:gd name="connsiteY7" fmla="*/ 5143500 h 5143500"/>
              <a:gd name="connsiteX8" fmla="*/ 0 w 9052243"/>
              <a:gd name="connsiteY8" fmla="*/ 0 h 5143500"/>
              <a:gd name="connsiteX0" fmla="*/ 0 w 9052243"/>
              <a:gd name="connsiteY0" fmla="*/ 0 h 5143500"/>
              <a:gd name="connsiteX1" fmla="*/ 9052243 w 9052243"/>
              <a:gd name="connsiteY1" fmla="*/ 5080 h 5143500"/>
              <a:gd name="connsiteX2" fmla="*/ 7269480 w 9052243"/>
              <a:gd name="connsiteY2" fmla="*/ 944880 h 5143500"/>
              <a:gd name="connsiteX3" fmla="*/ 4932680 w 9052243"/>
              <a:gd name="connsiteY3" fmla="*/ 2677160 h 5143500"/>
              <a:gd name="connsiteX4" fmla="*/ 4465320 w 9052243"/>
              <a:gd name="connsiteY4" fmla="*/ 3073400 h 5143500"/>
              <a:gd name="connsiteX5" fmla="*/ 3505200 w 9052243"/>
              <a:gd name="connsiteY5" fmla="*/ 3642360 h 5143500"/>
              <a:gd name="connsiteX6" fmla="*/ 2392363 w 9052243"/>
              <a:gd name="connsiteY6" fmla="*/ 5143500 h 5143500"/>
              <a:gd name="connsiteX7" fmla="*/ 0 w 9052243"/>
              <a:gd name="connsiteY7" fmla="*/ 5143500 h 5143500"/>
              <a:gd name="connsiteX8" fmla="*/ 0 w 9052243"/>
              <a:gd name="connsiteY8" fmla="*/ 0 h 5143500"/>
              <a:gd name="connsiteX0" fmla="*/ 0 w 9052243"/>
              <a:gd name="connsiteY0" fmla="*/ 0 h 5143500"/>
              <a:gd name="connsiteX1" fmla="*/ 9052243 w 9052243"/>
              <a:gd name="connsiteY1" fmla="*/ 5080 h 5143500"/>
              <a:gd name="connsiteX2" fmla="*/ 7269480 w 9052243"/>
              <a:gd name="connsiteY2" fmla="*/ 944880 h 5143500"/>
              <a:gd name="connsiteX3" fmla="*/ 4932680 w 9052243"/>
              <a:gd name="connsiteY3" fmla="*/ 2677160 h 5143500"/>
              <a:gd name="connsiteX4" fmla="*/ 4465320 w 9052243"/>
              <a:gd name="connsiteY4" fmla="*/ 3073400 h 5143500"/>
              <a:gd name="connsiteX5" fmla="*/ 3505200 w 9052243"/>
              <a:gd name="connsiteY5" fmla="*/ 3642360 h 5143500"/>
              <a:gd name="connsiteX6" fmla="*/ 2118360 w 9052243"/>
              <a:gd name="connsiteY6" fmla="*/ 4450080 h 5143500"/>
              <a:gd name="connsiteX7" fmla="*/ 2392363 w 9052243"/>
              <a:gd name="connsiteY7" fmla="*/ 5143500 h 5143500"/>
              <a:gd name="connsiteX8" fmla="*/ 0 w 9052243"/>
              <a:gd name="connsiteY8" fmla="*/ 5143500 h 5143500"/>
              <a:gd name="connsiteX9" fmla="*/ 0 w 9052243"/>
              <a:gd name="connsiteY9" fmla="*/ 0 h 5143500"/>
              <a:gd name="connsiteX0" fmla="*/ 0 w 9052243"/>
              <a:gd name="connsiteY0" fmla="*/ 0 h 5151174"/>
              <a:gd name="connsiteX1" fmla="*/ 9052243 w 9052243"/>
              <a:gd name="connsiteY1" fmla="*/ 5080 h 5151174"/>
              <a:gd name="connsiteX2" fmla="*/ 7269480 w 9052243"/>
              <a:gd name="connsiteY2" fmla="*/ 944880 h 5151174"/>
              <a:gd name="connsiteX3" fmla="*/ 4932680 w 9052243"/>
              <a:gd name="connsiteY3" fmla="*/ 2677160 h 5151174"/>
              <a:gd name="connsiteX4" fmla="*/ 4465320 w 9052243"/>
              <a:gd name="connsiteY4" fmla="*/ 3073400 h 5151174"/>
              <a:gd name="connsiteX5" fmla="*/ 3505200 w 9052243"/>
              <a:gd name="connsiteY5" fmla="*/ 3642360 h 5151174"/>
              <a:gd name="connsiteX6" fmla="*/ 2118360 w 9052243"/>
              <a:gd name="connsiteY6" fmla="*/ 4450080 h 5151174"/>
              <a:gd name="connsiteX7" fmla="*/ 2392363 w 9052243"/>
              <a:gd name="connsiteY7" fmla="*/ 5143500 h 5151174"/>
              <a:gd name="connsiteX8" fmla="*/ 1209040 w 9052243"/>
              <a:gd name="connsiteY8" fmla="*/ 5151120 h 5151174"/>
              <a:gd name="connsiteX9" fmla="*/ 0 w 9052243"/>
              <a:gd name="connsiteY9" fmla="*/ 5143500 h 5151174"/>
              <a:gd name="connsiteX10" fmla="*/ 0 w 9052243"/>
              <a:gd name="connsiteY10" fmla="*/ 0 h 5151174"/>
              <a:gd name="connsiteX0" fmla="*/ 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462723 w 9052243"/>
              <a:gd name="connsiteY7" fmla="*/ 4955540 h 5151122"/>
              <a:gd name="connsiteX8" fmla="*/ 1209040 w 9052243"/>
              <a:gd name="connsiteY8" fmla="*/ 5151120 h 5151122"/>
              <a:gd name="connsiteX9" fmla="*/ 0 w 9052243"/>
              <a:gd name="connsiteY9" fmla="*/ 5143500 h 5151122"/>
              <a:gd name="connsiteX10" fmla="*/ 0 w 9052243"/>
              <a:gd name="connsiteY10" fmla="*/ 0 h 5151122"/>
              <a:gd name="connsiteX0" fmla="*/ 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0 w 9052243"/>
              <a:gd name="connsiteY11"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2352040 w 9052243"/>
              <a:gd name="connsiteY11"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1833880 w 9052243"/>
              <a:gd name="connsiteY11" fmla="*/ 213360 h 5151122"/>
              <a:gd name="connsiteX12" fmla="*/ 2352040 w 9052243"/>
              <a:gd name="connsiteY12"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1833880 w 9052243"/>
              <a:gd name="connsiteY11" fmla="*/ 213360 h 5151122"/>
              <a:gd name="connsiteX12" fmla="*/ 2273300 w 9052243"/>
              <a:gd name="connsiteY12" fmla="*/ 85725 h 5151122"/>
              <a:gd name="connsiteX13" fmla="*/ 2352040 w 9052243"/>
              <a:gd name="connsiteY13"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996950 w 9052243"/>
              <a:gd name="connsiteY11" fmla="*/ 920750 h 5151122"/>
              <a:gd name="connsiteX12" fmla="*/ 1833880 w 9052243"/>
              <a:gd name="connsiteY12" fmla="*/ 213360 h 5151122"/>
              <a:gd name="connsiteX13" fmla="*/ 2273300 w 9052243"/>
              <a:gd name="connsiteY13" fmla="*/ 85725 h 5151122"/>
              <a:gd name="connsiteX14" fmla="*/ 2352040 w 9052243"/>
              <a:gd name="connsiteY14" fmla="*/ 0 h 5151122"/>
              <a:gd name="connsiteX0" fmla="*/ 2352792 w 9052995"/>
              <a:gd name="connsiteY0" fmla="*/ 0 h 5151122"/>
              <a:gd name="connsiteX1" fmla="*/ 9052995 w 9052995"/>
              <a:gd name="connsiteY1" fmla="*/ 5080 h 5151122"/>
              <a:gd name="connsiteX2" fmla="*/ 7270232 w 9052995"/>
              <a:gd name="connsiteY2" fmla="*/ 944880 h 5151122"/>
              <a:gd name="connsiteX3" fmla="*/ 4933432 w 9052995"/>
              <a:gd name="connsiteY3" fmla="*/ 2677160 h 5151122"/>
              <a:gd name="connsiteX4" fmla="*/ 4466072 w 9052995"/>
              <a:gd name="connsiteY4" fmla="*/ 3073400 h 5151122"/>
              <a:gd name="connsiteX5" fmla="*/ 3505952 w 9052995"/>
              <a:gd name="connsiteY5" fmla="*/ 3642360 h 5151122"/>
              <a:gd name="connsiteX6" fmla="*/ 2119112 w 9052995"/>
              <a:gd name="connsiteY6" fmla="*/ 4450080 h 5151122"/>
              <a:gd name="connsiteX7" fmla="*/ 1753352 w 9052995"/>
              <a:gd name="connsiteY7" fmla="*/ 4775200 h 5151122"/>
              <a:gd name="connsiteX8" fmla="*/ 1463475 w 9052995"/>
              <a:gd name="connsiteY8" fmla="*/ 4955540 h 5151122"/>
              <a:gd name="connsiteX9" fmla="*/ 1209792 w 9052995"/>
              <a:gd name="connsiteY9" fmla="*/ 5151120 h 5151122"/>
              <a:gd name="connsiteX10" fmla="*/ 752 w 9052995"/>
              <a:gd name="connsiteY10" fmla="*/ 5143500 h 5151122"/>
              <a:gd name="connsiteX11" fmla="*/ 2642352 w 9052995"/>
              <a:gd name="connsiteY11" fmla="*/ 920750 h 5151122"/>
              <a:gd name="connsiteX12" fmla="*/ 997702 w 9052995"/>
              <a:gd name="connsiteY12" fmla="*/ 920750 h 5151122"/>
              <a:gd name="connsiteX13" fmla="*/ 1834632 w 9052995"/>
              <a:gd name="connsiteY13" fmla="*/ 213360 h 5151122"/>
              <a:gd name="connsiteX14" fmla="*/ 2274052 w 9052995"/>
              <a:gd name="connsiteY14" fmla="*/ 85725 h 5151122"/>
              <a:gd name="connsiteX15" fmla="*/ 2352792 w 9052995"/>
              <a:gd name="connsiteY15"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2641600 w 9052243"/>
              <a:gd name="connsiteY11" fmla="*/ 920750 h 5151122"/>
              <a:gd name="connsiteX12" fmla="*/ 996950 w 9052243"/>
              <a:gd name="connsiteY12" fmla="*/ 920750 h 5151122"/>
              <a:gd name="connsiteX13" fmla="*/ 1833880 w 9052243"/>
              <a:gd name="connsiteY13" fmla="*/ 213360 h 5151122"/>
              <a:gd name="connsiteX14" fmla="*/ 2273300 w 9052243"/>
              <a:gd name="connsiteY14" fmla="*/ 85725 h 5151122"/>
              <a:gd name="connsiteX15" fmla="*/ 2352040 w 9052243"/>
              <a:gd name="connsiteY15"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2641600 w 9052243"/>
              <a:gd name="connsiteY11" fmla="*/ 920750 h 5151122"/>
              <a:gd name="connsiteX12" fmla="*/ 996950 w 9052243"/>
              <a:gd name="connsiteY12" fmla="*/ 920750 h 5151122"/>
              <a:gd name="connsiteX13" fmla="*/ 1833880 w 9052243"/>
              <a:gd name="connsiteY13" fmla="*/ 213360 h 5151122"/>
              <a:gd name="connsiteX14" fmla="*/ 2273300 w 9052243"/>
              <a:gd name="connsiteY14" fmla="*/ 85725 h 5151122"/>
              <a:gd name="connsiteX15" fmla="*/ 2352040 w 9052243"/>
              <a:gd name="connsiteY15"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1612900 w 9052243"/>
              <a:gd name="connsiteY11" fmla="*/ 1320800 h 5151122"/>
              <a:gd name="connsiteX12" fmla="*/ 2641600 w 9052243"/>
              <a:gd name="connsiteY12" fmla="*/ 920750 h 5151122"/>
              <a:gd name="connsiteX13" fmla="*/ 996950 w 9052243"/>
              <a:gd name="connsiteY13" fmla="*/ 920750 h 5151122"/>
              <a:gd name="connsiteX14" fmla="*/ 1833880 w 9052243"/>
              <a:gd name="connsiteY14" fmla="*/ 213360 h 5151122"/>
              <a:gd name="connsiteX15" fmla="*/ 2273300 w 9052243"/>
              <a:gd name="connsiteY15" fmla="*/ 85725 h 5151122"/>
              <a:gd name="connsiteX16" fmla="*/ 2352040 w 9052243"/>
              <a:gd name="connsiteY16"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1612900 w 9052243"/>
              <a:gd name="connsiteY11" fmla="*/ 1320800 h 5151122"/>
              <a:gd name="connsiteX12" fmla="*/ 2641600 w 9052243"/>
              <a:gd name="connsiteY12" fmla="*/ 920750 h 5151122"/>
              <a:gd name="connsiteX13" fmla="*/ 996950 w 9052243"/>
              <a:gd name="connsiteY13" fmla="*/ 920750 h 5151122"/>
              <a:gd name="connsiteX14" fmla="*/ 1833880 w 9052243"/>
              <a:gd name="connsiteY14" fmla="*/ 213360 h 5151122"/>
              <a:gd name="connsiteX15" fmla="*/ 2273300 w 9052243"/>
              <a:gd name="connsiteY15" fmla="*/ 85725 h 5151122"/>
              <a:gd name="connsiteX16" fmla="*/ 2352040 w 9052243"/>
              <a:gd name="connsiteY16" fmla="*/ 0 h 5151122"/>
              <a:gd name="connsiteX0" fmla="*/ 2354832 w 9055035"/>
              <a:gd name="connsiteY0" fmla="*/ 0 h 5151122"/>
              <a:gd name="connsiteX1" fmla="*/ 9055035 w 9055035"/>
              <a:gd name="connsiteY1" fmla="*/ 5080 h 5151122"/>
              <a:gd name="connsiteX2" fmla="*/ 7272272 w 9055035"/>
              <a:gd name="connsiteY2" fmla="*/ 944880 h 5151122"/>
              <a:gd name="connsiteX3" fmla="*/ 4935472 w 9055035"/>
              <a:gd name="connsiteY3" fmla="*/ 2677160 h 5151122"/>
              <a:gd name="connsiteX4" fmla="*/ 4468112 w 9055035"/>
              <a:gd name="connsiteY4" fmla="*/ 3073400 h 5151122"/>
              <a:gd name="connsiteX5" fmla="*/ 3507992 w 9055035"/>
              <a:gd name="connsiteY5" fmla="*/ 3642360 h 5151122"/>
              <a:gd name="connsiteX6" fmla="*/ 2121152 w 9055035"/>
              <a:gd name="connsiteY6" fmla="*/ 4450080 h 5151122"/>
              <a:gd name="connsiteX7" fmla="*/ 1755392 w 9055035"/>
              <a:gd name="connsiteY7" fmla="*/ 4775200 h 5151122"/>
              <a:gd name="connsiteX8" fmla="*/ 1465515 w 9055035"/>
              <a:gd name="connsiteY8" fmla="*/ 4955540 h 5151122"/>
              <a:gd name="connsiteX9" fmla="*/ 1211832 w 9055035"/>
              <a:gd name="connsiteY9" fmla="*/ 5151120 h 5151122"/>
              <a:gd name="connsiteX10" fmla="*/ 2792 w 9055035"/>
              <a:gd name="connsiteY10" fmla="*/ 5143500 h 5151122"/>
              <a:gd name="connsiteX11" fmla="*/ 450467 w 9055035"/>
              <a:gd name="connsiteY11" fmla="*/ 1866900 h 5151122"/>
              <a:gd name="connsiteX12" fmla="*/ 1615692 w 9055035"/>
              <a:gd name="connsiteY12" fmla="*/ 1320800 h 5151122"/>
              <a:gd name="connsiteX13" fmla="*/ 2644392 w 9055035"/>
              <a:gd name="connsiteY13" fmla="*/ 920750 h 5151122"/>
              <a:gd name="connsiteX14" fmla="*/ 999742 w 9055035"/>
              <a:gd name="connsiteY14" fmla="*/ 920750 h 5151122"/>
              <a:gd name="connsiteX15" fmla="*/ 1836672 w 9055035"/>
              <a:gd name="connsiteY15" fmla="*/ 213360 h 5151122"/>
              <a:gd name="connsiteX16" fmla="*/ 2276092 w 9055035"/>
              <a:gd name="connsiteY16" fmla="*/ 85725 h 5151122"/>
              <a:gd name="connsiteX17" fmla="*/ 2354832 w 9055035"/>
              <a:gd name="connsiteY17" fmla="*/ 0 h 5151122"/>
              <a:gd name="connsiteX0" fmla="*/ 2354832 w 9055035"/>
              <a:gd name="connsiteY0" fmla="*/ 0 h 5151122"/>
              <a:gd name="connsiteX1" fmla="*/ 9055035 w 9055035"/>
              <a:gd name="connsiteY1" fmla="*/ 5080 h 5151122"/>
              <a:gd name="connsiteX2" fmla="*/ 7272272 w 9055035"/>
              <a:gd name="connsiteY2" fmla="*/ 944880 h 5151122"/>
              <a:gd name="connsiteX3" fmla="*/ 4935472 w 9055035"/>
              <a:gd name="connsiteY3" fmla="*/ 2677160 h 5151122"/>
              <a:gd name="connsiteX4" fmla="*/ 4468112 w 9055035"/>
              <a:gd name="connsiteY4" fmla="*/ 3073400 h 5151122"/>
              <a:gd name="connsiteX5" fmla="*/ 3507992 w 9055035"/>
              <a:gd name="connsiteY5" fmla="*/ 3642360 h 5151122"/>
              <a:gd name="connsiteX6" fmla="*/ 2121152 w 9055035"/>
              <a:gd name="connsiteY6" fmla="*/ 4450080 h 5151122"/>
              <a:gd name="connsiteX7" fmla="*/ 1755392 w 9055035"/>
              <a:gd name="connsiteY7" fmla="*/ 4775200 h 5151122"/>
              <a:gd name="connsiteX8" fmla="*/ 1465515 w 9055035"/>
              <a:gd name="connsiteY8" fmla="*/ 4955540 h 5151122"/>
              <a:gd name="connsiteX9" fmla="*/ 1211832 w 9055035"/>
              <a:gd name="connsiteY9" fmla="*/ 5151120 h 5151122"/>
              <a:gd name="connsiteX10" fmla="*/ 2792 w 9055035"/>
              <a:gd name="connsiteY10" fmla="*/ 5143500 h 5151122"/>
              <a:gd name="connsiteX11" fmla="*/ 450467 w 9055035"/>
              <a:gd name="connsiteY11" fmla="*/ 1866900 h 5151122"/>
              <a:gd name="connsiteX12" fmla="*/ 1615692 w 9055035"/>
              <a:gd name="connsiteY12" fmla="*/ 1320800 h 5151122"/>
              <a:gd name="connsiteX13" fmla="*/ 2644392 w 9055035"/>
              <a:gd name="connsiteY13" fmla="*/ 920750 h 5151122"/>
              <a:gd name="connsiteX14" fmla="*/ 999742 w 9055035"/>
              <a:gd name="connsiteY14" fmla="*/ 920750 h 5151122"/>
              <a:gd name="connsiteX15" fmla="*/ 1836672 w 9055035"/>
              <a:gd name="connsiteY15" fmla="*/ 213360 h 5151122"/>
              <a:gd name="connsiteX16" fmla="*/ 2276092 w 9055035"/>
              <a:gd name="connsiteY16" fmla="*/ 85725 h 5151122"/>
              <a:gd name="connsiteX17" fmla="*/ 2354832 w 9055035"/>
              <a:gd name="connsiteY17" fmla="*/ 0 h 5151122"/>
              <a:gd name="connsiteX0" fmla="*/ 2431878 w 9132081"/>
              <a:gd name="connsiteY0" fmla="*/ 0 h 5151122"/>
              <a:gd name="connsiteX1" fmla="*/ 9132081 w 9132081"/>
              <a:gd name="connsiteY1" fmla="*/ 5080 h 5151122"/>
              <a:gd name="connsiteX2" fmla="*/ 7349318 w 9132081"/>
              <a:gd name="connsiteY2" fmla="*/ 944880 h 5151122"/>
              <a:gd name="connsiteX3" fmla="*/ 5012518 w 9132081"/>
              <a:gd name="connsiteY3" fmla="*/ 2677160 h 5151122"/>
              <a:gd name="connsiteX4" fmla="*/ 4545158 w 9132081"/>
              <a:gd name="connsiteY4" fmla="*/ 3073400 h 5151122"/>
              <a:gd name="connsiteX5" fmla="*/ 3585038 w 9132081"/>
              <a:gd name="connsiteY5" fmla="*/ 3642360 h 5151122"/>
              <a:gd name="connsiteX6" fmla="*/ 2198198 w 9132081"/>
              <a:gd name="connsiteY6" fmla="*/ 4450080 h 5151122"/>
              <a:gd name="connsiteX7" fmla="*/ 1832438 w 9132081"/>
              <a:gd name="connsiteY7" fmla="*/ 4775200 h 5151122"/>
              <a:gd name="connsiteX8" fmla="*/ 1542561 w 9132081"/>
              <a:gd name="connsiteY8" fmla="*/ 4955540 h 5151122"/>
              <a:gd name="connsiteX9" fmla="*/ 1288878 w 9132081"/>
              <a:gd name="connsiteY9" fmla="*/ 5151120 h 5151122"/>
              <a:gd name="connsiteX10" fmla="*/ 79838 w 9132081"/>
              <a:gd name="connsiteY10" fmla="*/ 5143500 h 5151122"/>
              <a:gd name="connsiteX11" fmla="*/ 89363 w 9132081"/>
              <a:gd name="connsiteY11" fmla="*/ 2028825 h 5151122"/>
              <a:gd name="connsiteX12" fmla="*/ 527513 w 9132081"/>
              <a:gd name="connsiteY12" fmla="*/ 1866900 h 5151122"/>
              <a:gd name="connsiteX13" fmla="*/ 1692738 w 9132081"/>
              <a:gd name="connsiteY13" fmla="*/ 1320800 h 5151122"/>
              <a:gd name="connsiteX14" fmla="*/ 2721438 w 9132081"/>
              <a:gd name="connsiteY14" fmla="*/ 920750 h 5151122"/>
              <a:gd name="connsiteX15" fmla="*/ 1076788 w 9132081"/>
              <a:gd name="connsiteY15" fmla="*/ 920750 h 5151122"/>
              <a:gd name="connsiteX16" fmla="*/ 1913718 w 9132081"/>
              <a:gd name="connsiteY16" fmla="*/ 213360 h 5151122"/>
              <a:gd name="connsiteX17" fmla="*/ 2353138 w 9132081"/>
              <a:gd name="connsiteY17" fmla="*/ 85725 h 5151122"/>
              <a:gd name="connsiteX18" fmla="*/ 2431878 w 9132081"/>
              <a:gd name="connsiteY18" fmla="*/ 0 h 5151122"/>
              <a:gd name="connsiteX0" fmla="*/ 2412786 w 9112989"/>
              <a:gd name="connsiteY0" fmla="*/ 0 h 5151122"/>
              <a:gd name="connsiteX1" fmla="*/ 9112989 w 9112989"/>
              <a:gd name="connsiteY1" fmla="*/ 5080 h 5151122"/>
              <a:gd name="connsiteX2" fmla="*/ 7330226 w 9112989"/>
              <a:gd name="connsiteY2" fmla="*/ 944880 h 5151122"/>
              <a:gd name="connsiteX3" fmla="*/ 4993426 w 9112989"/>
              <a:gd name="connsiteY3" fmla="*/ 2677160 h 5151122"/>
              <a:gd name="connsiteX4" fmla="*/ 4526066 w 9112989"/>
              <a:gd name="connsiteY4" fmla="*/ 3073400 h 5151122"/>
              <a:gd name="connsiteX5" fmla="*/ 3565946 w 9112989"/>
              <a:gd name="connsiteY5" fmla="*/ 3642360 h 5151122"/>
              <a:gd name="connsiteX6" fmla="*/ 2179106 w 9112989"/>
              <a:gd name="connsiteY6" fmla="*/ 4450080 h 5151122"/>
              <a:gd name="connsiteX7" fmla="*/ 1813346 w 9112989"/>
              <a:gd name="connsiteY7" fmla="*/ 4775200 h 5151122"/>
              <a:gd name="connsiteX8" fmla="*/ 1523469 w 9112989"/>
              <a:gd name="connsiteY8" fmla="*/ 4955540 h 5151122"/>
              <a:gd name="connsiteX9" fmla="*/ 1269786 w 9112989"/>
              <a:gd name="connsiteY9" fmla="*/ 5151120 h 5151122"/>
              <a:gd name="connsiteX10" fmla="*/ 60746 w 9112989"/>
              <a:gd name="connsiteY10" fmla="*/ 5143500 h 5151122"/>
              <a:gd name="connsiteX11" fmla="*/ 70271 w 9112989"/>
              <a:gd name="connsiteY11" fmla="*/ 2028825 h 5151122"/>
              <a:gd name="connsiteX12" fmla="*/ 508421 w 9112989"/>
              <a:gd name="connsiteY12" fmla="*/ 1866900 h 5151122"/>
              <a:gd name="connsiteX13" fmla="*/ 1673646 w 9112989"/>
              <a:gd name="connsiteY13" fmla="*/ 1320800 h 5151122"/>
              <a:gd name="connsiteX14" fmla="*/ 2702346 w 9112989"/>
              <a:gd name="connsiteY14" fmla="*/ 920750 h 5151122"/>
              <a:gd name="connsiteX15" fmla="*/ 1057696 w 9112989"/>
              <a:gd name="connsiteY15" fmla="*/ 920750 h 5151122"/>
              <a:gd name="connsiteX16" fmla="*/ 1894626 w 9112989"/>
              <a:gd name="connsiteY16" fmla="*/ 213360 h 5151122"/>
              <a:gd name="connsiteX17" fmla="*/ 2334046 w 9112989"/>
              <a:gd name="connsiteY17" fmla="*/ 85725 h 5151122"/>
              <a:gd name="connsiteX18" fmla="*/ 2412786 w 9112989"/>
              <a:gd name="connsiteY18"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9525 w 9052243"/>
              <a:gd name="connsiteY11" fmla="*/ 2028825 h 5151122"/>
              <a:gd name="connsiteX12" fmla="*/ 447675 w 9052243"/>
              <a:gd name="connsiteY12" fmla="*/ 1866900 h 5151122"/>
              <a:gd name="connsiteX13" fmla="*/ 1612900 w 9052243"/>
              <a:gd name="connsiteY13" fmla="*/ 1320800 h 5151122"/>
              <a:gd name="connsiteX14" fmla="*/ 2641600 w 9052243"/>
              <a:gd name="connsiteY14" fmla="*/ 920750 h 5151122"/>
              <a:gd name="connsiteX15" fmla="*/ 996950 w 9052243"/>
              <a:gd name="connsiteY15" fmla="*/ 920750 h 5151122"/>
              <a:gd name="connsiteX16" fmla="*/ 1833880 w 9052243"/>
              <a:gd name="connsiteY16" fmla="*/ 213360 h 5151122"/>
              <a:gd name="connsiteX17" fmla="*/ 2273300 w 9052243"/>
              <a:gd name="connsiteY17" fmla="*/ 85725 h 5151122"/>
              <a:gd name="connsiteX18" fmla="*/ 2352040 w 9052243"/>
              <a:gd name="connsiteY18" fmla="*/ 0 h 515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52243" h="5151122">
                <a:moveTo>
                  <a:pt x="2352040" y="0"/>
                </a:moveTo>
                <a:lnTo>
                  <a:pt x="9052243" y="5080"/>
                </a:lnTo>
                <a:cubicBezTo>
                  <a:pt x="8539269" y="397933"/>
                  <a:pt x="7782454" y="552027"/>
                  <a:pt x="7269480" y="944880"/>
                </a:cubicBezTo>
                <a:cubicBezTo>
                  <a:pt x="6607387" y="1517227"/>
                  <a:pt x="5594773" y="2104813"/>
                  <a:pt x="4932680" y="2677160"/>
                </a:cubicBezTo>
                <a:cubicBezTo>
                  <a:pt x="4463627" y="3022600"/>
                  <a:pt x="4703233" y="2912533"/>
                  <a:pt x="4465320" y="3073400"/>
                </a:cubicBezTo>
                <a:cubicBezTo>
                  <a:pt x="4227407" y="3234267"/>
                  <a:pt x="3814233" y="3438313"/>
                  <a:pt x="3505200" y="3642360"/>
                </a:cubicBezTo>
                <a:cubicBezTo>
                  <a:pt x="3196167" y="3846407"/>
                  <a:pt x="2414693" y="4268047"/>
                  <a:pt x="2118360" y="4450080"/>
                </a:cubicBezTo>
                <a:cubicBezTo>
                  <a:pt x="1822027" y="4632113"/>
                  <a:pt x="1861873" y="4690957"/>
                  <a:pt x="1752600" y="4775200"/>
                </a:cubicBezTo>
                <a:cubicBezTo>
                  <a:pt x="1643327" y="4859443"/>
                  <a:pt x="1549083" y="4886113"/>
                  <a:pt x="1462723" y="4955540"/>
                </a:cubicBezTo>
                <a:cubicBezTo>
                  <a:pt x="1435735" y="4954693"/>
                  <a:pt x="1236028" y="5151967"/>
                  <a:pt x="1209040" y="5151120"/>
                </a:cubicBezTo>
                <a:lnTo>
                  <a:pt x="0" y="5143500"/>
                </a:lnTo>
                <a:cubicBezTo>
                  <a:pt x="15981" y="4621001"/>
                  <a:pt x="11113" y="2571750"/>
                  <a:pt x="9525" y="2028825"/>
                </a:cubicBezTo>
                <a:cubicBezTo>
                  <a:pt x="84137" y="1482725"/>
                  <a:pt x="237596" y="2001838"/>
                  <a:pt x="447675" y="1866900"/>
                </a:cubicBezTo>
                <a:cubicBezTo>
                  <a:pt x="1011767" y="1629833"/>
                  <a:pt x="1247246" y="1478492"/>
                  <a:pt x="1612900" y="1320800"/>
                </a:cubicBezTo>
                <a:cubicBezTo>
                  <a:pt x="1978554" y="1163108"/>
                  <a:pt x="2744258" y="987425"/>
                  <a:pt x="2641600" y="920750"/>
                </a:cubicBezTo>
                <a:cubicBezTo>
                  <a:pt x="2538942" y="854075"/>
                  <a:pt x="842116" y="1082569"/>
                  <a:pt x="996950" y="920750"/>
                </a:cubicBezTo>
                <a:cubicBezTo>
                  <a:pt x="1151784" y="758931"/>
                  <a:pt x="1715876" y="339302"/>
                  <a:pt x="1833880" y="213360"/>
                </a:cubicBezTo>
                <a:cubicBezTo>
                  <a:pt x="1947545" y="165523"/>
                  <a:pt x="2159635" y="133562"/>
                  <a:pt x="2273300" y="85725"/>
                </a:cubicBezTo>
                <a:lnTo>
                  <a:pt x="2352040" y="0"/>
                </a:lnTo>
                <a:close/>
              </a:path>
            </a:pathLst>
          </a:custGeom>
          <a:solidFill>
            <a:schemeClr val="tx1">
              <a:lumMod val="95000"/>
              <a:lumOff val="5000"/>
            </a:schemeClr>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40042148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8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1277128" y="1"/>
            <a:ext cx="10914873" cy="4198135"/>
          </a:xfrm>
          <a:custGeom>
            <a:avLst/>
            <a:gdLst>
              <a:gd name="connsiteX0" fmla="*/ 0 w 8164512"/>
              <a:gd name="connsiteY0" fmla="*/ 0 h 3262313"/>
              <a:gd name="connsiteX1" fmla="*/ 8164512 w 8164512"/>
              <a:gd name="connsiteY1" fmla="*/ 0 h 3262313"/>
              <a:gd name="connsiteX2" fmla="*/ 8164512 w 8164512"/>
              <a:gd name="connsiteY2" fmla="*/ 3262313 h 3262313"/>
              <a:gd name="connsiteX3" fmla="*/ 0 w 8164512"/>
              <a:gd name="connsiteY3" fmla="*/ 3262313 h 3262313"/>
              <a:gd name="connsiteX4" fmla="*/ 0 w 8164512"/>
              <a:gd name="connsiteY4" fmla="*/ 0 h 3262313"/>
              <a:gd name="connsiteX0" fmla="*/ 7 w 8164519"/>
              <a:gd name="connsiteY0" fmla="*/ 0 h 3262313"/>
              <a:gd name="connsiteX1" fmla="*/ 8164519 w 8164519"/>
              <a:gd name="connsiteY1" fmla="*/ 0 h 3262313"/>
              <a:gd name="connsiteX2" fmla="*/ 8164519 w 8164519"/>
              <a:gd name="connsiteY2" fmla="*/ 3262313 h 3262313"/>
              <a:gd name="connsiteX3" fmla="*/ 7 w 8164519"/>
              <a:gd name="connsiteY3" fmla="*/ 3262313 h 3262313"/>
              <a:gd name="connsiteX4" fmla="*/ 356950 w 8164519"/>
              <a:gd name="connsiteY4" fmla="*/ 1174111 h 3262313"/>
              <a:gd name="connsiteX5" fmla="*/ 7 w 8164519"/>
              <a:gd name="connsiteY5" fmla="*/ 0 h 3262313"/>
              <a:gd name="connsiteX0" fmla="*/ 495971 w 8660483"/>
              <a:gd name="connsiteY0" fmla="*/ 0 h 3262313"/>
              <a:gd name="connsiteX1" fmla="*/ 8660483 w 8660483"/>
              <a:gd name="connsiteY1" fmla="*/ 0 h 3262313"/>
              <a:gd name="connsiteX2" fmla="*/ 8660483 w 8660483"/>
              <a:gd name="connsiteY2" fmla="*/ 3262313 h 3262313"/>
              <a:gd name="connsiteX3" fmla="*/ 495971 w 8660483"/>
              <a:gd name="connsiteY3" fmla="*/ 3262313 h 3262313"/>
              <a:gd name="connsiteX4" fmla="*/ 1004413 w 8660483"/>
              <a:gd name="connsiteY4" fmla="*/ 2321169 h 3262313"/>
              <a:gd name="connsiteX5" fmla="*/ 852914 w 8660483"/>
              <a:gd name="connsiteY5" fmla="*/ 1174111 h 3262313"/>
              <a:gd name="connsiteX6" fmla="*/ 495971 w 8660483"/>
              <a:gd name="connsiteY6" fmla="*/ 0 h 3262313"/>
              <a:gd name="connsiteX0" fmla="*/ 382424 w 8546936"/>
              <a:gd name="connsiteY0" fmla="*/ 0 h 3262313"/>
              <a:gd name="connsiteX1" fmla="*/ 8546936 w 8546936"/>
              <a:gd name="connsiteY1" fmla="*/ 0 h 3262313"/>
              <a:gd name="connsiteX2" fmla="*/ 8546936 w 8546936"/>
              <a:gd name="connsiteY2" fmla="*/ 3262313 h 3262313"/>
              <a:gd name="connsiteX3" fmla="*/ 382424 w 8546936"/>
              <a:gd name="connsiteY3" fmla="*/ 3262313 h 3262313"/>
              <a:gd name="connsiteX4" fmla="*/ 890866 w 8546936"/>
              <a:gd name="connsiteY4" fmla="*/ 2321169 h 3262313"/>
              <a:gd name="connsiteX5" fmla="*/ 739367 w 8546936"/>
              <a:gd name="connsiteY5" fmla="*/ 1174111 h 3262313"/>
              <a:gd name="connsiteX6" fmla="*/ 382424 w 8546936"/>
              <a:gd name="connsiteY6" fmla="*/ 0 h 3262313"/>
              <a:gd name="connsiteX0" fmla="*/ 0 w 8164512"/>
              <a:gd name="connsiteY0" fmla="*/ 0 h 3262313"/>
              <a:gd name="connsiteX1" fmla="*/ 8164512 w 8164512"/>
              <a:gd name="connsiteY1" fmla="*/ 0 h 3262313"/>
              <a:gd name="connsiteX2" fmla="*/ 8164512 w 8164512"/>
              <a:gd name="connsiteY2" fmla="*/ 3262313 h 3262313"/>
              <a:gd name="connsiteX3" fmla="*/ 3527744 w 8164512"/>
              <a:gd name="connsiteY3" fmla="*/ 2824050 h 3262313"/>
              <a:gd name="connsiteX4" fmla="*/ 508442 w 8164512"/>
              <a:gd name="connsiteY4" fmla="*/ 2321169 h 3262313"/>
              <a:gd name="connsiteX5" fmla="*/ 356943 w 8164512"/>
              <a:gd name="connsiteY5" fmla="*/ 1174111 h 3262313"/>
              <a:gd name="connsiteX6" fmla="*/ 0 w 8164512"/>
              <a:gd name="connsiteY6" fmla="*/ 0 h 3262313"/>
              <a:gd name="connsiteX0" fmla="*/ 0 w 8164512"/>
              <a:gd name="connsiteY0" fmla="*/ 0 h 3262313"/>
              <a:gd name="connsiteX1" fmla="*/ 8164512 w 8164512"/>
              <a:gd name="connsiteY1" fmla="*/ 0 h 3262313"/>
              <a:gd name="connsiteX2" fmla="*/ 8164512 w 8164512"/>
              <a:gd name="connsiteY2" fmla="*/ 3262313 h 3262313"/>
              <a:gd name="connsiteX3" fmla="*/ 3527744 w 8164512"/>
              <a:gd name="connsiteY3" fmla="*/ 2824050 h 3262313"/>
              <a:gd name="connsiteX4" fmla="*/ 508442 w 8164512"/>
              <a:gd name="connsiteY4" fmla="*/ 2321169 h 3262313"/>
              <a:gd name="connsiteX5" fmla="*/ 308247 w 8164512"/>
              <a:gd name="connsiteY5" fmla="*/ 1801747 h 3262313"/>
              <a:gd name="connsiteX6" fmla="*/ 356943 w 8164512"/>
              <a:gd name="connsiteY6" fmla="*/ 1174111 h 3262313"/>
              <a:gd name="connsiteX7" fmla="*/ 0 w 8164512"/>
              <a:gd name="connsiteY7" fmla="*/ 0 h 3262313"/>
              <a:gd name="connsiteX0" fmla="*/ 0 w 8164512"/>
              <a:gd name="connsiteY0" fmla="*/ 0 h 3262313"/>
              <a:gd name="connsiteX1" fmla="*/ 8164512 w 8164512"/>
              <a:gd name="connsiteY1" fmla="*/ 0 h 3262313"/>
              <a:gd name="connsiteX2" fmla="*/ 8164512 w 8164512"/>
              <a:gd name="connsiteY2" fmla="*/ 3262313 h 3262313"/>
              <a:gd name="connsiteX3" fmla="*/ 3781885 w 8164512"/>
              <a:gd name="connsiteY3" fmla="*/ 2932573 h 3262313"/>
              <a:gd name="connsiteX4" fmla="*/ 3527744 w 8164512"/>
              <a:gd name="connsiteY4" fmla="*/ 2824050 h 3262313"/>
              <a:gd name="connsiteX5" fmla="*/ 508442 w 8164512"/>
              <a:gd name="connsiteY5" fmla="*/ 2321169 h 3262313"/>
              <a:gd name="connsiteX6" fmla="*/ 308247 w 8164512"/>
              <a:gd name="connsiteY6" fmla="*/ 1801747 h 3262313"/>
              <a:gd name="connsiteX7" fmla="*/ 356943 w 8164512"/>
              <a:gd name="connsiteY7" fmla="*/ 1174111 h 3262313"/>
              <a:gd name="connsiteX8" fmla="*/ 0 w 8164512"/>
              <a:gd name="connsiteY8" fmla="*/ 0 h 3262313"/>
              <a:gd name="connsiteX0" fmla="*/ 0 w 8164512"/>
              <a:gd name="connsiteY0" fmla="*/ 0 h 3262313"/>
              <a:gd name="connsiteX1" fmla="*/ 8164512 w 8164512"/>
              <a:gd name="connsiteY1" fmla="*/ 0 h 3262313"/>
              <a:gd name="connsiteX2" fmla="*/ 8164512 w 8164512"/>
              <a:gd name="connsiteY2" fmla="*/ 3262313 h 3262313"/>
              <a:gd name="connsiteX3" fmla="*/ 3781885 w 8164512"/>
              <a:gd name="connsiteY3" fmla="*/ 2932573 h 3262313"/>
              <a:gd name="connsiteX4" fmla="*/ 3527744 w 8164512"/>
              <a:gd name="connsiteY4" fmla="*/ 2824050 h 3262313"/>
              <a:gd name="connsiteX5" fmla="*/ 2694344 w 8164512"/>
              <a:gd name="connsiteY5" fmla="*/ 2607934 h 3262313"/>
              <a:gd name="connsiteX6" fmla="*/ 508442 w 8164512"/>
              <a:gd name="connsiteY6" fmla="*/ 2321169 h 3262313"/>
              <a:gd name="connsiteX7" fmla="*/ 308247 w 8164512"/>
              <a:gd name="connsiteY7" fmla="*/ 1801747 h 3262313"/>
              <a:gd name="connsiteX8" fmla="*/ 356943 w 8164512"/>
              <a:gd name="connsiteY8" fmla="*/ 1174111 h 3262313"/>
              <a:gd name="connsiteX9" fmla="*/ 0 w 8164512"/>
              <a:gd name="connsiteY9" fmla="*/ 0 h 3262313"/>
              <a:gd name="connsiteX0" fmla="*/ 0 w 8164512"/>
              <a:gd name="connsiteY0" fmla="*/ 0 h 3262313"/>
              <a:gd name="connsiteX1" fmla="*/ 8164512 w 8164512"/>
              <a:gd name="connsiteY1" fmla="*/ 0 h 3262313"/>
              <a:gd name="connsiteX2" fmla="*/ 8164512 w 8164512"/>
              <a:gd name="connsiteY2" fmla="*/ 3262313 h 3262313"/>
              <a:gd name="connsiteX3" fmla="*/ 3781885 w 8164512"/>
              <a:gd name="connsiteY3" fmla="*/ 2932573 h 3262313"/>
              <a:gd name="connsiteX4" fmla="*/ 3527744 w 8164512"/>
              <a:gd name="connsiteY4" fmla="*/ 2824050 h 3262313"/>
              <a:gd name="connsiteX5" fmla="*/ 2694344 w 8164512"/>
              <a:gd name="connsiteY5" fmla="*/ 2607934 h 3262313"/>
              <a:gd name="connsiteX6" fmla="*/ 881776 w 8164512"/>
              <a:gd name="connsiteY6" fmla="*/ 2256241 h 3262313"/>
              <a:gd name="connsiteX7" fmla="*/ 508442 w 8164512"/>
              <a:gd name="connsiteY7" fmla="*/ 2321169 h 3262313"/>
              <a:gd name="connsiteX8" fmla="*/ 308247 w 8164512"/>
              <a:gd name="connsiteY8" fmla="*/ 1801747 h 3262313"/>
              <a:gd name="connsiteX9" fmla="*/ 356943 w 8164512"/>
              <a:gd name="connsiteY9" fmla="*/ 1174111 h 3262313"/>
              <a:gd name="connsiteX10" fmla="*/ 0 w 8164512"/>
              <a:gd name="connsiteY10" fmla="*/ 0 h 3262313"/>
              <a:gd name="connsiteX0" fmla="*/ 0 w 8164512"/>
              <a:gd name="connsiteY0" fmla="*/ 0 h 3262313"/>
              <a:gd name="connsiteX1" fmla="*/ 8164512 w 8164512"/>
              <a:gd name="connsiteY1" fmla="*/ 0 h 3262313"/>
              <a:gd name="connsiteX2" fmla="*/ 8164512 w 8164512"/>
              <a:gd name="connsiteY2" fmla="*/ 3262313 h 3262313"/>
              <a:gd name="connsiteX3" fmla="*/ 3781885 w 8164512"/>
              <a:gd name="connsiteY3" fmla="*/ 2932573 h 3262313"/>
              <a:gd name="connsiteX4" fmla="*/ 3527744 w 8164512"/>
              <a:gd name="connsiteY4" fmla="*/ 2824050 h 3262313"/>
              <a:gd name="connsiteX5" fmla="*/ 2694344 w 8164512"/>
              <a:gd name="connsiteY5" fmla="*/ 2607934 h 3262313"/>
              <a:gd name="connsiteX6" fmla="*/ 881776 w 8164512"/>
              <a:gd name="connsiteY6" fmla="*/ 2256241 h 3262313"/>
              <a:gd name="connsiteX7" fmla="*/ 519263 w 8164512"/>
              <a:gd name="connsiteY7" fmla="*/ 2218367 h 3262313"/>
              <a:gd name="connsiteX8" fmla="*/ 308247 w 8164512"/>
              <a:gd name="connsiteY8" fmla="*/ 1801747 h 3262313"/>
              <a:gd name="connsiteX9" fmla="*/ 356943 w 8164512"/>
              <a:gd name="connsiteY9" fmla="*/ 1174111 h 3262313"/>
              <a:gd name="connsiteX10" fmla="*/ 0 w 8164512"/>
              <a:gd name="connsiteY10" fmla="*/ 0 h 3262313"/>
              <a:gd name="connsiteX0" fmla="*/ 0 w 8164512"/>
              <a:gd name="connsiteY0" fmla="*/ 0 h 3409733"/>
              <a:gd name="connsiteX1" fmla="*/ 8164512 w 8164512"/>
              <a:gd name="connsiteY1" fmla="*/ 0 h 3409733"/>
              <a:gd name="connsiteX2" fmla="*/ 8164512 w 8164512"/>
              <a:gd name="connsiteY2" fmla="*/ 3262313 h 3409733"/>
              <a:gd name="connsiteX3" fmla="*/ 4528555 w 8164512"/>
              <a:gd name="connsiteY3" fmla="*/ 2781075 h 3409733"/>
              <a:gd name="connsiteX4" fmla="*/ 3781885 w 8164512"/>
              <a:gd name="connsiteY4" fmla="*/ 2932573 h 3409733"/>
              <a:gd name="connsiteX5" fmla="*/ 3527744 w 8164512"/>
              <a:gd name="connsiteY5" fmla="*/ 2824050 h 3409733"/>
              <a:gd name="connsiteX6" fmla="*/ 2694344 w 8164512"/>
              <a:gd name="connsiteY6" fmla="*/ 2607934 h 3409733"/>
              <a:gd name="connsiteX7" fmla="*/ 881776 w 8164512"/>
              <a:gd name="connsiteY7" fmla="*/ 2256241 h 3409733"/>
              <a:gd name="connsiteX8" fmla="*/ 519263 w 8164512"/>
              <a:gd name="connsiteY8" fmla="*/ 2218367 h 3409733"/>
              <a:gd name="connsiteX9" fmla="*/ 308247 w 8164512"/>
              <a:gd name="connsiteY9" fmla="*/ 1801747 h 3409733"/>
              <a:gd name="connsiteX10" fmla="*/ 356943 w 8164512"/>
              <a:gd name="connsiteY10" fmla="*/ 1174111 h 3409733"/>
              <a:gd name="connsiteX11" fmla="*/ 0 w 8164512"/>
              <a:gd name="connsiteY11" fmla="*/ 0 h 3409733"/>
              <a:gd name="connsiteX0" fmla="*/ 0 w 8164512"/>
              <a:gd name="connsiteY0" fmla="*/ 0 h 3483927"/>
              <a:gd name="connsiteX1" fmla="*/ 8164512 w 8164512"/>
              <a:gd name="connsiteY1" fmla="*/ 0 h 3483927"/>
              <a:gd name="connsiteX2" fmla="*/ 8164512 w 8164512"/>
              <a:gd name="connsiteY2" fmla="*/ 3262313 h 3483927"/>
              <a:gd name="connsiteX3" fmla="*/ 6757743 w 8164512"/>
              <a:gd name="connsiteY3" fmla="*/ 3094892 h 3483927"/>
              <a:gd name="connsiteX4" fmla="*/ 4528555 w 8164512"/>
              <a:gd name="connsiteY4" fmla="*/ 2781075 h 3483927"/>
              <a:gd name="connsiteX5" fmla="*/ 3781885 w 8164512"/>
              <a:gd name="connsiteY5" fmla="*/ 2932573 h 3483927"/>
              <a:gd name="connsiteX6" fmla="*/ 3527744 w 8164512"/>
              <a:gd name="connsiteY6" fmla="*/ 2824050 h 3483927"/>
              <a:gd name="connsiteX7" fmla="*/ 2694344 w 8164512"/>
              <a:gd name="connsiteY7" fmla="*/ 2607934 h 3483927"/>
              <a:gd name="connsiteX8" fmla="*/ 881776 w 8164512"/>
              <a:gd name="connsiteY8" fmla="*/ 2256241 h 3483927"/>
              <a:gd name="connsiteX9" fmla="*/ 519263 w 8164512"/>
              <a:gd name="connsiteY9" fmla="*/ 2218367 h 3483927"/>
              <a:gd name="connsiteX10" fmla="*/ 308247 w 8164512"/>
              <a:gd name="connsiteY10" fmla="*/ 1801747 h 3483927"/>
              <a:gd name="connsiteX11" fmla="*/ 356943 w 8164512"/>
              <a:gd name="connsiteY11" fmla="*/ 1174111 h 3483927"/>
              <a:gd name="connsiteX12" fmla="*/ 0 w 8164512"/>
              <a:gd name="connsiteY12" fmla="*/ 0 h 3483927"/>
              <a:gd name="connsiteX0" fmla="*/ 0 w 8164512"/>
              <a:gd name="connsiteY0" fmla="*/ 0 h 3483927"/>
              <a:gd name="connsiteX1" fmla="*/ 8164512 w 8164512"/>
              <a:gd name="connsiteY1" fmla="*/ 0 h 3483927"/>
              <a:gd name="connsiteX2" fmla="*/ 8164512 w 8164512"/>
              <a:gd name="connsiteY2" fmla="*/ 3262313 h 3483927"/>
              <a:gd name="connsiteX3" fmla="*/ 6757743 w 8164512"/>
              <a:gd name="connsiteY3" fmla="*/ 3094892 h 3483927"/>
              <a:gd name="connsiteX4" fmla="*/ 6021894 w 8164512"/>
              <a:gd name="connsiteY4" fmla="*/ 3143588 h 3483927"/>
              <a:gd name="connsiteX5" fmla="*/ 4528555 w 8164512"/>
              <a:gd name="connsiteY5" fmla="*/ 2781075 h 3483927"/>
              <a:gd name="connsiteX6" fmla="*/ 3781885 w 8164512"/>
              <a:gd name="connsiteY6" fmla="*/ 2932573 h 3483927"/>
              <a:gd name="connsiteX7" fmla="*/ 3527744 w 8164512"/>
              <a:gd name="connsiteY7" fmla="*/ 2824050 h 3483927"/>
              <a:gd name="connsiteX8" fmla="*/ 2694344 w 8164512"/>
              <a:gd name="connsiteY8" fmla="*/ 2607934 h 3483927"/>
              <a:gd name="connsiteX9" fmla="*/ 881776 w 8164512"/>
              <a:gd name="connsiteY9" fmla="*/ 2256241 h 3483927"/>
              <a:gd name="connsiteX10" fmla="*/ 519263 w 8164512"/>
              <a:gd name="connsiteY10" fmla="*/ 2218367 h 3483927"/>
              <a:gd name="connsiteX11" fmla="*/ 308247 w 8164512"/>
              <a:gd name="connsiteY11" fmla="*/ 1801747 h 3483927"/>
              <a:gd name="connsiteX12" fmla="*/ 356943 w 8164512"/>
              <a:gd name="connsiteY12" fmla="*/ 1174111 h 3483927"/>
              <a:gd name="connsiteX13" fmla="*/ 0 w 8164512"/>
              <a:gd name="connsiteY13" fmla="*/ 0 h 3483927"/>
              <a:gd name="connsiteX0" fmla="*/ 0 w 8164512"/>
              <a:gd name="connsiteY0" fmla="*/ 0 h 3431061"/>
              <a:gd name="connsiteX1" fmla="*/ 8164512 w 8164512"/>
              <a:gd name="connsiteY1" fmla="*/ 0 h 3431061"/>
              <a:gd name="connsiteX2" fmla="*/ 8164512 w 8164512"/>
              <a:gd name="connsiteY2" fmla="*/ 3262313 h 3431061"/>
              <a:gd name="connsiteX3" fmla="*/ 7596394 w 8164512"/>
              <a:gd name="connsiteY3" fmla="*/ 2818949 h 3431061"/>
              <a:gd name="connsiteX4" fmla="*/ 6757743 w 8164512"/>
              <a:gd name="connsiteY4" fmla="*/ 3094892 h 3431061"/>
              <a:gd name="connsiteX5" fmla="*/ 6021894 w 8164512"/>
              <a:gd name="connsiteY5" fmla="*/ 3143588 h 3431061"/>
              <a:gd name="connsiteX6" fmla="*/ 4528555 w 8164512"/>
              <a:gd name="connsiteY6" fmla="*/ 2781075 h 3431061"/>
              <a:gd name="connsiteX7" fmla="*/ 3781885 w 8164512"/>
              <a:gd name="connsiteY7" fmla="*/ 2932573 h 3431061"/>
              <a:gd name="connsiteX8" fmla="*/ 3527744 w 8164512"/>
              <a:gd name="connsiteY8" fmla="*/ 2824050 h 3431061"/>
              <a:gd name="connsiteX9" fmla="*/ 2694344 w 8164512"/>
              <a:gd name="connsiteY9" fmla="*/ 2607934 h 3431061"/>
              <a:gd name="connsiteX10" fmla="*/ 881776 w 8164512"/>
              <a:gd name="connsiteY10" fmla="*/ 2256241 h 3431061"/>
              <a:gd name="connsiteX11" fmla="*/ 519263 w 8164512"/>
              <a:gd name="connsiteY11" fmla="*/ 2218367 h 3431061"/>
              <a:gd name="connsiteX12" fmla="*/ 308247 w 8164512"/>
              <a:gd name="connsiteY12" fmla="*/ 1801747 h 3431061"/>
              <a:gd name="connsiteX13" fmla="*/ 356943 w 8164512"/>
              <a:gd name="connsiteY13" fmla="*/ 1174111 h 3431061"/>
              <a:gd name="connsiteX14" fmla="*/ 0 w 8164512"/>
              <a:gd name="connsiteY14" fmla="*/ 0 h 3431061"/>
              <a:gd name="connsiteX0" fmla="*/ 0 w 8164512"/>
              <a:gd name="connsiteY0" fmla="*/ 0 h 3445296"/>
              <a:gd name="connsiteX1" fmla="*/ 8164512 w 8164512"/>
              <a:gd name="connsiteY1" fmla="*/ 0 h 3445296"/>
              <a:gd name="connsiteX2" fmla="*/ 8164512 w 8164512"/>
              <a:gd name="connsiteY2" fmla="*/ 3262313 h 3445296"/>
              <a:gd name="connsiteX3" fmla="*/ 8094174 w 8164512"/>
              <a:gd name="connsiteY3" fmla="*/ 2818949 h 3445296"/>
              <a:gd name="connsiteX4" fmla="*/ 7596394 w 8164512"/>
              <a:gd name="connsiteY4" fmla="*/ 2818949 h 3445296"/>
              <a:gd name="connsiteX5" fmla="*/ 6757743 w 8164512"/>
              <a:gd name="connsiteY5" fmla="*/ 3094892 h 3445296"/>
              <a:gd name="connsiteX6" fmla="*/ 6021894 w 8164512"/>
              <a:gd name="connsiteY6" fmla="*/ 3143588 h 3445296"/>
              <a:gd name="connsiteX7" fmla="*/ 4528555 w 8164512"/>
              <a:gd name="connsiteY7" fmla="*/ 2781075 h 3445296"/>
              <a:gd name="connsiteX8" fmla="*/ 3781885 w 8164512"/>
              <a:gd name="connsiteY8" fmla="*/ 2932573 h 3445296"/>
              <a:gd name="connsiteX9" fmla="*/ 3527744 w 8164512"/>
              <a:gd name="connsiteY9" fmla="*/ 2824050 h 3445296"/>
              <a:gd name="connsiteX10" fmla="*/ 2694344 w 8164512"/>
              <a:gd name="connsiteY10" fmla="*/ 2607934 h 3445296"/>
              <a:gd name="connsiteX11" fmla="*/ 881776 w 8164512"/>
              <a:gd name="connsiteY11" fmla="*/ 2256241 h 3445296"/>
              <a:gd name="connsiteX12" fmla="*/ 519263 w 8164512"/>
              <a:gd name="connsiteY12" fmla="*/ 2218367 h 3445296"/>
              <a:gd name="connsiteX13" fmla="*/ 308247 w 8164512"/>
              <a:gd name="connsiteY13" fmla="*/ 1801747 h 3445296"/>
              <a:gd name="connsiteX14" fmla="*/ 356943 w 8164512"/>
              <a:gd name="connsiteY14" fmla="*/ 1174111 h 3445296"/>
              <a:gd name="connsiteX15" fmla="*/ 0 w 8164512"/>
              <a:gd name="connsiteY15" fmla="*/ 0 h 3445296"/>
              <a:gd name="connsiteX0" fmla="*/ 0 w 8186155"/>
              <a:gd name="connsiteY0" fmla="*/ 0 h 3148601"/>
              <a:gd name="connsiteX1" fmla="*/ 8164512 w 8186155"/>
              <a:gd name="connsiteY1" fmla="*/ 0 h 3148601"/>
              <a:gd name="connsiteX2" fmla="*/ 8186155 w 8186155"/>
              <a:gd name="connsiteY2" fmla="*/ 2364145 h 3148601"/>
              <a:gd name="connsiteX3" fmla="*/ 8094174 w 8186155"/>
              <a:gd name="connsiteY3" fmla="*/ 2818949 h 3148601"/>
              <a:gd name="connsiteX4" fmla="*/ 7596394 w 8186155"/>
              <a:gd name="connsiteY4" fmla="*/ 2818949 h 3148601"/>
              <a:gd name="connsiteX5" fmla="*/ 6757743 w 8186155"/>
              <a:gd name="connsiteY5" fmla="*/ 3094892 h 3148601"/>
              <a:gd name="connsiteX6" fmla="*/ 6021894 w 8186155"/>
              <a:gd name="connsiteY6" fmla="*/ 3143588 h 3148601"/>
              <a:gd name="connsiteX7" fmla="*/ 4528555 w 8186155"/>
              <a:gd name="connsiteY7" fmla="*/ 2781075 h 3148601"/>
              <a:gd name="connsiteX8" fmla="*/ 3781885 w 8186155"/>
              <a:gd name="connsiteY8" fmla="*/ 2932573 h 3148601"/>
              <a:gd name="connsiteX9" fmla="*/ 3527744 w 8186155"/>
              <a:gd name="connsiteY9" fmla="*/ 2824050 h 3148601"/>
              <a:gd name="connsiteX10" fmla="*/ 2694344 w 8186155"/>
              <a:gd name="connsiteY10" fmla="*/ 2607934 h 3148601"/>
              <a:gd name="connsiteX11" fmla="*/ 881776 w 8186155"/>
              <a:gd name="connsiteY11" fmla="*/ 2256241 h 3148601"/>
              <a:gd name="connsiteX12" fmla="*/ 519263 w 8186155"/>
              <a:gd name="connsiteY12" fmla="*/ 2218367 h 3148601"/>
              <a:gd name="connsiteX13" fmla="*/ 308247 w 8186155"/>
              <a:gd name="connsiteY13" fmla="*/ 1801747 h 3148601"/>
              <a:gd name="connsiteX14" fmla="*/ 356943 w 8186155"/>
              <a:gd name="connsiteY14" fmla="*/ 1174111 h 3148601"/>
              <a:gd name="connsiteX15" fmla="*/ 0 w 8186155"/>
              <a:gd name="connsiteY15" fmla="*/ 0 h 3148601"/>
              <a:gd name="connsiteX0" fmla="*/ 0 w 8186155"/>
              <a:gd name="connsiteY0" fmla="*/ 0 h 3148601"/>
              <a:gd name="connsiteX1" fmla="*/ 2846776 w 8186155"/>
              <a:gd name="connsiteY1" fmla="*/ 14344 h 3148601"/>
              <a:gd name="connsiteX2" fmla="*/ 8164512 w 8186155"/>
              <a:gd name="connsiteY2" fmla="*/ 0 h 3148601"/>
              <a:gd name="connsiteX3" fmla="*/ 8186155 w 8186155"/>
              <a:gd name="connsiteY3" fmla="*/ 2364145 h 3148601"/>
              <a:gd name="connsiteX4" fmla="*/ 8094174 w 8186155"/>
              <a:gd name="connsiteY4" fmla="*/ 2818949 h 3148601"/>
              <a:gd name="connsiteX5" fmla="*/ 7596394 w 8186155"/>
              <a:gd name="connsiteY5" fmla="*/ 2818949 h 3148601"/>
              <a:gd name="connsiteX6" fmla="*/ 6757743 w 8186155"/>
              <a:gd name="connsiteY6" fmla="*/ 3094892 h 3148601"/>
              <a:gd name="connsiteX7" fmla="*/ 6021894 w 8186155"/>
              <a:gd name="connsiteY7" fmla="*/ 3143588 h 3148601"/>
              <a:gd name="connsiteX8" fmla="*/ 4528555 w 8186155"/>
              <a:gd name="connsiteY8" fmla="*/ 2781075 h 3148601"/>
              <a:gd name="connsiteX9" fmla="*/ 3781885 w 8186155"/>
              <a:gd name="connsiteY9" fmla="*/ 2932573 h 3148601"/>
              <a:gd name="connsiteX10" fmla="*/ 3527744 w 8186155"/>
              <a:gd name="connsiteY10" fmla="*/ 2824050 h 3148601"/>
              <a:gd name="connsiteX11" fmla="*/ 2694344 w 8186155"/>
              <a:gd name="connsiteY11" fmla="*/ 2607934 h 3148601"/>
              <a:gd name="connsiteX12" fmla="*/ 881776 w 8186155"/>
              <a:gd name="connsiteY12" fmla="*/ 2256241 h 3148601"/>
              <a:gd name="connsiteX13" fmla="*/ 519263 w 8186155"/>
              <a:gd name="connsiteY13" fmla="*/ 2218367 h 3148601"/>
              <a:gd name="connsiteX14" fmla="*/ 308247 w 8186155"/>
              <a:gd name="connsiteY14" fmla="*/ 1801747 h 3148601"/>
              <a:gd name="connsiteX15" fmla="*/ 356943 w 8186155"/>
              <a:gd name="connsiteY15" fmla="*/ 1174111 h 3148601"/>
              <a:gd name="connsiteX16" fmla="*/ 0 w 8186155"/>
              <a:gd name="connsiteY16" fmla="*/ 0 h 3148601"/>
              <a:gd name="connsiteX0" fmla="*/ 0 w 8186155"/>
              <a:gd name="connsiteY0" fmla="*/ 0 h 3148601"/>
              <a:gd name="connsiteX1" fmla="*/ 2846776 w 8186155"/>
              <a:gd name="connsiteY1" fmla="*/ 14344 h 3148601"/>
              <a:gd name="connsiteX2" fmla="*/ 4324160 w 8186155"/>
              <a:gd name="connsiteY2" fmla="*/ 606014 h 3148601"/>
              <a:gd name="connsiteX3" fmla="*/ 8164512 w 8186155"/>
              <a:gd name="connsiteY3" fmla="*/ 0 h 3148601"/>
              <a:gd name="connsiteX4" fmla="*/ 8186155 w 8186155"/>
              <a:gd name="connsiteY4" fmla="*/ 2364145 h 3148601"/>
              <a:gd name="connsiteX5" fmla="*/ 8094174 w 8186155"/>
              <a:gd name="connsiteY5" fmla="*/ 2818949 h 3148601"/>
              <a:gd name="connsiteX6" fmla="*/ 7596394 w 8186155"/>
              <a:gd name="connsiteY6" fmla="*/ 2818949 h 3148601"/>
              <a:gd name="connsiteX7" fmla="*/ 6757743 w 8186155"/>
              <a:gd name="connsiteY7" fmla="*/ 3094892 h 3148601"/>
              <a:gd name="connsiteX8" fmla="*/ 6021894 w 8186155"/>
              <a:gd name="connsiteY8" fmla="*/ 3143588 h 3148601"/>
              <a:gd name="connsiteX9" fmla="*/ 4528555 w 8186155"/>
              <a:gd name="connsiteY9" fmla="*/ 2781075 h 3148601"/>
              <a:gd name="connsiteX10" fmla="*/ 3781885 w 8186155"/>
              <a:gd name="connsiteY10" fmla="*/ 2932573 h 3148601"/>
              <a:gd name="connsiteX11" fmla="*/ 3527744 w 8186155"/>
              <a:gd name="connsiteY11" fmla="*/ 2824050 h 3148601"/>
              <a:gd name="connsiteX12" fmla="*/ 2694344 w 8186155"/>
              <a:gd name="connsiteY12" fmla="*/ 2607934 h 3148601"/>
              <a:gd name="connsiteX13" fmla="*/ 881776 w 8186155"/>
              <a:gd name="connsiteY13" fmla="*/ 2256241 h 3148601"/>
              <a:gd name="connsiteX14" fmla="*/ 519263 w 8186155"/>
              <a:gd name="connsiteY14" fmla="*/ 2218367 h 3148601"/>
              <a:gd name="connsiteX15" fmla="*/ 308247 w 8186155"/>
              <a:gd name="connsiteY15" fmla="*/ 1801747 h 3148601"/>
              <a:gd name="connsiteX16" fmla="*/ 356943 w 8186155"/>
              <a:gd name="connsiteY16" fmla="*/ 1174111 h 3148601"/>
              <a:gd name="connsiteX17" fmla="*/ 0 w 8186155"/>
              <a:gd name="connsiteY17" fmla="*/ 0 h 3148601"/>
              <a:gd name="connsiteX0" fmla="*/ 0 w 8186155"/>
              <a:gd name="connsiteY0" fmla="*/ 0 h 3148601"/>
              <a:gd name="connsiteX1" fmla="*/ 2846776 w 8186155"/>
              <a:gd name="connsiteY1" fmla="*/ 14344 h 3148601"/>
              <a:gd name="connsiteX2" fmla="*/ 3094202 w 8186155"/>
              <a:gd name="connsiteY2" fmla="*/ 225911 h 3148601"/>
              <a:gd name="connsiteX3" fmla="*/ 4324160 w 8186155"/>
              <a:gd name="connsiteY3" fmla="*/ 606014 h 3148601"/>
              <a:gd name="connsiteX4" fmla="*/ 8164512 w 8186155"/>
              <a:gd name="connsiteY4" fmla="*/ 0 h 3148601"/>
              <a:gd name="connsiteX5" fmla="*/ 8186155 w 8186155"/>
              <a:gd name="connsiteY5" fmla="*/ 2364145 h 3148601"/>
              <a:gd name="connsiteX6" fmla="*/ 8094174 w 8186155"/>
              <a:gd name="connsiteY6" fmla="*/ 2818949 h 3148601"/>
              <a:gd name="connsiteX7" fmla="*/ 7596394 w 8186155"/>
              <a:gd name="connsiteY7" fmla="*/ 2818949 h 3148601"/>
              <a:gd name="connsiteX8" fmla="*/ 6757743 w 8186155"/>
              <a:gd name="connsiteY8" fmla="*/ 3094892 h 3148601"/>
              <a:gd name="connsiteX9" fmla="*/ 6021894 w 8186155"/>
              <a:gd name="connsiteY9" fmla="*/ 3143588 h 3148601"/>
              <a:gd name="connsiteX10" fmla="*/ 4528555 w 8186155"/>
              <a:gd name="connsiteY10" fmla="*/ 2781075 h 3148601"/>
              <a:gd name="connsiteX11" fmla="*/ 3781885 w 8186155"/>
              <a:gd name="connsiteY11" fmla="*/ 2932573 h 3148601"/>
              <a:gd name="connsiteX12" fmla="*/ 3527744 w 8186155"/>
              <a:gd name="connsiteY12" fmla="*/ 2824050 h 3148601"/>
              <a:gd name="connsiteX13" fmla="*/ 2694344 w 8186155"/>
              <a:gd name="connsiteY13" fmla="*/ 2607934 h 3148601"/>
              <a:gd name="connsiteX14" fmla="*/ 881776 w 8186155"/>
              <a:gd name="connsiteY14" fmla="*/ 2256241 h 3148601"/>
              <a:gd name="connsiteX15" fmla="*/ 519263 w 8186155"/>
              <a:gd name="connsiteY15" fmla="*/ 2218367 h 3148601"/>
              <a:gd name="connsiteX16" fmla="*/ 308247 w 8186155"/>
              <a:gd name="connsiteY16" fmla="*/ 1801747 h 3148601"/>
              <a:gd name="connsiteX17" fmla="*/ 356943 w 8186155"/>
              <a:gd name="connsiteY17" fmla="*/ 1174111 h 3148601"/>
              <a:gd name="connsiteX18" fmla="*/ 0 w 8186155"/>
              <a:gd name="connsiteY18"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324160 w 8186155"/>
              <a:gd name="connsiteY4" fmla="*/ 606014 h 3148601"/>
              <a:gd name="connsiteX5" fmla="*/ 8164512 w 8186155"/>
              <a:gd name="connsiteY5" fmla="*/ 0 h 3148601"/>
              <a:gd name="connsiteX6" fmla="*/ 8186155 w 8186155"/>
              <a:gd name="connsiteY6" fmla="*/ 2364145 h 3148601"/>
              <a:gd name="connsiteX7" fmla="*/ 8094174 w 8186155"/>
              <a:gd name="connsiteY7" fmla="*/ 2818949 h 3148601"/>
              <a:gd name="connsiteX8" fmla="*/ 7596394 w 8186155"/>
              <a:gd name="connsiteY8" fmla="*/ 2818949 h 3148601"/>
              <a:gd name="connsiteX9" fmla="*/ 6757743 w 8186155"/>
              <a:gd name="connsiteY9" fmla="*/ 3094892 h 3148601"/>
              <a:gd name="connsiteX10" fmla="*/ 6021894 w 8186155"/>
              <a:gd name="connsiteY10" fmla="*/ 3143588 h 3148601"/>
              <a:gd name="connsiteX11" fmla="*/ 4528555 w 8186155"/>
              <a:gd name="connsiteY11" fmla="*/ 2781075 h 3148601"/>
              <a:gd name="connsiteX12" fmla="*/ 3781885 w 8186155"/>
              <a:gd name="connsiteY12" fmla="*/ 2932573 h 3148601"/>
              <a:gd name="connsiteX13" fmla="*/ 3527744 w 8186155"/>
              <a:gd name="connsiteY13" fmla="*/ 2824050 h 3148601"/>
              <a:gd name="connsiteX14" fmla="*/ 2694344 w 8186155"/>
              <a:gd name="connsiteY14" fmla="*/ 2607934 h 3148601"/>
              <a:gd name="connsiteX15" fmla="*/ 881776 w 8186155"/>
              <a:gd name="connsiteY15" fmla="*/ 2256241 h 3148601"/>
              <a:gd name="connsiteX16" fmla="*/ 519263 w 8186155"/>
              <a:gd name="connsiteY16" fmla="*/ 2218367 h 3148601"/>
              <a:gd name="connsiteX17" fmla="*/ 308247 w 8186155"/>
              <a:gd name="connsiteY17" fmla="*/ 1801747 h 3148601"/>
              <a:gd name="connsiteX18" fmla="*/ 356943 w 8186155"/>
              <a:gd name="connsiteY18" fmla="*/ 1174111 h 3148601"/>
              <a:gd name="connsiteX19" fmla="*/ 0 w 8186155"/>
              <a:gd name="connsiteY19"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8164512 w 8186155"/>
              <a:gd name="connsiteY6" fmla="*/ 0 h 3148601"/>
              <a:gd name="connsiteX7" fmla="*/ 8186155 w 8186155"/>
              <a:gd name="connsiteY7" fmla="*/ 2364145 h 3148601"/>
              <a:gd name="connsiteX8" fmla="*/ 8094174 w 8186155"/>
              <a:gd name="connsiteY8" fmla="*/ 2818949 h 3148601"/>
              <a:gd name="connsiteX9" fmla="*/ 7596394 w 8186155"/>
              <a:gd name="connsiteY9" fmla="*/ 2818949 h 3148601"/>
              <a:gd name="connsiteX10" fmla="*/ 6757743 w 8186155"/>
              <a:gd name="connsiteY10" fmla="*/ 3094892 h 3148601"/>
              <a:gd name="connsiteX11" fmla="*/ 6021894 w 8186155"/>
              <a:gd name="connsiteY11" fmla="*/ 3143588 h 3148601"/>
              <a:gd name="connsiteX12" fmla="*/ 4528555 w 8186155"/>
              <a:gd name="connsiteY12" fmla="*/ 2781075 h 3148601"/>
              <a:gd name="connsiteX13" fmla="*/ 3781885 w 8186155"/>
              <a:gd name="connsiteY13" fmla="*/ 2932573 h 3148601"/>
              <a:gd name="connsiteX14" fmla="*/ 3527744 w 8186155"/>
              <a:gd name="connsiteY14" fmla="*/ 2824050 h 3148601"/>
              <a:gd name="connsiteX15" fmla="*/ 2694344 w 8186155"/>
              <a:gd name="connsiteY15" fmla="*/ 2607934 h 3148601"/>
              <a:gd name="connsiteX16" fmla="*/ 881776 w 8186155"/>
              <a:gd name="connsiteY16" fmla="*/ 2256241 h 3148601"/>
              <a:gd name="connsiteX17" fmla="*/ 519263 w 8186155"/>
              <a:gd name="connsiteY17" fmla="*/ 2218367 h 3148601"/>
              <a:gd name="connsiteX18" fmla="*/ 308247 w 8186155"/>
              <a:gd name="connsiteY18" fmla="*/ 1801747 h 3148601"/>
              <a:gd name="connsiteX19" fmla="*/ 356943 w 8186155"/>
              <a:gd name="connsiteY19" fmla="*/ 1174111 h 3148601"/>
              <a:gd name="connsiteX20" fmla="*/ 0 w 8186155"/>
              <a:gd name="connsiteY20"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6221091 w 8186155"/>
              <a:gd name="connsiteY6" fmla="*/ 1258645 h 3148601"/>
              <a:gd name="connsiteX7" fmla="*/ 8164512 w 8186155"/>
              <a:gd name="connsiteY7" fmla="*/ 0 h 3148601"/>
              <a:gd name="connsiteX8" fmla="*/ 8186155 w 8186155"/>
              <a:gd name="connsiteY8" fmla="*/ 2364145 h 3148601"/>
              <a:gd name="connsiteX9" fmla="*/ 8094174 w 8186155"/>
              <a:gd name="connsiteY9" fmla="*/ 2818949 h 3148601"/>
              <a:gd name="connsiteX10" fmla="*/ 7596394 w 8186155"/>
              <a:gd name="connsiteY10" fmla="*/ 2818949 h 3148601"/>
              <a:gd name="connsiteX11" fmla="*/ 6757743 w 8186155"/>
              <a:gd name="connsiteY11" fmla="*/ 3094892 h 3148601"/>
              <a:gd name="connsiteX12" fmla="*/ 6021894 w 8186155"/>
              <a:gd name="connsiteY12" fmla="*/ 3143588 h 3148601"/>
              <a:gd name="connsiteX13" fmla="*/ 4528555 w 8186155"/>
              <a:gd name="connsiteY13" fmla="*/ 2781075 h 3148601"/>
              <a:gd name="connsiteX14" fmla="*/ 3781885 w 8186155"/>
              <a:gd name="connsiteY14" fmla="*/ 2932573 h 3148601"/>
              <a:gd name="connsiteX15" fmla="*/ 3527744 w 8186155"/>
              <a:gd name="connsiteY15" fmla="*/ 2824050 h 3148601"/>
              <a:gd name="connsiteX16" fmla="*/ 2694344 w 8186155"/>
              <a:gd name="connsiteY16" fmla="*/ 2607934 h 3148601"/>
              <a:gd name="connsiteX17" fmla="*/ 881776 w 8186155"/>
              <a:gd name="connsiteY17" fmla="*/ 2256241 h 3148601"/>
              <a:gd name="connsiteX18" fmla="*/ 519263 w 8186155"/>
              <a:gd name="connsiteY18" fmla="*/ 2218367 h 3148601"/>
              <a:gd name="connsiteX19" fmla="*/ 308247 w 8186155"/>
              <a:gd name="connsiteY19" fmla="*/ 1801747 h 3148601"/>
              <a:gd name="connsiteX20" fmla="*/ 356943 w 8186155"/>
              <a:gd name="connsiteY20" fmla="*/ 1174111 h 3148601"/>
              <a:gd name="connsiteX21" fmla="*/ 0 w 8186155"/>
              <a:gd name="connsiteY21"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847699 w 8186155"/>
              <a:gd name="connsiteY6" fmla="*/ 889299 h 3148601"/>
              <a:gd name="connsiteX7" fmla="*/ 6221091 w 8186155"/>
              <a:gd name="connsiteY7" fmla="*/ 1258645 h 3148601"/>
              <a:gd name="connsiteX8" fmla="*/ 8164512 w 8186155"/>
              <a:gd name="connsiteY8" fmla="*/ 0 h 3148601"/>
              <a:gd name="connsiteX9" fmla="*/ 8186155 w 8186155"/>
              <a:gd name="connsiteY9" fmla="*/ 2364145 h 3148601"/>
              <a:gd name="connsiteX10" fmla="*/ 8094174 w 8186155"/>
              <a:gd name="connsiteY10" fmla="*/ 2818949 h 3148601"/>
              <a:gd name="connsiteX11" fmla="*/ 7596394 w 8186155"/>
              <a:gd name="connsiteY11" fmla="*/ 2818949 h 3148601"/>
              <a:gd name="connsiteX12" fmla="*/ 6757743 w 8186155"/>
              <a:gd name="connsiteY12" fmla="*/ 3094892 h 3148601"/>
              <a:gd name="connsiteX13" fmla="*/ 6021894 w 8186155"/>
              <a:gd name="connsiteY13" fmla="*/ 3143588 h 3148601"/>
              <a:gd name="connsiteX14" fmla="*/ 4528555 w 8186155"/>
              <a:gd name="connsiteY14" fmla="*/ 2781075 h 3148601"/>
              <a:gd name="connsiteX15" fmla="*/ 3781885 w 8186155"/>
              <a:gd name="connsiteY15" fmla="*/ 2932573 h 3148601"/>
              <a:gd name="connsiteX16" fmla="*/ 3527744 w 8186155"/>
              <a:gd name="connsiteY16" fmla="*/ 2824050 h 3148601"/>
              <a:gd name="connsiteX17" fmla="*/ 2694344 w 8186155"/>
              <a:gd name="connsiteY17" fmla="*/ 2607934 h 3148601"/>
              <a:gd name="connsiteX18" fmla="*/ 881776 w 8186155"/>
              <a:gd name="connsiteY18" fmla="*/ 2256241 h 3148601"/>
              <a:gd name="connsiteX19" fmla="*/ 519263 w 8186155"/>
              <a:gd name="connsiteY19" fmla="*/ 2218367 h 3148601"/>
              <a:gd name="connsiteX20" fmla="*/ 308247 w 8186155"/>
              <a:gd name="connsiteY20" fmla="*/ 1801747 h 3148601"/>
              <a:gd name="connsiteX21" fmla="*/ 356943 w 8186155"/>
              <a:gd name="connsiteY21" fmla="*/ 1174111 h 3148601"/>
              <a:gd name="connsiteX22" fmla="*/ 0 w 8186155"/>
              <a:gd name="connsiteY22"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847699 w 8186155"/>
              <a:gd name="connsiteY6" fmla="*/ 889299 h 3148601"/>
              <a:gd name="connsiteX7" fmla="*/ 5740583 w 8186155"/>
              <a:gd name="connsiteY7" fmla="*/ 1125967 h 3148601"/>
              <a:gd name="connsiteX8" fmla="*/ 6221091 w 8186155"/>
              <a:gd name="connsiteY8" fmla="*/ 1258645 h 3148601"/>
              <a:gd name="connsiteX9" fmla="*/ 8164512 w 8186155"/>
              <a:gd name="connsiteY9" fmla="*/ 0 h 3148601"/>
              <a:gd name="connsiteX10" fmla="*/ 8186155 w 8186155"/>
              <a:gd name="connsiteY10" fmla="*/ 2364145 h 3148601"/>
              <a:gd name="connsiteX11" fmla="*/ 8094174 w 8186155"/>
              <a:gd name="connsiteY11" fmla="*/ 2818949 h 3148601"/>
              <a:gd name="connsiteX12" fmla="*/ 7596394 w 8186155"/>
              <a:gd name="connsiteY12" fmla="*/ 2818949 h 3148601"/>
              <a:gd name="connsiteX13" fmla="*/ 6757743 w 8186155"/>
              <a:gd name="connsiteY13" fmla="*/ 3094892 h 3148601"/>
              <a:gd name="connsiteX14" fmla="*/ 6021894 w 8186155"/>
              <a:gd name="connsiteY14" fmla="*/ 3143588 h 3148601"/>
              <a:gd name="connsiteX15" fmla="*/ 4528555 w 8186155"/>
              <a:gd name="connsiteY15" fmla="*/ 2781075 h 3148601"/>
              <a:gd name="connsiteX16" fmla="*/ 3781885 w 8186155"/>
              <a:gd name="connsiteY16" fmla="*/ 2932573 h 3148601"/>
              <a:gd name="connsiteX17" fmla="*/ 3527744 w 8186155"/>
              <a:gd name="connsiteY17" fmla="*/ 2824050 h 3148601"/>
              <a:gd name="connsiteX18" fmla="*/ 2694344 w 8186155"/>
              <a:gd name="connsiteY18" fmla="*/ 2607934 h 3148601"/>
              <a:gd name="connsiteX19" fmla="*/ 881776 w 8186155"/>
              <a:gd name="connsiteY19" fmla="*/ 2256241 h 3148601"/>
              <a:gd name="connsiteX20" fmla="*/ 519263 w 8186155"/>
              <a:gd name="connsiteY20" fmla="*/ 2218367 h 3148601"/>
              <a:gd name="connsiteX21" fmla="*/ 308247 w 8186155"/>
              <a:gd name="connsiteY21" fmla="*/ 1801747 h 3148601"/>
              <a:gd name="connsiteX22" fmla="*/ 356943 w 8186155"/>
              <a:gd name="connsiteY22" fmla="*/ 1174111 h 3148601"/>
              <a:gd name="connsiteX23" fmla="*/ 0 w 8186155"/>
              <a:gd name="connsiteY23"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847699 w 8186155"/>
              <a:gd name="connsiteY6" fmla="*/ 889299 h 3148601"/>
              <a:gd name="connsiteX7" fmla="*/ 5740583 w 8186155"/>
              <a:gd name="connsiteY7" fmla="*/ 1125967 h 3148601"/>
              <a:gd name="connsiteX8" fmla="*/ 6221091 w 8186155"/>
              <a:gd name="connsiteY8" fmla="*/ 1258645 h 3148601"/>
              <a:gd name="connsiteX9" fmla="*/ 7271627 w 8186155"/>
              <a:gd name="connsiteY9" fmla="*/ 1789355 h 3148601"/>
              <a:gd name="connsiteX10" fmla="*/ 8186155 w 8186155"/>
              <a:gd name="connsiteY10" fmla="*/ 2364145 h 3148601"/>
              <a:gd name="connsiteX11" fmla="*/ 8094174 w 8186155"/>
              <a:gd name="connsiteY11" fmla="*/ 2818949 h 3148601"/>
              <a:gd name="connsiteX12" fmla="*/ 7596394 w 8186155"/>
              <a:gd name="connsiteY12" fmla="*/ 2818949 h 3148601"/>
              <a:gd name="connsiteX13" fmla="*/ 6757743 w 8186155"/>
              <a:gd name="connsiteY13" fmla="*/ 3094892 h 3148601"/>
              <a:gd name="connsiteX14" fmla="*/ 6021894 w 8186155"/>
              <a:gd name="connsiteY14" fmla="*/ 3143588 h 3148601"/>
              <a:gd name="connsiteX15" fmla="*/ 4528555 w 8186155"/>
              <a:gd name="connsiteY15" fmla="*/ 2781075 h 3148601"/>
              <a:gd name="connsiteX16" fmla="*/ 3781885 w 8186155"/>
              <a:gd name="connsiteY16" fmla="*/ 2932573 h 3148601"/>
              <a:gd name="connsiteX17" fmla="*/ 3527744 w 8186155"/>
              <a:gd name="connsiteY17" fmla="*/ 2824050 h 3148601"/>
              <a:gd name="connsiteX18" fmla="*/ 2694344 w 8186155"/>
              <a:gd name="connsiteY18" fmla="*/ 2607934 h 3148601"/>
              <a:gd name="connsiteX19" fmla="*/ 881776 w 8186155"/>
              <a:gd name="connsiteY19" fmla="*/ 2256241 h 3148601"/>
              <a:gd name="connsiteX20" fmla="*/ 519263 w 8186155"/>
              <a:gd name="connsiteY20" fmla="*/ 2218367 h 3148601"/>
              <a:gd name="connsiteX21" fmla="*/ 308247 w 8186155"/>
              <a:gd name="connsiteY21" fmla="*/ 1801747 h 3148601"/>
              <a:gd name="connsiteX22" fmla="*/ 356943 w 8186155"/>
              <a:gd name="connsiteY22" fmla="*/ 1174111 h 3148601"/>
              <a:gd name="connsiteX23" fmla="*/ 0 w 8186155"/>
              <a:gd name="connsiteY23"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847699 w 8186155"/>
              <a:gd name="connsiteY6" fmla="*/ 889299 h 3148601"/>
              <a:gd name="connsiteX7" fmla="*/ 5740583 w 8186155"/>
              <a:gd name="connsiteY7" fmla="*/ 1125967 h 3148601"/>
              <a:gd name="connsiteX8" fmla="*/ 6221091 w 8186155"/>
              <a:gd name="connsiteY8" fmla="*/ 1258645 h 3148601"/>
              <a:gd name="connsiteX9" fmla="*/ 7271627 w 8186155"/>
              <a:gd name="connsiteY9" fmla="*/ 1789355 h 3148601"/>
              <a:gd name="connsiteX10" fmla="*/ 8039134 w 8186155"/>
              <a:gd name="connsiteY10" fmla="*/ 2083398 h 3148601"/>
              <a:gd name="connsiteX11" fmla="*/ 8186155 w 8186155"/>
              <a:gd name="connsiteY11" fmla="*/ 2364145 h 3148601"/>
              <a:gd name="connsiteX12" fmla="*/ 8094174 w 8186155"/>
              <a:gd name="connsiteY12" fmla="*/ 2818949 h 3148601"/>
              <a:gd name="connsiteX13" fmla="*/ 7596394 w 8186155"/>
              <a:gd name="connsiteY13" fmla="*/ 2818949 h 3148601"/>
              <a:gd name="connsiteX14" fmla="*/ 6757743 w 8186155"/>
              <a:gd name="connsiteY14" fmla="*/ 3094892 h 3148601"/>
              <a:gd name="connsiteX15" fmla="*/ 6021894 w 8186155"/>
              <a:gd name="connsiteY15" fmla="*/ 3143588 h 3148601"/>
              <a:gd name="connsiteX16" fmla="*/ 4528555 w 8186155"/>
              <a:gd name="connsiteY16" fmla="*/ 2781075 h 3148601"/>
              <a:gd name="connsiteX17" fmla="*/ 3781885 w 8186155"/>
              <a:gd name="connsiteY17" fmla="*/ 2932573 h 3148601"/>
              <a:gd name="connsiteX18" fmla="*/ 3527744 w 8186155"/>
              <a:gd name="connsiteY18" fmla="*/ 2824050 h 3148601"/>
              <a:gd name="connsiteX19" fmla="*/ 2694344 w 8186155"/>
              <a:gd name="connsiteY19" fmla="*/ 2607934 h 3148601"/>
              <a:gd name="connsiteX20" fmla="*/ 881776 w 8186155"/>
              <a:gd name="connsiteY20" fmla="*/ 2256241 h 3148601"/>
              <a:gd name="connsiteX21" fmla="*/ 519263 w 8186155"/>
              <a:gd name="connsiteY21" fmla="*/ 2218367 h 3148601"/>
              <a:gd name="connsiteX22" fmla="*/ 308247 w 8186155"/>
              <a:gd name="connsiteY22" fmla="*/ 1801747 h 3148601"/>
              <a:gd name="connsiteX23" fmla="*/ 356943 w 8186155"/>
              <a:gd name="connsiteY23" fmla="*/ 1174111 h 3148601"/>
              <a:gd name="connsiteX24" fmla="*/ 0 w 8186155"/>
              <a:gd name="connsiteY24"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847699 w 8186155"/>
              <a:gd name="connsiteY6" fmla="*/ 889299 h 3148601"/>
              <a:gd name="connsiteX7" fmla="*/ 5740583 w 8186155"/>
              <a:gd name="connsiteY7" fmla="*/ 1125967 h 3148601"/>
              <a:gd name="connsiteX8" fmla="*/ 6221091 w 8186155"/>
              <a:gd name="connsiteY8" fmla="*/ 1258645 h 3148601"/>
              <a:gd name="connsiteX9" fmla="*/ 7271627 w 8186155"/>
              <a:gd name="connsiteY9" fmla="*/ 1789355 h 3148601"/>
              <a:gd name="connsiteX10" fmla="*/ 8039134 w 8186155"/>
              <a:gd name="connsiteY10" fmla="*/ 2083398 h 3148601"/>
              <a:gd name="connsiteX11" fmla="*/ 8186155 w 8186155"/>
              <a:gd name="connsiteY11" fmla="*/ 2364145 h 3148601"/>
              <a:gd name="connsiteX12" fmla="*/ 8094174 w 8186155"/>
              <a:gd name="connsiteY12" fmla="*/ 2818949 h 3148601"/>
              <a:gd name="connsiteX13" fmla="*/ 7596394 w 8186155"/>
              <a:gd name="connsiteY13" fmla="*/ 2818949 h 3148601"/>
              <a:gd name="connsiteX14" fmla="*/ 6757743 w 8186155"/>
              <a:gd name="connsiteY14" fmla="*/ 3094892 h 3148601"/>
              <a:gd name="connsiteX15" fmla="*/ 6021894 w 8186155"/>
              <a:gd name="connsiteY15" fmla="*/ 3143588 h 3148601"/>
              <a:gd name="connsiteX16" fmla="*/ 4528555 w 8186155"/>
              <a:gd name="connsiteY16" fmla="*/ 2781075 h 3148601"/>
              <a:gd name="connsiteX17" fmla="*/ 3781885 w 8186155"/>
              <a:gd name="connsiteY17" fmla="*/ 2932573 h 3148601"/>
              <a:gd name="connsiteX18" fmla="*/ 3527744 w 8186155"/>
              <a:gd name="connsiteY18" fmla="*/ 2824050 h 3148601"/>
              <a:gd name="connsiteX19" fmla="*/ 2694344 w 8186155"/>
              <a:gd name="connsiteY19" fmla="*/ 2607934 h 3148601"/>
              <a:gd name="connsiteX20" fmla="*/ 881776 w 8186155"/>
              <a:gd name="connsiteY20" fmla="*/ 2256241 h 3148601"/>
              <a:gd name="connsiteX21" fmla="*/ 519263 w 8186155"/>
              <a:gd name="connsiteY21" fmla="*/ 2218367 h 3148601"/>
              <a:gd name="connsiteX22" fmla="*/ 308247 w 8186155"/>
              <a:gd name="connsiteY22" fmla="*/ 1801747 h 3148601"/>
              <a:gd name="connsiteX23" fmla="*/ 356943 w 8186155"/>
              <a:gd name="connsiteY23" fmla="*/ 1174111 h 3148601"/>
              <a:gd name="connsiteX24" fmla="*/ 0 w 8186155"/>
              <a:gd name="connsiteY24"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847699 w 8186155"/>
              <a:gd name="connsiteY6" fmla="*/ 889299 h 3148601"/>
              <a:gd name="connsiteX7" fmla="*/ 5740583 w 8186155"/>
              <a:gd name="connsiteY7" fmla="*/ 1125967 h 3148601"/>
              <a:gd name="connsiteX8" fmla="*/ 6221091 w 8186155"/>
              <a:gd name="connsiteY8" fmla="*/ 1258645 h 3148601"/>
              <a:gd name="connsiteX9" fmla="*/ 6776903 w 8186155"/>
              <a:gd name="connsiteY9" fmla="*/ 1455868 h 3148601"/>
              <a:gd name="connsiteX10" fmla="*/ 7271627 w 8186155"/>
              <a:gd name="connsiteY10" fmla="*/ 1789355 h 3148601"/>
              <a:gd name="connsiteX11" fmla="*/ 8039134 w 8186155"/>
              <a:gd name="connsiteY11" fmla="*/ 2083398 h 3148601"/>
              <a:gd name="connsiteX12" fmla="*/ 8186155 w 8186155"/>
              <a:gd name="connsiteY12" fmla="*/ 2364145 h 3148601"/>
              <a:gd name="connsiteX13" fmla="*/ 8094174 w 8186155"/>
              <a:gd name="connsiteY13" fmla="*/ 2818949 h 3148601"/>
              <a:gd name="connsiteX14" fmla="*/ 7596394 w 8186155"/>
              <a:gd name="connsiteY14" fmla="*/ 2818949 h 3148601"/>
              <a:gd name="connsiteX15" fmla="*/ 6757743 w 8186155"/>
              <a:gd name="connsiteY15" fmla="*/ 3094892 h 3148601"/>
              <a:gd name="connsiteX16" fmla="*/ 6021894 w 8186155"/>
              <a:gd name="connsiteY16" fmla="*/ 3143588 h 3148601"/>
              <a:gd name="connsiteX17" fmla="*/ 4528555 w 8186155"/>
              <a:gd name="connsiteY17" fmla="*/ 2781075 h 3148601"/>
              <a:gd name="connsiteX18" fmla="*/ 3781885 w 8186155"/>
              <a:gd name="connsiteY18" fmla="*/ 2932573 h 3148601"/>
              <a:gd name="connsiteX19" fmla="*/ 3527744 w 8186155"/>
              <a:gd name="connsiteY19" fmla="*/ 2824050 h 3148601"/>
              <a:gd name="connsiteX20" fmla="*/ 2694344 w 8186155"/>
              <a:gd name="connsiteY20" fmla="*/ 2607934 h 3148601"/>
              <a:gd name="connsiteX21" fmla="*/ 881776 w 8186155"/>
              <a:gd name="connsiteY21" fmla="*/ 2256241 h 3148601"/>
              <a:gd name="connsiteX22" fmla="*/ 519263 w 8186155"/>
              <a:gd name="connsiteY22" fmla="*/ 2218367 h 3148601"/>
              <a:gd name="connsiteX23" fmla="*/ 308247 w 8186155"/>
              <a:gd name="connsiteY23" fmla="*/ 1801747 h 3148601"/>
              <a:gd name="connsiteX24" fmla="*/ 356943 w 8186155"/>
              <a:gd name="connsiteY24" fmla="*/ 1174111 h 3148601"/>
              <a:gd name="connsiteX25" fmla="*/ 0 w 8186155"/>
              <a:gd name="connsiteY25"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507040 w 8186155"/>
              <a:gd name="connsiteY6" fmla="*/ 817581 h 3148601"/>
              <a:gd name="connsiteX7" fmla="*/ 4847699 w 8186155"/>
              <a:gd name="connsiteY7" fmla="*/ 889299 h 3148601"/>
              <a:gd name="connsiteX8" fmla="*/ 5740583 w 8186155"/>
              <a:gd name="connsiteY8" fmla="*/ 1125967 h 3148601"/>
              <a:gd name="connsiteX9" fmla="*/ 6221091 w 8186155"/>
              <a:gd name="connsiteY9" fmla="*/ 1258645 h 3148601"/>
              <a:gd name="connsiteX10" fmla="*/ 6776903 w 8186155"/>
              <a:gd name="connsiteY10" fmla="*/ 1455868 h 3148601"/>
              <a:gd name="connsiteX11" fmla="*/ 7271627 w 8186155"/>
              <a:gd name="connsiteY11" fmla="*/ 1789355 h 3148601"/>
              <a:gd name="connsiteX12" fmla="*/ 8039134 w 8186155"/>
              <a:gd name="connsiteY12" fmla="*/ 2083398 h 3148601"/>
              <a:gd name="connsiteX13" fmla="*/ 8186155 w 8186155"/>
              <a:gd name="connsiteY13" fmla="*/ 2364145 h 3148601"/>
              <a:gd name="connsiteX14" fmla="*/ 8094174 w 8186155"/>
              <a:gd name="connsiteY14" fmla="*/ 2818949 h 3148601"/>
              <a:gd name="connsiteX15" fmla="*/ 7596394 w 8186155"/>
              <a:gd name="connsiteY15" fmla="*/ 2818949 h 3148601"/>
              <a:gd name="connsiteX16" fmla="*/ 6757743 w 8186155"/>
              <a:gd name="connsiteY16" fmla="*/ 3094892 h 3148601"/>
              <a:gd name="connsiteX17" fmla="*/ 6021894 w 8186155"/>
              <a:gd name="connsiteY17" fmla="*/ 3143588 h 3148601"/>
              <a:gd name="connsiteX18" fmla="*/ 4528555 w 8186155"/>
              <a:gd name="connsiteY18" fmla="*/ 2781075 h 3148601"/>
              <a:gd name="connsiteX19" fmla="*/ 3781885 w 8186155"/>
              <a:gd name="connsiteY19" fmla="*/ 2932573 h 3148601"/>
              <a:gd name="connsiteX20" fmla="*/ 3527744 w 8186155"/>
              <a:gd name="connsiteY20" fmla="*/ 2824050 h 3148601"/>
              <a:gd name="connsiteX21" fmla="*/ 2694344 w 8186155"/>
              <a:gd name="connsiteY21" fmla="*/ 2607934 h 3148601"/>
              <a:gd name="connsiteX22" fmla="*/ 881776 w 8186155"/>
              <a:gd name="connsiteY22" fmla="*/ 2256241 h 3148601"/>
              <a:gd name="connsiteX23" fmla="*/ 519263 w 8186155"/>
              <a:gd name="connsiteY23" fmla="*/ 2218367 h 3148601"/>
              <a:gd name="connsiteX24" fmla="*/ 308247 w 8186155"/>
              <a:gd name="connsiteY24" fmla="*/ 1801747 h 3148601"/>
              <a:gd name="connsiteX25" fmla="*/ 356943 w 8186155"/>
              <a:gd name="connsiteY25" fmla="*/ 1174111 h 3148601"/>
              <a:gd name="connsiteX26" fmla="*/ 0 w 8186155"/>
              <a:gd name="connsiteY26"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507040 w 8186155"/>
              <a:gd name="connsiteY6" fmla="*/ 817581 h 3148601"/>
              <a:gd name="connsiteX7" fmla="*/ 4625374 w 8186155"/>
              <a:gd name="connsiteY7" fmla="*/ 939501 h 3148601"/>
              <a:gd name="connsiteX8" fmla="*/ 4847699 w 8186155"/>
              <a:gd name="connsiteY8" fmla="*/ 889299 h 3148601"/>
              <a:gd name="connsiteX9" fmla="*/ 5740583 w 8186155"/>
              <a:gd name="connsiteY9" fmla="*/ 1125967 h 3148601"/>
              <a:gd name="connsiteX10" fmla="*/ 6221091 w 8186155"/>
              <a:gd name="connsiteY10" fmla="*/ 1258645 h 3148601"/>
              <a:gd name="connsiteX11" fmla="*/ 6776903 w 8186155"/>
              <a:gd name="connsiteY11" fmla="*/ 1455868 h 3148601"/>
              <a:gd name="connsiteX12" fmla="*/ 7271627 w 8186155"/>
              <a:gd name="connsiteY12" fmla="*/ 1789355 h 3148601"/>
              <a:gd name="connsiteX13" fmla="*/ 8039134 w 8186155"/>
              <a:gd name="connsiteY13" fmla="*/ 2083398 h 3148601"/>
              <a:gd name="connsiteX14" fmla="*/ 8186155 w 8186155"/>
              <a:gd name="connsiteY14" fmla="*/ 2364145 h 3148601"/>
              <a:gd name="connsiteX15" fmla="*/ 8094174 w 8186155"/>
              <a:gd name="connsiteY15" fmla="*/ 2818949 h 3148601"/>
              <a:gd name="connsiteX16" fmla="*/ 7596394 w 8186155"/>
              <a:gd name="connsiteY16" fmla="*/ 2818949 h 3148601"/>
              <a:gd name="connsiteX17" fmla="*/ 6757743 w 8186155"/>
              <a:gd name="connsiteY17" fmla="*/ 3094892 h 3148601"/>
              <a:gd name="connsiteX18" fmla="*/ 6021894 w 8186155"/>
              <a:gd name="connsiteY18" fmla="*/ 3143588 h 3148601"/>
              <a:gd name="connsiteX19" fmla="*/ 4528555 w 8186155"/>
              <a:gd name="connsiteY19" fmla="*/ 2781075 h 3148601"/>
              <a:gd name="connsiteX20" fmla="*/ 3781885 w 8186155"/>
              <a:gd name="connsiteY20" fmla="*/ 2932573 h 3148601"/>
              <a:gd name="connsiteX21" fmla="*/ 3527744 w 8186155"/>
              <a:gd name="connsiteY21" fmla="*/ 2824050 h 3148601"/>
              <a:gd name="connsiteX22" fmla="*/ 2694344 w 8186155"/>
              <a:gd name="connsiteY22" fmla="*/ 2607934 h 3148601"/>
              <a:gd name="connsiteX23" fmla="*/ 881776 w 8186155"/>
              <a:gd name="connsiteY23" fmla="*/ 2256241 h 3148601"/>
              <a:gd name="connsiteX24" fmla="*/ 519263 w 8186155"/>
              <a:gd name="connsiteY24" fmla="*/ 2218367 h 3148601"/>
              <a:gd name="connsiteX25" fmla="*/ 308247 w 8186155"/>
              <a:gd name="connsiteY25" fmla="*/ 1801747 h 3148601"/>
              <a:gd name="connsiteX26" fmla="*/ 356943 w 8186155"/>
              <a:gd name="connsiteY26" fmla="*/ 1174111 h 3148601"/>
              <a:gd name="connsiteX27" fmla="*/ 0 w 8186155"/>
              <a:gd name="connsiteY27"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507040 w 8186155"/>
              <a:gd name="connsiteY6" fmla="*/ 817581 h 3148601"/>
              <a:gd name="connsiteX7" fmla="*/ 4625374 w 8186155"/>
              <a:gd name="connsiteY7" fmla="*/ 939501 h 3148601"/>
              <a:gd name="connsiteX8" fmla="*/ 4783153 w 8186155"/>
              <a:gd name="connsiteY8" fmla="*/ 892885 h 3148601"/>
              <a:gd name="connsiteX9" fmla="*/ 4847699 w 8186155"/>
              <a:gd name="connsiteY9" fmla="*/ 889299 h 3148601"/>
              <a:gd name="connsiteX10" fmla="*/ 5740583 w 8186155"/>
              <a:gd name="connsiteY10" fmla="*/ 1125967 h 3148601"/>
              <a:gd name="connsiteX11" fmla="*/ 6221091 w 8186155"/>
              <a:gd name="connsiteY11" fmla="*/ 1258645 h 3148601"/>
              <a:gd name="connsiteX12" fmla="*/ 6776903 w 8186155"/>
              <a:gd name="connsiteY12" fmla="*/ 1455868 h 3148601"/>
              <a:gd name="connsiteX13" fmla="*/ 7271627 w 8186155"/>
              <a:gd name="connsiteY13" fmla="*/ 1789355 h 3148601"/>
              <a:gd name="connsiteX14" fmla="*/ 8039134 w 8186155"/>
              <a:gd name="connsiteY14" fmla="*/ 2083398 h 3148601"/>
              <a:gd name="connsiteX15" fmla="*/ 8186155 w 8186155"/>
              <a:gd name="connsiteY15" fmla="*/ 2364145 h 3148601"/>
              <a:gd name="connsiteX16" fmla="*/ 8094174 w 8186155"/>
              <a:gd name="connsiteY16" fmla="*/ 2818949 h 3148601"/>
              <a:gd name="connsiteX17" fmla="*/ 7596394 w 8186155"/>
              <a:gd name="connsiteY17" fmla="*/ 2818949 h 3148601"/>
              <a:gd name="connsiteX18" fmla="*/ 6757743 w 8186155"/>
              <a:gd name="connsiteY18" fmla="*/ 3094892 h 3148601"/>
              <a:gd name="connsiteX19" fmla="*/ 6021894 w 8186155"/>
              <a:gd name="connsiteY19" fmla="*/ 3143588 h 3148601"/>
              <a:gd name="connsiteX20" fmla="*/ 4528555 w 8186155"/>
              <a:gd name="connsiteY20" fmla="*/ 2781075 h 3148601"/>
              <a:gd name="connsiteX21" fmla="*/ 3781885 w 8186155"/>
              <a:gd name="connsiteY21" fmla="*/ 2932573 h 3148601"/>
              <a:gd name="connsiteX22" fmla="*/ 3527744 w 8186155"/>
              <a:gd name="connsiteY22" fmla="*/ 2824050 h 3148601"/>
              <a:gd name="connsiteX23" fmla="*/ 2694344 w 8186155"/>
              <a:gd name="connsiteY23" fmla="*/ 2607934 h 3148601"/>
              <a:gd name="connsiteX24" fmla="*/ 881776 w 8186155"/>
              <a:gd name="connsiteY24" fmla="*/ 2256241 h 3148601"/>
              <a:gd name="connsiteX25" fmla="*/ 519263 w 8186155"/>
              <a:gd name="connsiteY25" fmla="*/ 2218367 h 3148601"/>
              <a:gd name="connsiteX26" fmla="*/ 308247 w 8186155"/>
              <a:gd name="connsiteY26" fmla="*/ 1801747 h 3148601"/>
              <a:gd name="connsiteX27" fmla="*/ 356943 w 8186155"/>
              <a:gd name="connsiteY27" fmla="*/ 1174111 h 3148601"/>
              <a:gd name="connsiteX28" fmla="*/ 0 w 8186155"/>
              <a:gd name="connsiteY28" fmla="*/ 0 h 3148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186155" h="3148601">
                <a:moveTo>
                  <a:pt x="0" y="0"/>
                </a:moveTo>
                <a:lnTo>
                  <a:pt x="2846776" y="14344"/>
                </a:lnTo>
                <a:cubicBezTo>
                  <a:pt x="3383394" y="35262"/>
                  <a:pt x="2847971" y="127299"/>
                  <a:pt x="3094202" y="225911"/>
                </a:cubicBezTo>
                <a:cubicBezTo>
                  <a:pt x="3228673" y="310777"/>
                  <a:pt x="3678103" y="374128"/>
                  <a:pt x="3883096" y="437478"/>
                </a:cubicBezTo>
                <a:cubicBezTo>
                  <a:pt x="4020555" y="502024"/>
                  <a:pt x="4089284" y="559996"/>
                  <a:pt x="4162795" y="588085"/>
                </a:cubicBezTo>
                <a:cubicBezTo>
                  <a:pt x="4236306" y="616174"/>
                  <a:pt x="4263200" y="586889"/>
                  <a:pt x="4324160" y="606014"/>
                </a:cubicBezTo>
                <a:cubicBezTo>
                  <a:pt x="4385120" y="625139"/>
                  <a:pt x="4450264" y="778136"/>
                  <a:pt x="4507040" y="817581"/>
                </a:cubicBezTo>
                <a:cubicBezTo>
                  <a:pt x="4563816" y="857026"/>
                  <a:pt x="4584136" y="928743"/>
                  <a:pt x="4625374" y="939501"/>
                </a:cubicBezTo>
                <a:cubicBezTo>
                  <a:pt x="4666612" y="950259"/>
                  <a:pt x="4746099" y="901252"/>
                  <a:pt x="4783153" y="892885"/>
                </a:cubicBezTo>
                <a:cubicBezTo>
                  <a:pt x="4820207" y="884518"/>
                  <a:pt x="4683346" y="848659"/>
                  <a:pt x="4847699" y="889299"/>
                </a:cubicBezTo>
                <a:lnTo>
                  <a:pt x="5740583" y="1125967"/>
                </a:lnTo>
                <a:cubicBezTo>
                  <a:pt x="5969482" y="1187525"/>
                  <a:pt x="6068093" y="1200076"/>
                  <a:pt x="6221091" y="1258645"/>
                </a:cubicBezTo>
                <a:cubicBezTo>
                  <a:pt x="6366917" y="1331558"/>
                  <a:pt x="6631077" y="1382955"/>
                  <a:pt x="6776903" y="1455868"/>
                </a:cubicBezTo>
                <a:lnTo>
                  <a:pt x="7271627" y="1789355"/>
                </a:lnTo>
                <a:cubicBezTo>
                  <a:pt x="7453354" y="1906494"/>
                  <a:pt x="7857407" y="1966259"/>
                  <a:pt x="8039134" y="2083398"/>
                </a:cubicBezTo>
                <a:cubicBezTo>
                  <a:pt x="8202889" y="2105263"/>
                  <a:pt x="8137148" y="2270563"/>
                  <a:pt x="8186155" y="2364145"/>
                </a:cubicBezTo>
                <a:cubicBezTo>
                  <a:pt x="8166316" y="2934969"/>
                  <a:pt x="8188860" y="2892843"/>
                  <a:pt x="8094174" y="2818949"/>
                </a:cubicBezTo>
                <a:cubicBezTo>
                  <a:pt x="7999488" y="2745055"/>
                  <a:pt x="7811016" y="2873957"/>
                  <a:pt x="7596394" y="2818949"/>
                </a:cubicBezTo>
                <a:cubicBezTo>
                  <a:pt x="7381772" y="2763941"/>
                  <a:pt x="6976874" y="3120142"/>
                  <a:pt x="6757743" y="3094892"/>
                </a:cubicBezTo>
                <a:cubicBezTo>
                  <a:pt x="6526888" y="3066035"/>
                  <a:pt x="6252749" y="3172445"/>
                  <a:pt x="6021894" y="3143588"/>
                </a:cubicBezTo>
                <a:lnTo>
                  <a:pt x="4528555" y="2781075"/>
                </a:lnTo>
                <a:cubicBezTo>
                  <a:pt x="4040695" y="2719754"/>
                  <a:pt x="3949589" y="2961482"/>
                  <a:pt x="3781885" y="2932573"/>
                </a:cubicBezTo>
                <a:lnTo>
                  <a:pt x="3527744" y="2824050"/>
                </a:lnTo>
                <a:cubicBezTo>
                  <a:pt x="3349193" y="2787979"/>
                  <a:pt x="3197561" y="2691748"/>
                  <a:pt x="2694344" y="2607934"/>
                </a:cubicBezTo>
                <a:cubicBezTo>
                  <a:pt x="2236216" y="2534942"/>
                  <a:pt x="1246093" y="2304035"/>
                  <a:pt x="881776" y="2256241"/>
                </a:cubicBezTo>
                <a:cubicBezTo>
                  <a:pt x="517459" y="2208447"/>
                  <a:pt x="597717" y="2315759"/>
                  <a:pt x="519263" y="2218367"/>
                </a:cubicBezTo>
                <a:cubicBezTo>
                  <a:pt x="8832" y="2051590"/>
                  <a:pt x="333497" y="1992923"/>
                  <a:pt x="308247" y="1801747"/>
                </a:cubicBezTo>
                <a:cubicBezTo>
                  <a:pt x="282997" y="1610571"/>
                  <a:pt x="434469" y="1478009"/>
                  <a:pt x="356943" y="1174111"/>
                </a:cubicBezTo>
                <a:lnTo>
                  <a:pt x="0" y="0"/>
                </a:lnTo>
                <a:close/>
              </a:path>
            </a:pathLst>
          </a:custGeom>
          <a:solidFill>
            <a:schemeClr val="tx1">
              <a:lumMod val="95000"/>
              <a:lumOff val="5000"/>
            </a:schemeClr>
          </a:solidFill>
        </p:spPr>
        <p:txBody>
          <a:bodyPr/>
          <a:lstStyle>
            <a:lvl1pPr marL="0" indent="0">
              <a:buNone/>
              <a:defRPr baseline="0"/>
            </a:lvl1pPr>
          </a:lstStyle>
          <a:p>
            <a:r>
              <a:rPr lang="en-US"/>
              <a:t> </a:t>
            </a:r>
            <a:endParaRPr lang="ru-RU" dirty="0"/>
          </a:p>
        </p:txBody>
      </p:sp>
    </p:spTree>
    <p:extLst>
      <p:ext uri="{BB962C8B-B14F-4D97-AF65-F5344CB8AC3E}">
        <p14:creationId xmlns:p14="http://schemas.microsoft.com/office/powerpoint/2010/main" val="35412028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49_Пользовательский макет">
    <p:spTree>
      <p:nvGrpSpPr>
        <p:cNvPr id="1" name=""/>
        <p:cNvGrpSpPr/>
        <p:nvPr/>
      </p:nvGrpSpPr>
      <p:grpSpPr>
        <a:xfrm>
          <a:off x="0" y="0"/>
          <a:ext cx="0" cy="0"/>
          <a:chOff x="0" y="0"/>
          <a:chExt cx="0" cy="0"/>
        </a:xfrm>
      </p:grpSpPr>
      <p:sp>
        <p:nvSpPr>
          <p:cNvPr id="10" name="Рисунок 9"/>
          <p:cNvSpPr>
            <a:spLocks noGrp="1"/>
          </p:cNvSpPr>
          <p:nvPr>
            <p:ph type="pic" sz="quarter" idx="14" hasCustomPrompt="1"/>
          </p:nvPr>
        </p:nvSpPr>
        <p:spPr>
          <a:xfrm>
            <a:off x="1190258" y="966755"/>
            <a:ext cx="3448388" cy="4965036"/>
          </a:xfrm>
          <a:custGeom>
            <a:avLst/>
            <a:gdLst>
              <a:gd name="connsiteX0" fmla="*/ 2115148 w 2586291"/>
              <a:gd name="connsiteY0" fmla="*/ 2839506 h 3723777"/>
              <a:gd name="connsiteX1" fmla="*/ 2387241 w 2586291"/>
              <a:gd name="connsiteY1" fmla="*/ 2839506 h 3723777"/>
              <a:gd name="connsiteX2" fmla="*/ 2497324 w 2586291"/>
              <a:gd name="connsiteY2" fmla="*/ 3059672 h 3723777"/>
              <a:gd name="connsiteX3" fmla="*/ 2387241 w 2586291"/>
              <a:gd name="connsiteY3" fmla="*/ 3279838 h 3723777"/>
              <a:gd name="connsiteX4" fmla="*/ 2115148 w 2586291"/>
              <a:gd name="connsiteY4" fmla="*/ 3279838 h 3723777"/>
              <a:gd name="connsiteX5" fmla="*/ 2005065 w 2586291"/>
              <a:gd name="connsiteY5" fmla="*/ 3059672 h 3723777"/>
              <a:gd name="connsiteX6" fmla="*/ 1149517 w 2586291"/>
              <a:gd name="connsiteY6" fmla="*/ 2835899 h 3723777"/>
              <a:gd name="connsiteX7" fmla="*/ 1698161 w 2586291"/>
              <a:gd name="connsiteY7" fmla="*/ 2835899 h 3723777"/>
              <a:gd name="connsiteX8" fmla="*/ 1920130 w 2586291"/>
              <a:gd name="connsiteY8" fmla="*/ 3279838 h 3723777"/>
              <a:gd name="connsiteX9" fmla="*/ 1698161 w 2586291"/>
              <a:gd name="connsiteY9" fmla="*/ 3723777 h 3723777"/>
              <a:gd name="connsiteX10" fmla="*/ 1149517 w 2586291"/>
              <a:gd name="connsiteY10" fmla="*/ 3723777 h 3723777"/>
              <a:gd name="connsiteX11" fmla="*/ 927547 w 2586291"/>
              <a:gd name="connsiteY11" fmla="*/ 3279838 h 3723777"/>
              <a:gd name="connsiteX12" fmla="*/ 418429 w 2586291"/>
              <a:gd name="connsiteY12" fmla="*/ 1796071 h 3723777"/>
              <a:gd name="connsiteX13" fmla="*/ 967073 w 2586291"/>
              <a:gd name="connsiteY13" fmla="*/ 1796071 h 3723777"/>
              <a:gd name="connsiteX14" fmla="*/ 1189042 w 2586291"/>
              <a:gd name="connsiteY14" fmla="*/ 2240010 h 3723777"/>
              <a:gd name="connsiteX15" fmla="*/ 967073 w 2586291"/>
              <a:gd name="connsiteY15" fmla="*/ 2683949 h 3723777"/>
              <a:gd name="connsiteX16" fmla="*/ 418429 w 2586291"/>
              <a:gd name="connsiteY16" fmla="*/ 2683949 h 3723777"/>
              <a:gd name="connsiteX17" fmla="*/ 196459 w 2586291"/>
              <a:gd name="connsiteY17" fmla="*/ 2240010 h 3723777"/>
              <a:gd name="connsiteX18" fmla="*/ 1683796 w 2586291"/>
              <a:gd name="connsiteY18" fmla="*/ 1514944 h 3723777"/>
              <a:gd name="connsiteX19" fmla="*/ 2326334 w 2586291"/>
              <a:gd name="connsiteY19" fmla="*/ 1514944 h 3723777"/>
              <a:gd name="connsiteX20" fmla="*/ 2586291 w 2586291"/>
              <a:gd name="connsiteY20" fmla="*/ 2034858 h 3723777"/>
              <a:gd name="connsiteX21" fmla="*/ 2326334 w 2586291"/>
              <a:gd name="connsiteY21" fmla="*/ 2554772 h 3723777"/>
              <a:gd name="connsiteX22" fmla="*/ 1683796 w 2586291"/>
              <a:gd name="connsiteY22" fmla="*/ 2554772 h 3723777"/>
              <a:gd name="connsiteX23" fmla="*/ 1423839 w 2586291"/>
              <a:gd name="connsiteY23" fmla="*/ 2034858 h 3723777"/>
              <a:gd name="connsiteX24" fmla="*/ 378736 w 2586291"/>
              <a:gd name="connsiteY24" fmla="*/ 0 h 3723777"/>
              <a:gd name="connsiteX25" fmla="*/ 1314862 w 2586291"/>
              <a:gd name="connsiteY25" fmla="*/ 0 h 3723777"/>
              <a:gd name="connsiteX26" fmla="*/ 1693598 w 2586291"/>
              <a:gd name="connsiteY26" fmla="*/ 757472 h 3723777"/>
              <a:gd name="connsiteX27" fmla="*/ 1314862 w 2586291"/>
              <a:gd name="connsiteY27" fmla="*/ 1514944 h 3723777"/>
              <a:gd name="connsiteX28" fmla="*/ 378736 w 2586291"/>
              <a:gd name="connsiteY28" fmla="*/ 1514944 h 3723777"/>
              <a:gd name="connsiteX29" fmla="*/ 0 w 2586291"/>
              <a:gd name="connsiteY29" fmla="*/ 757472 h 372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86291" h="3723777">
                <a:moveTo>
                  <a:pt x="2115148" y="2839506"/>
                </a:moveTo>
                <a:lnTo>
                  <a:pt x="2387241" y="2839506"/>
                </a:lnTo>
                <a:lnTo>
                  <a:pt x="2497324" y="3059672"/>
                </a:lnTo>
                <a:lnTo>
                  <a:pt x="2387241" y="3279838"/>
                </a:lnTo>
                <a:lnTo>
                  <a:pt x="2115148" y="3279838"/>
                </a:lnTo>
                <a:lnTo>
                  <a:pt x="2005065" y="3059672"/>
                </a:lnTo>
                <a:close/>
                <a:moveTo>
                  <a:pt x="1149517" y="2835899"/>
                </a:moveTo>
                <a:lnTo>
                  <a:pt x="1698161" y="2835899"/>
                </a:lnTo>
                <a:lnTo>
                  <a:pt x="1920130" y="3279838"/>
                </a:lnTo>
                <a:lnTo>
                  <a:pt x="1698161" y="3723777"/>
                </a:lnTo>
                <a:lnTo>
                  <a:pt x="1149517" y="3723777"/>
                </a:lnTo>
                <a:lnTo>
                  <a:pt x="927547" y="3279838"/>
                </a:lnTo>
                <a:close/>
                <a:moveTo>
                  <a:pt x="418429" y="1796071"/>
                </a:moveTo>
                <a:lnTo>
                  <a:pt x="967073" y="1796071"/>
                </a:lnTo>
                <a:lnTo>
                  <a:pt x="1189042" y="2240010"/>
                </a:lnTo>
                <a:lnTo>
                  <a:pt x="967073" y="2683949"/>
                </a:lnTo>
                <a:lnTo>
                  <a:pt x="418429" y="2683949"/>
                </a:lnTo>
                <a:lnTo>
                  <a:pt x="196459" y="2240010"/>
                </a:lnTo>
                <a:close/>
                <a:moveTo>
                  <a:pt x="1683796" y="1514944"/>
                </a:moveTo>
                <a:lnTo>
                  <a:pt x="2326334" y="1514944"/>
                </a:lnTo>
                <a:lnTo>
                  <a:pt x="2586291" y="2034858"/>
                </a:lnTo>
                <a:lnTo>
                  <a:pt x="2326334" y="2554772"/>
                </a:lnTo>
                <a:lnTo>
                  <a:pt x="1683796" y="2554772"/>
                </a:lnTo>
                <a:lnTo>
                  <a:pt x="1423839" y="2034858"/>
                </a:lnTo>
                <a:close/>
                <a:moveTo>
                  <a:pt x="378736" y="0"/>
                </a:moveTo>
                <a:lnTo>
                  <a:pt x="1314862" y="0"/>
                </a:lnTo>
                <a:lnTo>
                  <a:pt x="1693598" y="757472"/>
                </a:lnTo>
                <a:lnTo>
                  <a:pt x="1314862" y="1514944"/>
                </a:lnTo>
                <a:lnTo>
                  <a:pt x="378736" y="1514944"/>
                </a:lnTo>
                <a:lnTo>
                  <a:pt x="0" y="757472"/>
                </a:lnTo>
                <a:close/>
              </a:path>
            </a:pathLst>
          </a:custGeom>
          <a:solidFill>
            <a:schemeClr val="tx1">
              <a:lumMod val="95000"/>
              <a:lumOff val="5000"/>
            </a:schemeClr>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313664304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0_Пользовательский макет">
    <p:spTree>
      <p:nvGrpSpPr>
        <p:cNvPr id="1" name=""/>
        <p:cNvGrpSpPr/>
        <p:nvPr/>
      </p:nvGrpSpPr>
      <p:grpSpPr>
        <a:xfrm>
          <a:off x="0" y="0"/>
          <a:ext cx="0" cy="0"/>
          <a:chOff x="0" y="0"/>
          <a:chExt cx="0" cy="0"/>
        </a:xfrm>
      </p:grpSpPr>
      <p:sp>
        <p:nvSpPr>
          <p:cNvPr id="14" name="Рисунок 13"/>
          <p:cNvSpPr>
            <a:spLocks noGrp="1" noChangeAspect="1"/>
          </p:cNvSpPr>
          <p:nvPr>
            <p:ph type="pic" sz="quarter" idx="10" hasCustomPrompt="1"/>
          </p:nvPr>
        </p:nvSpPr>
        <p:spPr>
          <a:xfrm rot="13560000">
            <a:off x="-1394261" y="-1468747"/>
            <a:ext cx="9546903" cy="9689233"/>
          </a:xfrm>
          <a:custGeom>
            <a:avLst/>
            <a:gdLst>
              <a:gd name="connsiteX0" fmla="*/ 3366362 w 7160177"/>
              <a:gd name="connsiteY0" fmla="*/ 3601114 h 7266925"/>
              <a:gd name="connsiteX1" fmla="*/ 0 w 7160177"/>
              <a:gd name="connsiteY1" fmla="*/ 3581210 h 7266925"/>
              <a:gd name="connsiteX2" fmla="*/ 3387218 w 7160177"/>
              <a:gd name="connsiteY2" fmla="*/ 73642 h 7266925"/>
              <a:gd name="connsiteX3" fmla="*/ 7053517 w 7160177"/>
              <a:gd name="connsiteY3" fmla="*/ 3681439 h 7266925"/>
              <a:gd name="connsiteX4" fmla="*/ 3591053 w 7160177"/>
              <a:gd name="connsiteY4" fmla="*/ 7266925 h 7266925"/>
              <a:gd name="connsiteX5" fmla="*/ 3528841 w 7160177"/>
              <a:gd name="connsiteY5" fmla="*/ 3702807 h 7266925"/>
              <a:gd name="connsiteX6" fmla="*/ 7092298 w 7160177"/>
              <a:gd name="connsiteY6" fmla="*/ 3640606 h 7266925"/>
              <a:gd name="connsiteX7" fmla="*/ 7160177 w 7160177"/>
              <a:gd name="connsiteY7" fmla="*/ 3570989 h 7266925"/>
              <a:gd name="connsiteX8" fmla="*/ 7157646 w 7160177"/>
              <a:gd name="connsiteY8" fmla="*/ 3573610 h 7266925"/>
              <a:gd name="connsiteX9" fmla="*/ 3465928 w 7160177"/>
              <a:gd name="connsiteY9" fmla="*/ 3573610 h 7266925"/>
              <a:gd name="connsiteX10" fmla="*/ 3465928 w 7160177"/>
              <a:gd name="connsiteY10" fmla="*/ 0 h 7266925"/>
              <a:gd name="connsiteX11" fmla="*/ 6964255 w 7160177"/>
              <a:gd name="connsiteY11" fmla="*/ 3378295 h 7266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60177" h="7266925">
                <a:moveTo>
                  <a:pt x="3366362" y="3601114"/>
                </a:moveTo>
                <a:lnTo>
                  <a:pt x="0" y="3581210"/>
                </a:lnTo>
                <a:lnTo>
                  <a:pt x="3387218" y="73642"/>
                </a:lnTo>
                <a:close/>
                <a:moveTo>
                  <a:pt x="7053517" y="3681439"/>
                </a:moveTo>
                <a:lnTo>
                  <a:pt x="3591053" y="7266925"/>
                </a:lnTo>
                <a:lnTo>
                  <a:pt x="3528841" y="3702807"/>
                </a:lnTo>
                <a:lnTo>
                  <a:pt x="7092298" y="3640606"/>
                </a:lnTo>
                <a:close/>
                <a:moveTo>
                  <a:pt x="7160177" y="3570989"/>
                </a:moveTo>
                <a:lnTo>
                  <a:pt x="7157646" y="3573610"/>
                </a:lnTo>
                <a:lnTo>
                  <a:pt x="3465928" y="3573610"/>
                </a:lnTo>
                <a:lnTo>
                  <a:pt x="3465928" y="0"/>
                </a:lnTo>
                <a:lnTo>
                  <a:pt x="6964255" y="3378295"/>
                </a:lnTo>
                <a:close/>
              </a:path>
            </a:pathLst>
          </a:custGeom>
          <a:solidFill>
            <a:schemeClr val="tx1">
              <a:lumMod val="95000"/>
              <a:lumOff val="5000"/>
            </a:schemeClr>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267558138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1_Пользовательский макет">
    <p:spTree>
      <p:nvGrpSpPr>
        <p:cNvPr id="1" name=""/>
        <p:cNvGrpSpPr/>
        <p:nvPr/>
      </p:nvGrpSpPr>
      <p:grpSpPr>
        <a:xfrm>
          <a:off x="0" y="0"/>
          <a:ext cx="0" cy="0"/>
          <a:chOff x="0" y="0"/>
          <a:chExt cx="0" cy="0"/>
        </a:xfrm>
      </p:grpSpPr>
      <p:sp>
        <p:nvSpPr>
          <p:cNvPr id="11" name="Рисунок 10"/>
          <p:cNvSpPr>
            <a:spLocks noGrp="1"/>
          </p:cNvSpPr>
          <p:nvPr>
            <p:ph type="pic" sz="quarter" idx="12" hasCustomPrompt="1"/>
          </p:nvPr>
        </p:nvSpPr>
        <p:spPr>
          <a:xfrm rot="10800000">
            <a:off x="1428408" y="1318508"/>
            <a:ext cx="4819088" cy="4062272"/>
          </a:xfrm>
          <a:custGeom>
            <a:avLst/>
            <a:gdLst>
              <a:gd name="connsiteX0" fmla="*/ 3614316 w 3614316"/>
              <a:gd name="connsiteY0" fmla="*/ 1453776 h 3046704"/>
              <a:gd name="connsiteX1" fmla="*/ 1934629 w 3614316"/>
              <a:gd name="connsiteY1" fmla="*/ 1453776 h 3046704"/>
              <a:gd name="connsiteX2" fmla="*/ 2774473 w 3614316"/>
              <a:gd name="connsiteY2" fmla="*/ 37876 h 3046704"/>
              <a:gd name="connsiteX3" fmla="*/ 3614315 w 3614316"/>
              <a:gd name="connsiteY3" fmla="*/ 3046704 h 3046704"/>
              <a:gd name="connsiteX4" fmla="*/ 0 w 3614316"/>
              <a:gd name="connsiteY4" fmla="*/ 3046704 h 3046704"/>
              <a:gd name="connsiteX5" fmla="*/ 1807158 w 3614316"/>
              <a:gd name="connsiteY5" fmla="*/ 0 h 3046704"/>
              <a:gd name="connsiteX6" fmla="*/ 2258947 w 3614316"/>
              <a:gd name="connsiteY6" fmla="*/ 761676 h 3046704"/>
              <a:gd name="connsiteX7" fmla="*/ 1807158 w 3614316"/>
              <a:gd name="connsiteY7" fmla="*/ 1523352 h 3046704"/>
              <a:gd name="connsiteX8" fmla="*/ 2710737 w 3614316"/>
              <a:gd name="connsiteY8" fmla="*/ 1523352 h 3046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4316" h="3046704">
                <a:moveTo>
                  <a:pt x="3614316" y="1453776"/>
                </a:moveTo>
                <a:lnTo>
                  <a:pt x="1934629" y="1453776"/>
                </a:lnTo>
                <a:lnTo>
                  <a:pt x="2774473" y="37876"/>
                </a:lnTo>
                <a:close/>
                <a:moveTo>
                  <a:pt x="3614315" y="3046704"/>
                </a:moveTo>
                <a:lnTo>
                  <a:pt x="0" y="3046704"/>
                </a:lnTo>
                <a:lnTo>
                  <a:pt x="1807158" y="0"/>
                </a:lnTo>
                <a:lnTo>
                  <a:pt x="2258947" y="761676"/>
                </a:lnTo>
                <a:lnTo>
                  <a:pt x="1807158" y="1523352"/>
                </a:lnTo>
                <a:lnTo>
                  <a:pt x="2710737" y="1523352"/>
                </a:lnTo>
                <a:close/>
              </a:path>
            </a:pathLst>
          </a:custGeom>
          <a:solidFill>
            <a:schemeClr val="tx1"/>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16818998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52_Пользовательский макет">
    <p:spTree>
      <p:nvGrpSpPr>
        <p:cNvPr id="1" name=""/>
        <p:cNvGrpSpPr/>
        <p:nvPr/>
      </p:nvGrpSpPr>
      <p:grpSpPr>
        <a:xfrm>
          <a:off x="0" y="0"/>
          <a:ext cx="0" cy="0"/>
          <a:chOff x="0" y="0"/>
          <a:chExt cx="0" cy="0"/>
        </a:xfrm>
      </p:grpSpPr>
      <p:sp>
        <p:nvSpPr>
          <p:cNvPr id="13" name="Рисунок 12"/>
          <p:cNvSpPr>
            <a:spLocks noGrp="1"/>
          </p:cNvSpPr>
          <p:nvPr>
            <p:ph type="pic" sz="quarter" idx="10" hasCustomPrompt="1"/>
          </p:nvPr>
        </p:nvSpPr>
        <p:spPr>
          <a:xfrm>
            <a:off x="800099" y="972749"/>
            <a:ext cx="4617765" cy="4568683"/>
          </a:xfrm>
          <a:custGeom>
            <a:avLst/>
            <a:gdLst>
              <a:gd name="connsiteX0" fmla="*/ 0 w 3463324"/>
              <a:gd name="connsiteY0" fmla="*/ 261037 h 3426512"/>
              <a:gd name="connsiteX1" fmla="*/ 2098931 w 3463324"/>
              <a:gd name="connsiteY1" fmla="*/ 261037 h 3426512"/>
              <a:gd name="connsiteX2" fmla="*/ 2098931 w 3463324"/>
              <a:gd name="connsiteY2" fmla="*/ 1365458 h 3426512"/>
              <a:gd name="connsiteX3" fmla="*/ 3165475 w 3463324"/>
              <a:gd name="connsiteY3" fmla="*/ 1365458 h 3426512"/>
              <a:gd name="connsiteX4" fmla="*/ 3165475 w 3463324"/>
              <a:gd name="connsiteY4" fmla="*/ 3426512 h 3426512"/>
              <a:gd name="connsiteX5" fmla="*/ 0 w 3463324"/>
              <a:gd name="connsiteY5" fmla="*/ 3426512 h 3426512"/>
              <a:gd name="connsiteX6" fmla="*/ 2192564 w 3463324"/>
              <a:gd name="connsiteY6" fmla="*/ 130431 h 3426512"/>
              <a:gd name="connsiteX7" fmla="*/ 2729809 w 3463324"/>
              <a:gd name="connsiteY7" fmla="*/ 130431 h 3426512"/>
              <a:gd name="connsiteX8" fmla="*/ 2729809 w 3463324"/>
              <a:gd name="connsiteY8" fmla="*/ 733971 h 3426512"/>
              <a:gd name="connsiteX9" fmla="*/ 3338880 w 3463324"/>
              <a:gd name="connsiteY9" fmla="*/ 733971 h 3426512"/>
              <a:gd name="connsiteX10" fmla="*/ 3338880 w 3463324"/>
              <a:gd name="connsiteY10" fmla="*/ 1278230 h 3426512"/>
              <a:gd name="connsiteX11" fmla="*/ 2192564 w 3463324"/>
              <a:gd name="connsiteY11" fmla="*/ 1278230 h 3426512"/>
              <a:gd name="connsiteX12" fmla="*/ 2841579 w 3463324"/>
              <a:gd name="connsiteY12" fmla="*/ 0 h 3426512"/>
              <a:gd name="connsiteX13" fmla="*/ 3463324 w 3463324"/>
              <a:gd name="connsiteY13" fmla="*/ 0 h 3426512"/>
              <a:gd name="connsiteX14" fmla="*/ 3463324 w 3463324"/>
              <a:gd name="connsiteY14" fmla="*/ 622549 h 3426512"/>
              <a:gd name="connsiteX15" fmla="*/ 2841579 w 3463324"/>
              <a:gd name="connsiteY15" fmla="*/ 622549 h 342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63324" h="3426512">
                <a:moveTo>
                  <a:pt x="0" y="261037"/>
                </a:moveTo>
                <a:lnTo>
                  <a:pt x="2098931" y="261037"/>
                </a:lnTo>
                <a:lnTo>
                  <a:pt x="2098931" y="1365458"/>
                </a:lnTo>
                <a:lnTo>
                  <a:pt x="3165475" y="1365458"/>
                </a:lnTo>
                <a:lnTo>
                  <a:pt x="3165475" y="3426512"/>
                </a:lnTo>
                <a:lnTo>
                  <a:pt x="0" y="3426512"/>
                </a:lnTo>
                <a:close/>
                <a:moveTo>
                  <a:pt x="2192564" y="130431"/>
                </a:moveTo>
                <a:lnTo>
                  <a:pt x="2729809" y="130431"/>
                </a:lnTo>
                <a:lnTo>
                  <a:pt x="2729809" y="733971"/>
                </a:lnTo>
                <a:lnTo>
                  <a:pt x="3338880" y="733971"/>
                </a:lnTo>
                <a:lnTo>
                  <a:pt x="3338880" y="1278230"/>
                </a:lnTo>
                <a:lnTo>
                  <a:pt x="2192564" y="1278230"/>
                </a:lnTo>
                <a:close/>
                <a:moveTo>
                  <a:pt x="2841579" y="0"/>
                </a:moveTo>
                <a:lnTo>
                  <a:pt x="3463324" y="0"/>
                </a:lnTo>
                <a:lnTo>
                  <a:pt x="3463324" y="622549"/>
                </a:lnTo>
                <a:lnTo>
                  <a:pt x="2841579" y="622549"/>
                </a:lnTo>
                <a:close/>
              </a:path>
            </a:pathLst>
          </a:custGeom>
          <a:solidFill>
            <a:schemeClr val="tx1"/>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200838761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53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50799" y="0"/>
            <a:ext cx="4133563" cy="3310467"/>
          </a:xfrm>
          <a:custGeom>
            <a:avLst/>
            <a:gdLst>
              <a:gd name="connsiteX0" fmla="*/ 0 w 1882775"/>
              <a:gd name="connsiteY0" fmla="*/ 0 h 2482850"/>
              <a:gd name="connsiteX1" fmla="*/ 1882775 w 1882775"/>
              <a:gd name="connsiteY1" fmla="*/ 0 h 2482850"/>
              <a:gd name="connsiteX2" fmla="*/ 1882775 w 1882775"/>
              <a:gd name="connsiteY2" fmla="*/ 2482850 h 2482850"/>
              <a:gd name="connsiteX3" fmla="*/ 0 w 1882775"/>
              <a:gd name="connsiteY3" fmla="*/ 2482850 h 2482850"/>
              <a:gd name="connsiteX4" fmla="*/ 0 w 1882775"/>
              <a:gd name="connsiteY4" fmla="*/ 0 h 2482850"/>
              <a:gd name="connsiteX0" fmla="*/ 0 w 3100172"/>
              <a:gd name="connsiteY0" fmla="*/ 0 h 2482850"/>
              <a:gd name="connsiteX1" fmla="*/ 3100172 w 3100172"/>
              <a:gd name="connsiteY1" fmla="*/ 0 h 2482850"/>
              <a:gd name="connsiteX2" fmla="*/ 1882775 w 3100172"/>
              <a:gd name="connsiteY2" fmla="*/ 2482850 h 2482850"/>
              <a:gd name="connsiteX3" fmla="*/ 0 w 3100172"/>
              <a:gd name="connsiteY3" fmla="*/ 2482850 h 2482850"/>
              <a:gd name="connsiteX4" fmla="*/ 0 w 3100172"/>
              <a:gd name="connsiteY4" fmla="*/ 0 h 2482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0172" h="2482850">
                <a:moveTo>
                  <a:pt x="0" y="0"/>
                </a:moveTo>
                <a:lnTo>
                  <a:pt x="3100172" y="0"/>
                </a:lnTo>
                <a:lnTo>
                  <a:pt x="1882775" y="2482850"/>
                </a:lnTo>
                <a:lnTo>
                  <a:pt x="0" y="2482850"/>
                </a:lnTo>
                <a:lnTo>
                  <a:pt x="0" y="0"/>
                </a:lnTo>
                <a:close/>
              </a:path>
            </a:pathLst>
          </a:custGeom>
          <a:solidFill>
            <a:schemeClr val="tx1"/>
          </a:solidFill>
        </p:spPr>
        <p:txBody>
          <a:bodyPr/>
          <a:lstStyle>
            <a:lvl1pPr marL="0" indent="0">
              <a:buNone/>
              <a:defRPr/>
            </a:lvl1pPr>
          </a:lstStyle>
          <a:p>
            <a:r>
              <a:rPr lang="en-US"/>
              <a:t> </a:t>
            </a:r>
            <a:endParaRPr lang="ru-RU" dirty="0"/>
          </a:p>
        </p:txBody>
      </p:sp>
      <p:sp>
        <p:nvSpPr>
          <p:cNvPr id="7" name="Рисунок 6"/>
          <p:cNvSpPr>
            <a:spLocks noGrp="1"/>
          </p:cNvSpPr>
          <p:nvPr>
            <p:ph type="pic" sz="quarter" idx="11" hasCustomPrompt="1"/>
          </p:nvPr>
        </p:nvSpPr>
        <p:spPr>
          <a:xfrm>
            <a:off x="1680909" y="1806733"/>
            <a:ext cx="6096764" cy="3564467"/>
          </a:xfrm>
          <a:prstGeom prst="parallelogram">
            <a:avLst>
              <a:gd name="adj" fmla="val 48478"/>
            </a:avLst>
          </a:prstGeom>
          <a:solidFill>
            <a:schemeClr val="tx1"/>
          </a:solidFill>
        </p:spPr>
        <p:txBody>
          <a:bodyPr/>
          <a:lstStyle>
            <a:lvl1pPr marL="0" indent="0">
              <a:buNone/>
              <a:defRPr/>
            </a:lvl1pPr>
          </a:lstStyle>
          <a:p>
            <a:r>
              <a:rPr lang="en-US" dirty="0"/>
              <a:t> </a:t>
            </a:r>
            <a:endParaRPr lang="ru-RU" dirty="0"/>
          </a:p>
        </p:txBody>
      </p:sp>
    </p:spTree>
    <p:extLst>
      <p:ext uri="{BB962C8B-B14F-4D97-AF65-F5344CB8AC3E}">
        <p14:creationId xmlns:p14="http://schemas.microsoft.com/office/powerpoint/2010/main" val="332612541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54_Пользовательский макет">
    <p:spTree>
      <p:nvGrpSpPr>
        <p:cNvPr id="1" name=""/>
        <p:cNvGrpSpPr/>
        <p:nvPr/>
      </p:nvGrpSpPr>
      <p:grpSpPr>
        <a:xfrm>
          <a:off x="0" y="0"/>
          <a:ext cx="0" cy="0"/>
          <a:chOff x="0" y="0"/>
          <a:chExt cx="0" cy="0"/>
        </a:xfrm>
      </p:grpSpPr>
      <p:sp>
        <p:nvSpPr>
          <p:cNvPr id="6" name="Рисунок 5"/>
          <p:cNvSpPr>
            <a:spLocks noGrp="1"/>
          </p:cNvSpPr>
          <p:nvPr>
            <p:ph type="pic" sz="quarter" idx="10" hasCustomPrompt="1"/>
          </p:nvPr>
        </p:nvSpPr>
        <p:spPr>
          <a:xfrm>
            <a:off x="6001389" y="2070477"/>
            <a:ext cx="5526904" cy="4787524"/>
          </a:xfrm>
          <a:prstGeom prst="triangle">
            <a:avLst/>
          </a:prstGeom>
          <a:solidFill>
            <a:schemeClr val="tx1"/>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20875838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5_Пользовательский макет">
    <p:spTree>
      <p:nvGrpSpPr>
        <p:cNvPr id="1" name=""/>
        <p:cNvGrpSpPr/>
        <p:nvPr/>
      </p:nvGrpSpPr>
      <p:grpSpPr>
        <a:xfrm>
          <a:off x="0" y="0"/>
          <a:ext cx="0" cy="0"/>
          <a:chOff x="0" y="0"/>
          <a:chExt cx="0" cy="0"/>
        </a:xfrm>
      </p:grpSpPr>
      <p:sp>
        <p:nvSpPr>
          <p:cNvPr id="16" name="Рисунок 15"/>
          <p:cNvSpPr>
            <a:spLocks noGrp="1"/>
          </p:cNvSpPr>
          <p:nvPr>
            <p:ph type="pic" sz="quarter" idx="15" hasCustomPrompt="1"/>
          </p:nvPr>
        </p:nvSpPr>
        <p:spPr>
          <a:xfrm rot="2700000">
            <a:off x="1498724" y="1009012"/>
            <a:ext cx="2688651" cy="4668451"/>
          </a:xfrm>
          <a:custGeom>
            <a:avLst/>
            <a:gdLst>
              <a:gd name="connsiteX0" fmla="*/ 1826786 w 2016488"/>
              <a:gd name="connsiteY0" fmla="*/ 1042830 h 3501338"/>
              <a:gd name="connsiteX1" fmla="*/ 1905363 w 2016488"/>
              <a:gd name="connsiteY1" fmla="*/ 1010282 h 3501338"/>
              <a:gd name="connsiteX2" fmla="*/ 2016488 w 2016488"/>
              <a:gd name="connsiteY2" fmla="*/ 1121407 h 3501338"/>
              <a:gd name="connsiteX3" fmla="*/ 2016488 w 2016488"/>
              <a:gd name="connsiteY3" fmla="*/ 2996403 h 3501338"/>
              <a:gd name="connsiteX4" fmla="*/ 1905363 w 2016488"/>
              <a:gd name="connsiteY4" fmla="*/ 3107528 h 3501338"/>
              <a:gd name="connsiteX5" fmla="*/ 1794238 w 2016488"/>
              <a:gd name="connsiteY5" fmla="*/ 2996403 h 3501338"/>
              <a:gd name="connsiteX6" fmla="*/ 1794238 w 2016488"/>
              <a:gd name="connsiteY6" fmla="*/ 1121407 h 3501338"/>
              <a:gd name="connsiteX7" fmla="*/ 1826786 w 2016488"/>
              <a:gd name="connsiteY7" fmla="*/ 1042830 h 3501338"/>
              <a:gd name="connsiteX8" fmla="*/ 1111672 w 2016488"/>
              <a:gd name="connsiteY8" fmla="*/ 980645 h 3501338"/>
              <a:gd name="connsiteX9" fmla="*/ 1190250 w 2016488"/>
              <a:gd name="connsiteY9" fmla="*/ 948098 h 3501338"/>
              <a:gd name="connsiteX10" fmla="*/ 1301375 w 2016488"/>
              <a:gd name="connsiteY10" fmla="*/ 1059223 h 3501338"/>
              <a:gd name="connsiteX11" fmla="*/ 1301375 w 2016488"/>
              <a:gd name="connsiteY11" fmla="*/ 3390213 h 3501338"/>
              <a:gd name="connsiteX12" fmla="*/ 1190250 w 2016488"/>
              <a:gd name="connsiteY12" fmla="*/ 3501338 h 3501338"/>
              <a:gd name="connsiteX13" fmla="*/ 1079125 w 2016488"/>
              <a:gd name="connsiteY13" fmla="*/ 3390213 h 3501338"/>
              <a:gd name="connsiteX14" fmla="*/ 1079125 w 2016488"/>
              <a:gd name="connsiteY14" fmla="*/ 1059223 h 3501338"/>
              <a:gd name="connsiteX15" fmla="*/ 1111672 w 2016488"/>
              <a:gd name="connsiteY15" fmla="*/ 980645 h 3501338"/>
              <a:gd name="connsiteX16" fmla="*/ 1465363 w 2016488"/>
              <a:gd name="connsiteY16" fmla="*/ 216710 h 3501338"/>
              <a:gd name="connsiteX17" fmla="*/ 1543940 w 2016488"/>
              <a:gd name="connsiteY17" fmla="*/ 184162 h 3501338"/>
              <a:gd name="connsiteX18" fmla="*/ 1655065 w 2016488"/>
              <a:gd name="connsiteY18" fmla="*/ 295287 h 3501338"/>
              <a:gd name="connsiteX19" fmla="*/ 1655065 w 2016488"/>
              <a:gd name="connsiteY19" fmla="*/ 2195524 h 3501338"/>
              <a:gd name="connsiteX20" fmla="*/ 1543940 w 2016488"/>
              <a:gd name="connsiteY20" fmla="*/ 2306649 h 3501338"/>
              <a:gd name="connsiteX21" fmla="*/ 1432815 w 2016488"/>
              <a:gd name="connsiteY21" fmla="*/ 2195524 h 3501338"/>
              <a:gd name="connsiteX22" fmla="*/ 1432815 w 2016488"/>
              <a:gd name="connsiteY22" fmla="*/ 295287 h 3501338"/>
              <a:gd name="connsiteX23" fmla="*/ 1465363 w 2016488"/>
              <a:gd name="connsiteY23" fmla="*/ 216710 h 3501338"/>
              <a:gd name="connsiteX24" fmla="*/ 380350 w 2016488"/>
              <a:gd name="connsiteY24" fmla="*/ 593902 h 3501338"/>
              <a:gd name="connsiteX25" fmla="*/ 458927 w 2016488"/>
              <a:gd name="connsiteY25" fmla="*/ 561354 h 3501338"/>
              <a:gd name="connsiteX26" fmla="*/ 570052 w 2016488"/>
              <a:gd name="connsiteY26" fmla="*/ 672479 h 3501338"/>
              <a:gd name="connsiteX27" fmla="*/ 570052 w 2016488"/>
              <a:gd name="connsiteY27" fmla="*/ 3003469 h 3501338"/>
              <a:gd name="connsiteX28" fmla="*/ 458927 w 2016488"/>
              <a:gd name="connsiteY28" fmla="*/ 3114595 h 3501338"/>
              <a:gd name="connsiteX29" fmla="*/ 347802 w 2016488"/>
              <a:gd name="connsiteY29" fmla="*/ 3003469 h 3501338"/>
              <a:gd name="connsiteX30" fmla="*/ 347802 w 2016488"/>
              <a:gd name="connsiteY30" fmla="*/ 672479 h 3501338"/>
              <a:gd name="connsiteX31" fmla="*/ 380350 w 2016488"/>
              <a:gd name="connsiteY31" fmla="*/ 593902 h 3501338"/>
              <a:gd name="connsiteX32" fmla="*/ 748206 w 2016488"/>
              <a:gd name="connsiteY32" fmla="*/ 32548 h 3501338"/>
              <a:gd name="connsiteX33" fmla="*/ 826783 w 2016488"/>
              <a:gd name="connsiteY33" fmla="*/ 0 h 3501338"/>
              <a:gd name="connsiteX34" fmla="*/ 937908 w 2016488"/>
              <a:gd name="connsiteY34" fmla="*/ 111125 h 3501338"/>
              <a:gd name="connsiteX35" fmla="*/ 937908 w 2016488"/>
              <a:gd name="connsiteY35" fmla="*/ 2442115 h 3501338"/>
              <a:gd name="connsiteX36" fmla="*/ 826783 w 2016488"/>
              <a:gd name="connsiteY36" fmla="*/ 2553240 h 3501338"/>
              <a:gd name="connsiteX37" fmla="*/ 715658 w 2016488"/>
              <a:gd name="connsiteY37" fmla="*/ 2442115 h 3501338"/>
              <a:gd name="connsiteX38" fmla="*/ 715658 w 2016488"/>
              <a:gd name="connsiteY38" fmla="*/ 111125 h 3501338"/>
              <a:gd name="connsiteX39" fmla="*/ 748206 w 2016488"/>
              <a:gd name="connsiteY39" fmla="*/ 32548 h 3501338"/>
              <a:gd name="connsiteX40" fmla="*/ 32548 w 2016488"/>
              <a:gd name="connsiteY40" fmla="*/ 261781 h 3501338"/>
              <a:gd name="connsiteX41" fmla="*/ 111125 w 2016488"/>
              <a:gd name="connsiteY41" fmla="*/ 229233 h 3501338"/>
              <a:gd name="connsiteX42" fmla="*/ 222251 w 2016488"/>
              <a:gd name="connsiteY42" fmla="*/ 340358 h 3501338"/>
              <a:gd name="connsiteX43" fmla="*/ 222251 w 2016488"/>
              <a:gd name="connsiteY43" fmla="*/ 2671348 h 3501338"/>
              <a:gd name="connsiteX44" fmla="*/ 111126 w 2016488"/>
              <a:gd name="connsiteY44" fmla="*/ 2782473 h 3501338"/>
              <a:gd name="connsiteX45" fmla="*/ 1 w 2016488"/>
              <a:gd name="connsiteY45" fmla="*/ 2671348 h 3501338"/>
              <a:gd name="connsiteX46" fmla="*/ 0 w 2016488"/>
              <a:gd name="connsiteY46" fmla="*/ 340358 h 3501338"/>
              <a:gd name="connsiteX47" fmla="*/ 32548 w 2016488"/>
              <a:gd name="connsiteY47" fmla="*/ 261781 h 350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016488" h="3501338">
                <a:moveTo>
                  <a:pt x="1826786" y="1042830"/>
                </a:moveTo>
                <a:cubicBezTo>
                  <a:pt x="1846895" y="1022720"/>
                  <a:pt x="1874676" y="1010282"/>
                  <a:pt x="1905363" y="1010282"/>
                </a:cubicBezTo>
                <a:cubicBezTo>
                  <a:pt x="1966736" y="1010282"/>
                  <a:pt x="2016488" y="1060034"/>
                  <a:pt x="2016488" y="1121407"/>
                </a:cubicBezTo>
                <a:lnTo>
                  <a:pt x="2016488" y="2996403"/>
                </a:lnTo>
                <a:cubicBezTo>
                  <a:pt x="2016488" y="3057776"/>
                  <a:pt x="1966736" y="3107528"/>
                  <a:pt x="1905363" y="3107528"/>
                </a:cubicBezTo>
                <a:cubicBezTo>
                  <a:pt x="1843990" y="3107528"/>
                  <a:pt x="1794238" y="3057776"/>
                  <a:pt x="1794238" y="2996403"/>
                </a:cubicBezTo>
                <a:lnTo>
                  <a:pt x="1794238" y="1121407"/>
                </a:lnTo>
                <a:cubicBezTo>
                  <a:pt x="1794238" y="1090720"/>
                  <a:pt x="1806676" y="1062939"/>
                  <a:pt x="1826786" y="1042830"/>
                </a:cubicBezTo>
                <a:close/>
                <a:moveTo>
                  <a:pt x="1111672" y="980645"/>
                </a:moveTo>
                <a:cubicBezTo>
                  <a:pt x="1131782" y="960536"/>
                  <a:pt x="1159563" y="948098"/>
                  <a:pt x="1190250" y="948098"/>
                </a:cubicBezTo>
                <a:cubicBezTo>
                  <a:pt x="1251623" y="948098"/>
                  <a:pt x="1301375" y="997850"/>
                  <a:pt x="1301375" y="1059223"/>
                </a:cubicBezTo>
                <a:lnTo>
                  <a:pt x="1301375" y="3390213"/>
                </a:lnTo>
                <a:cubicBezTo>
                  <a:pt x="1301375" y="3451586"/>
                  <a:pt x="1251623" y="3501338"/>
                  <a:pt x="1190250" y="3501338"/>
                </a:cubicBezTo>
                <a:cubicBezTo>
                  <a:pt x="1128877" y="3501338"/>
                  <a:pt x="1079125" y="3451586"/>
                  <a:pt x="1079125" y="3390213"/>
                </a:cubicBezTo>
                <a:lnTo>
                  <a:pt x="1079125" y="1059223"/>
                </a:lnTo>
                <a:cubicBezTo>
                  <a:pt x="1079125" y="1028537"/>
                  <a:pt x="1091563" y="1000755"/>
                  <a:pt x="1111672" y="980645"/>
                </a:cubicBezTo>
                <a:close/>
                <a:moveTo>
                  <a:pt x="1465363" y="216710"/>
                </a:moveTo>
                <a:cubicBezTo>
                  <a:pt x="1485472" y="196600"/>
                  <a:pt x="1513253" y="184162"/>
                  <a:pt x="1543940" y="184162"/>
                </a:cubicBezTo>
                <a:cubicBezTo>
                  <a:pt x="1605313" y="184162"/>
                  <a:pt x="1655065" y="233914"/>
                  <a:pt x="1655065" y="295287"/>
                </a:cubicBezTo>
                <a:lnTo>
                  <a:pt x="1655065" y="2195524"/>
                </a:lnTo>
                <a:cubicBezTo>
                  <a:pt x="1655065" y="2256897"/>
                  <a:pt x="1605313" y="2306649"/>
                  <a:pt x="1543940" y="2306649"/>
                </a:cubicBezTo>
                <a:cubicBezTo>
                  <a:pt x="1482567" y="2306649"/>
                  <a:pt x="1432815" y="2256897"/>
                  <a:pt x="1432815" y="2195524"/>
                </a:cubicBezTo>
                <a:lnTo>
                  <a:pt x="1432815" y="295287"/>
                </a:lnTo>
                <a:cubicBezTo>
                  <a:pt x="1432815" y="264601"/>
                  <a:pt x="1445253" y="236820"/>
                  <a:pt x="1465363" y="216710"/>
                </a:cubicBezTo>
                <a:close/>
                <a:moveTo>
                  <a:pt x="380350" y="593902"/>
                </a:moveTo>
                <a:cubicBezTo>
                  <a:pt x="400460" y="573792"/>
                  <a:pt x="428241" y="561354"/>
                  <a:pt x="458927" y="561354"/>
                </a:cubicBezTo>
                <a:cubicBezTo>
                  <a:pt x="520300" y="561354"/>
                  <a:pt x="570052" y="611106"/>
                  <a:pt x="570052" y="672479"/>
                </a:cubicBezTo>
                <a:lnTo>
                  <a:pt x="570052" y="3003469"/>
                </a:lnTo>
                <a:cubicBezTo>
                  <a:pt x="570052" y="3064842"/>
                  <a:pt x="520300" y="3114594"/>
                  <a:pt x="458927" y="3114595"/>
                </a:cubicBezTo>
                <a:cubicBezTo>
                  <a:pt x="397554" y="3114595"/>
                  <a:pt x="347802" y="3064842"/>
                  <a:pt x="347802" y="3003469"/>
                </a:cubicBezTo>
                <a:lnTo>
                  <a:pt x="347802" y="672479"/>
                </a:lnTo>
                <a:cubicBezTo>
                  <a:pt x="347802" y="641793"/>
                  <a:pt x="360240" y="614012"/>
                  <a:pt x="380350" y="593902"/>
                </a:cubicBezTo>
                <a:close/>
                <a:moveTo>
                  <a:pt x="748206" y="32548"/>
                </a:moveTo>
                <a:cubicBezTo>
                  <a:pt x="768316" y="12438"/>
                  <a:pt x="796097" y="0"/>
                  <a:pt x="826783" y="0"/>
                </a:cubicBezTo>
                <a:cubicBezTo>
                  <a:pt x="888156" y="0"/>
                  <a:pt x="937908" y="49752"/>
                  <a:pt x="937908" y="111125"/>
                </a:cubicBezTo>
                <a:lnTo>
                  <a:pt x="937908" y="2442115"/>
                </a:lnTo>
                <a:cubicBezTo>
                  <a:pt x="937908" y="2503488"/>
                  <a:pt x="888156" y="2553240"/>
                  <a:pt x="826783" y="2553240"/>
                </a:cubicBezTo>
                <a:cubicBezTo>
                  <a:pt x="765410" y="2553240"/>
                  <a:pt x="715658" y="2503488"/>
                  <a:pt x="715658" y="2442115"/>
                </a:cubicBezTo>
                <a:lnTo>
                  <a:pt x="715658" y="111125"/>
                </a:lnTo>
                <a:cubicBezTo>
                  <a:pt x="715658" y="80439"/>
                  <a:pt x="728096" y="52657"/>
                  <a:pt x="748206" y="32548"/>
                </a:cubicBezTo>
                <a:close/>
                <a:moveTo>
                  <a:pt x="32548" y="261781"/>
                </a:moveTo>
                <a:cubicBezTo>
                  <a:pt x="52658" y="241672"/>
                  <a:pt x="80439" y="229234"/>
                  <a:pt x="111125" y="229233"/>
                </a:cubicBezTo>
                <a:cubicBezTo>
                  <a:pt x="172499" y="229233"/>
                  <a:pt x="222251" y="278985"/>
                  <a:pt x="222251" y="340358"/>
                </a:cubicBezTo>
                <a:lnTo>
                  <a:pt x="222251" y="2671348"/>
                </a:lnTo>
                <a:cubicBezTo>
                  <a:pt x="222251" y="2732721"/>
                  <a:pt x="172499" y="2782473"/>
                  <a:pt x="111126" y="2782473"/>
                </a:cubicBezTo>
                <a:cubicBezTo>
                  <a:pt x="49753" y="2782473"/>
                  <a:pt x="1" y="2732721"/>
                  <a:pt x="1" y="2671348"/>
                </a:cubicBezTo>
                <a:lnTo>
                  <a:pt x="0" y="340358"/>
                </a:lnTo>
                <a:cubicBezTo>
                  <a:pt x="1" y="309672"/>
                  <a:pt x="12439" y="281891"/>
                  <a:pt x="32548" y="261781"/>
                </a:cubicBezTo>
                <a:close/>
              </a:path>
            </a:pathLst>
          </a:custGeom>
          <a:solidFill>
            <a:schemeClr val="tx1">
              <a:lumMod val="95000"/>
              <a:lumOff val="5000"/>
            </a:schemeClr>
          </a:solidFill>
        </p:spPr>
        <p:txBody>
          <a:bodyPr wrap="square">
            <a:noAutofit/>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34656987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1_Титульный слайд">
    <p:spTree>
      <p:nvGrpSpPr>
        <p:cNvPr id="1" name=""/>
        <p:cNvGrpSpPr/>
        <p:nvPr/>
      </p:nvGrpSpPr>
      <p:grpSpPr>
        <a:xfrm>
          <a:off x="0" y="0"/>
          <a:ext cx="0" cy="0"/>
          <a:chOff x="0" y="0"/>
          <a:chExt cx="0" cy="0"/>
        </a:xfrm>
      </p:grpSpPr>
      <p:sp>
        <p:nvSpPr>
          <p:cNvPr id="15" name="Picture Placeholder 7"/>
          <p:cNvSpPr>
            <a:spLocks noGrp="1"/>
          </p:cNvSpPr>
          <p:nvPr>
            <p:ph type="pic" sz="quarter" idx="10" hasCustomPrompt="1"/>
          </p:nvPr>
        </p:nvSpPr>
        <p:spPr>
          <a:xfrm>
            <a:off x="1" y="0"/>
            <a:ext cx="12199215" cy="6858000"/>
          </a:xfrm>
          <a:prstGeom prst="rect">
            <a:avLst/>
          </a:prstGeom>
          <a:gradFill>
            <a:gsLst>
              <a:gs pos="0">
                <a:srgbClr val="FFD44D"/>
              </a:gs>
              <a:gs pos="100000">
                <a:srgbClr val="ED7931"/>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278995196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6_Пользовательский макет">
    <p:spTree>
      <p:nvGrpSpPr>
        <p:cNvPr id="1" name=""/>
        <p:cNvGrpSpPr/>
        <p:nvPr/>
      </p:nvGrpSpPr>
      <p:grpSpPr>
        <a:xfrm>
          <a:off x="0" y="0"/>
          <a:ext cx="0" cy="0"/>
          <a:chOff x="0" y="0"/>
          <a:chExt cx="0" cy="0"/>
        </a:xfrm>
      </p:grpSpPr>
      <p:sp>
        <p:nvSpPr>
          <p:cNvPr id="2" name="Picture Placeholder 7"/>
          <p:cNvSpPr>
            <a:spLocks noGrp="1"/>
          </p:cNvSpPr>
          <p:nvPr>
            <p:ph type="pic" sz="quarter" idx="10" hasCustomPrompt="1"/>
          </p:nvPr>
        </p:nvSpPr>
        <p:spPr>
          <a:xfrm>
            <a:off x="1" y="0"/>
            <a:ext cx="12199215" cy="6858000"/>
          </a:xfrm>
          <a:prstGeom prst="rect">
            <a:avLst/>
          </a:prstGeom>
          <a:gradFill>
            <a:gsLst>
              <a:gs pos="0">
                <a:srgbClr val="28B5D1"/>
              </a:gs>
              <a:gs pos="100000">
                <a:srgbClr val="2F5EEB"/>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397062809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7_Пользовательский макет">
    <p:spTree>
      <p:nvGrpSpPr>
        <p:cNvPr id="1" name=""/>
        <p:cNvGrpSpPr/>
        <p:nvPr/>
      </p:nvGrpSpPr>
      <p:grpSpPr>
        <a:xfrm>
          <a:off x="0" y="0"/>
          <a:ext cx="0" cy="0"/>
          <a:chOff x="0" y="0"/>
          <a:chExt cx="0" cy="0"/>
        </a:xfrm>
      </p:grpSpPr>
      <p:sp>
        <p:nvSpPr>
          <p:cNvPr id="5" name="Picture Placeholder 7"/>
          <p:cNvSpPr>
            <a:spLocks noGrp="1"/>
          </p:cNvSpPr>
          <p:nvPr>
            <p:ph type="pic" sz="quarter" idx="10" hasCustomPrompt="1"/>
          </p:nvPr>
        </p:nvSpPr>
        <p:spPr>
          <a:xfrm>
            <a:off x="1" y="0"/>
            <a:ext cx="12199215" cy="6858000"/>
          </a:xfrm>
          <a:prstGeom prst="rect">
            <a:avLst/>
          </a:prstGeom>
          <a:gradFill>
            <a:gsLst>
              <a:gs pos="0">
                <a:srgbClr val="31B782"/>
              </a:gs>
              <a:gs pos="100000">
                <a:srgbClr val="128C46"/>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17992009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58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8F8F8F"/>
              </a:gs>
              <a:gs pos="100000">
                <a:srgbClr val="3C3C3C"/>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259166375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59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874EE8"/>
              </a:gs>
              <a:gs pos="100000">
                <a:srgbClr val="2F1789"/>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106806582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0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FFD478"/>
              </a:gs>
              <a:gs pos="100000">
                <a:srgbClr val="FFBD51"/>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295016005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61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AF9680"/>
              </a:gs>
              <a:gs pos="100000">
                <a:srgbClr val="65554B"/>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162532687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2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235DB6"/>
              </a:gs>
              <a:gs pos="100000">
                <a:srgbClr val="0C1F3D"/>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113641632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63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2E949D"/>
              </a:gs>
              <a:gs pos="100000">
                <a:srgbClr val="155058"/>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425545264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64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E62820"/>
              </a:gs>
              <a:gs pos="100000">
                <a:srgbClr val="AB1F1B"/>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345868083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_Пользовательский макет">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82778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15" name="Picture Placeholder 7"/>
          <p:cNvSpPr>
            <a:spLocks noGrp="1"/>
          </p:cNvSpPr>
          <p:nvPr>
            <p:ph type="pic" sz="quarter" idx="10" hasCustomPrompt="1"/>
          </p:nvPr>
        </p:nvSpPr>
        <p:spPr>
          <a:xfrm>
            <a:off x="1" y="0"/>
            <a:ext cx="12199215" cy="6858000"/>
          </a:xfrm>
          <a:prstGeom prst="rect">
            <a:avLst/>
          </a:prstGeom>
          <a:solidFill>
            <a:schemeClr val="tx1">
              <a:lumMod val="95000"/>
              <a:lumOff val="5000"/>
            </a:schemeClr>
          </a:soli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240103843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Пользовательский макет">
    <p:spTree>
      <p:nvGrpSpPr>
        <p:cNvPr id="1" name=""/>
        <p:cNvGrpSpPr/>
        <p:nvPr/>
      </p:nvGrpSpPr>
      <p:grpSpPr>
        <a:xfrm>
          <a:off x="0" y="0"/>
          <a:ext cx="0" cy="0"/>
          <a:chOff x="0" y="0"/>
          <a:chExt cx="0" cy="0"/>
        </a:xfrm>
      </p:grpSpPr>
      <p:sp>
        <p:nvSpPr>
          <p:cNvPr id="7" name="Рисунок 6"/>
          <p:cNvSpPr>
            <a:spLocks noGrp="1"/>
          </p:cNvSpPr>
          <p:nvPr>
            <p:ph type="pic" sz="quarter" idx="10" hasCustomPrompt="1"/>
          </p:nvPr>
        </p:nvSpPr>
        <p:spPr>
          <a:xfrm>
            <a:off x="0" y="0"/>
            <a:ext cx="3888317"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5197928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2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8303683" y="0"/>
            <a:ext cx="3888317"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61678748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3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4151842" y="0"/>
            <a:ext cx="3888317"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71613107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4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2639616" y="0"/>
            <a:ext cx="9552384"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90972396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5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6096000" y="0"/>
            <a:ext cx="6096000"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75992913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6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0" y="0"/>
            <a:ext cx="6096000"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07389476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7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3599723" y="0"/>
            <a:ext cx="8592277"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4928285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9_Пользовательский макет">
    <p:spTree>
      <p:nvGrpSpPr>
        <p:cNvPr id="1" name=""/>
        <p:cNvGrpSpPr/>
        <p:nvPr/>
      </p:nvGrpSpPr>
      <p:grpSpPr>
        <a:xfrm>
          <a:off x="0" y="0"/>
          <a:ext cx="0" cy="0"/>
          <a:chOff x="0" y="0"/>
          <a:chExt cx="0" cy="0"/>
        </a:xfrm>
      </p:grpSpPr>
      <p:sp>
        <p:nvSpPr>
          <p:cNvPr id="9" name="Рисунок 6"/>
          <p:cNvSpPr>
            <a:spLocks noGrp="1"/>
          </p:cNvSpPr>
          <p:nvPr>
            <p:ph type="pic" sz="quarter" idx="10" hasCustomPrompt="1"/>
          </p:nvPr>
        </p:nvSpPr>
        <p:spPr>
          <a:xfrm>
            <a:off x="3215680" y="0"/>
            <a:ext cx="8976320"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80975511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8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0" y="0"/>
            <a:ext cx="12192000" cy="4197085"/>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03086309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0_Пользовательский макет">
    <p:spTree>
      <p:nvGrpSpPr>
        <p:cNvPr id="1" name=""/>
        <p:cNvGrpSpPr/>
        <p:nvPr/>
      </p:nvGrpSpPr>
      <p:grpSpPr>
        <a:xfrm>
          <a:off x="0" y="0"/>
          <a:ext cx="0" cy="0"/>
          <a:chOff x="0" y="0"/>
          <a:chExt cx="0" cy="0"/>
        </a:xfrm>
      </p:grpSpPr>
      <p:sp>
        <p:nvSpPr>
          <p:cNvPr id="5" name="Рисунок 6"/>
          <p:cNvSpPr>
            <a:spLocks noGrp="1"/>
          </p:cNvSpPr>
          <p:nvPr>
            <p:ph type="pic" sz="quarter" idx="10" hasCustomPrompt="1"/>
          </p:nvPr>
        </p:nvSpPr>
        <p:spPr>
          <a:xfrm>
            <a:off x="485540" y="3140968"/>
            <a:ext cx="3552395" cy="2784309"/>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8" name="Рисунок 6"/>
          <p:cNvSpPr>
            <a:spLocks noGrp="1"/>
          </p:cNvSpPr>
          <p:nvPr>
            <p:ph type="pic" sz="quarter" idx="11" hasCustomPrompt="1"/>
          </p:nvPr>
        </p:nvSpPr>
        <p:spPr>
          <a:xfrm>
            <a:off x="4332367" y="3140968"/>
            <a:ext cx="3552395" cy="2784309"/>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9" name="Рисунок 6"/>
          <p:cNvSpPr>
            <a:spLocks noGrp="1"/>
          </p:cNvSpPr>
          <p:nvPr>
            <p:ph type="pic" sz="quarter" idx="12" hasCustomPrompt="1"/>
          </p:nvPr>
        </p:nvSpPr>
        <p:spPr>
          <a:xfrm>
            <a:off x="8179195" y="3140968"/>
            <a:ext cx="3552395" cy="2784309"/>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81999317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11_Пользовательский макет">
    <p:spTree>
      <p:nvGrpSpPr>
        <p:cNvPr id="1" name=""/>
        <p:cNvGrpSpPr/>
        <p:nvPr/>
      </p:nvGrpSpPr>
      <p:grpSpPr>
        <a:xfrm>
          <a:off x="0" y="0"/>
          <a:ext cx="0" cy="0"/>
          <a:chOff x="0" y="0"/>
          <a:chExt cx="0" cy="0"/>
        </a:xfrm>
      </p:grpSpPr>
      <p:sp>
        <p:nvSpPr>
          <p:cNvPr id="22" name="Рисунок 21"/>
          <p:cNvSpPr>
            <a:spLocks noGrp="1"/>
          </p:cNvSpPr>
          <p:nvPr>
            <p:ph type="pic" sz="quarter" idx="10" hasCustomPrompt="1"/>
          </p:nvPr>
        </p:nvSpPr>
        <p:spPr>
          <a:xfrm rot="18783219">
            <a:off x="432000" y="-609600"/>
            <a:ext cx="3530984" cy="7492152"/>
          </a:xfrm>
          <a:custGeom>
            <a:avLst/>
            <a:gdLst>
              <a:gd name="connsiteX0" fmla="*/ 1917780 w 2648238"/>
              <a:gd name="connsiteY0" fmla="*/ 0 h 5619114"/>
              <a:gd name="connsiteX1" fmla="*/ 2645121 w 2648238"/>
              <a:gd name="connsiteY1" fmla="*/ 778516 h 5619114"/>
              <a:gd name="connsiteX2" fmla="*/ 2648238 w 2648238"/>
              <a:gd name="connsiteY2" fmla="*/ 840237 h 5619114"/>
              <a:gd name="connsiteX3" fmla="*/ 2648238 w 2648238"/>
              <a:gd name="connsiteY3" fmla="*/ 4294995 h 5619114"/>
              <a:gd name="connsiteX4" fmla="*/ 1324119 w 2648238"/>
              <a:gd name="connsiteY4" fmla="*/ 5619114 h 5619114"/>
              <a:gd name="connsiteX5" fmla="*/ 0 w 2648238"/>
              <a:gd name="connsiteY5" fmla="*/ 4294995 h 5619114"/>
              <a:gd name="connsiteX6" fmla="*/ 0 w 2648238"/>
              <a:gd name="connsiteY6" fmla="*/ 1791719 h 5619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8238" h="5619114">
                <a:moveTo>
                  <a:pt x="1917780" y="0"/>
                </a:moveTo>
                <a:lnTo>
                  <a:pt x="2645121" y="778516"/>
                </a:lnTo>
                <a:lnTo>
                  <a:pt x="2648238" y="840237"/>
                </a:lnTo>
                <a:lnTo>
                  <a:pt x="2648238" y="4294995"/>
                </a:lnTo>
                <a:cubicBezTo>
                  <a:pt x="2648238" y="5026286"/>
                  <a:pt x="2055410" y="5619114"/>
                  <a:pt x="1324119" y="5619114"/>
                </a:cubicBezTo>
                <a:cubicBezTo>
                  <a:pt x="592828" y="5619114"/>
                  <a:pt x="0" y="5026286"/>
                  <a:pt x="0" y="4294995"/>
                </a:cubicBezTo>
                <a:lnTo>
                  <a:pt x="0" y="1791719"/>
                </a:lnTo>
                <a:close/>
              </a:path>
            </a:pathLst>
          </a:custGeom>
          <a:solidFill>
            <a:schemeClr val="tx1"/>
          </a:solidFill>
          <a:effectLst/>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98189974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2_Пользовательский макет">
    <p:spTree>
      <p:nvGrpSpPr>
        <p:cNvPr id="1" name=""/>
        <p:cNvGrpSpPr/>
        <p:nvPr/>
      </p:nvGrpSpPr>
      <p:grpSpPr>
        <a:xfrm>
          <a:off x="0" y="0"/>
          <a:ext cx="0" cy="0"/>
          <a:chOff x="0" y="0"/>
          <a:chExt cx="0" cy="0"/>
        </a:xfrm>
      </p:grpSpPr>
      <p:sp>
        <p:nvSpPr>
          <p:cNvPr id="6" name="Рисунок 5"/>
          <p:cNvSpPr>
            <a:spLocks noGrp="1"/>
          </p:cNvSpPr>
          <p:nvPr>
            <p:ph type="pic" sz="quarter" idx="10" hasCustomPrompt="1"/>
          </p:nvPr>
        </p:nvSpPr>
        <p:spPr>
          <a:xfrm>
            <a:off x="4702286" y="0"/>
            <a:ext cx="7489716" cy="6858000"/>
          </a:xfrm>
          <a:custGeom>
            <a:avLst/>
            <a:gdLst>
              <a:gd name="connsiteX0" fmla="*/ 0 w 5617287"/>
              <a:gd name="connsiteY0" fmla="*/ 0 h 5143500"/>
              <a:gd name="connsiteX1" fmla="*/ 5617287 w 5617287"/>
              <a:gd name="connsiteY1" fmla="*/ 0 h 5143500"/>
              <a:gd name="connsiteX2" fmla="*/ 5617287 w 5617287"/>
              <a:gd name="connsiteY2" fmla="*/ 5143500 h 5143500"/>
              <a:gd name="connsiteX3" fmla="*/ 0 w 5617287"/>
              <a:gd name="connsiteY3" fmla="*/ 5143500 h 5143500"/>
              <a:gd name="connsiteX4" fmla="*/ 10542 w 5617287"/>
              <a:gd name="connsiteY4" fmla="*/ 5127734 h 5143500"/>
              <a:gd name="connsiteX5" fmla="*/ 613239 w 5617287"/>
              <a:gd name="connsiteY5" fmla="*/ 2571750 h 5143500"/>
              <a:gd name="connsiteX6" fmla="*/ 10542 w 5617287"/>
              <a:gd name="connsiteY6" fmla="*/ 15766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17287" h="5143500">
                <a:moveTo>
                  <a:pt x="0" y="0"/>
                </a:moveTo>
                <a:lnTo>
                  <a:pt x="5617287" y="0"/>
                </a:lnTo>
                <a:lnTo>
                  <a:pt x="5617287" y="5143500"/>
                </a:lnTo>
                <a:lnTo>
                  <a:pt x="0" y="5143500"/>
                </a:lnTo>
                <a:lnTo>
                  <a:pt x="10542" y="5127734"/>
                </a:lnTo>
                <a:cubicBezTo>
                  <a:pt x="378624" y="4520197"/>
                  <a:pt x="613239" y="3600771"/>
                  <a:pt x="613239" y="2571750"/>
                </a:cubicBezTo>
                <a:cubicBezTo>
                  <a:pt x="613239" y="1542729"/>
                  <a:pt x="378624" y="623303"/>
                  <a:pt x="10542" y="15766"/>
                </a:cubicBezTo>
                <a:close/>
              </a:path>
            </a:pathLst>
          </a:custGeom>
          <a:solidFill>
            <a:schemeClr val="tx1">
              <a:lumMod val="95000"/>
              <a:lumOff val="5000"/>
            </a:schemeClr>
          </a:solidFill>
        </p:spPr>
        <p:txBody>
          <a:bodyPr wrap="square">
            <a:noAutofit/>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57861517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3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1007435" y="3909053"/>
            <a:ext cx="1056117" cy="115212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4" name="Рисунок 6"/>
          <p:cNvSpPr>
            <a:spLocks noGrp="1"/>
          </p:cNvSpPr>
          <p:nvPr>
            <p:ph type="pic" sz="quarter" idx="11" hasCustomPrompt="1"/>
          </p:nvPr>
        </p:nvSpPr>
        <p:spPr>
          <a:xfrm>
            <a:off x="2255574" y="3909053"/>
            <a:ext cx="1056117" cy="115212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2" hasCustomPrompt="1"/>
          </p:nvPr>
        </p:nvSpPr>
        <p:spPr>
          <a:xfrm>
            <a:off x="3503712" y="3896512"/>
            <a:ext cx="1056117" cy="115212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3" hasCustomPrompt="1"/>
          </p:nvPr>
        </p:nvSpPr>
        <p:spPr>
          <a:xfrm>
            <a:off x="4751851" y="3911380"/>
            <a:ext cx="1056117" cy="115212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36918059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14_Пользовательский макет">
    <p:spTree>
      <p:nvGrpSpPr>
        <p:cNvPr id="1" name=""/>
        <p:cNvGrpSpPr/>
        <p:nvPr/>
      </p:nvGrpSpPr>
      <p:grpSpPr>
        <a:xfrm>
          <a:off x="0" y="0"/>
          <a:ext cx="0" cy="0"/>
          <a:chOff x="0" y="0"/>
          <a:chExt cx="0" cy="0"/>
        </a:xfrm>
      </p:grpSpPr>
      <p:sp>
        <p:nvSpPr>
          <p:cNvPr id="6" name="Рисунок 6"/>
          <p:cNvSpPr>
            <a:spLocks noGrp="1"/>
          </p:cNvSpPr>
          <p:nvPr>
            <p:ph type="pic" sz="quarter" idx="13" hasCustomPrompt="1"/>
          </p:nvPr>
        </p:nvSpPr>
        <p:spPr>
          <a:xfrm>
            <a:off x="8592277" y="0"/>
            <a:ext cx="3599723"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7" name="Рисунок 6"/>
          <p:cNvSpPr>
            <a:spLocks noGrp="1"/>
          </p:cNvSpPr>
          <p:nvPr>
            <p:ph type="pic" sz="quarter" idx="14" hasCustomPrompt="1"/>
          </p:nvPr>
        </p:nvSpPr>
        <p:spPr>
          <a:xfrm>
            <a:off x="8592277" y="3429000"/>
            <a:ext cx="3599723"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01675001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15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7536160" y="0"/>
            <a:ext cx="4655840"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69532743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6_Пользовательский макет">
    <p:spTree>
      <p:nvGrpSpPr>
        <p:cNvPr id="1" name=""/>
        <p:cNvGrpSpPr/>
        <p:nvPr/>
      </p:nvGrpSpPr>
      <p:grpSpPr>
        <a:xfrm>
          <a:off x="0" y="0"/>
          <a:ext cx="0" cy="0"/>
          <a:chOff x="0" y="0"/>
          <a:chExt cx="0" cy="0"/>
        </a:xfrm>
      </p:grpSpPr>
      <p:sp>
        <p:nvSpPr>
          <p:cNvPr id="4" name="Рисунок 3"/>
          <p:cNvSpPr>
            <a:spLocks noGrp="1"/>
          </p:cNvSpPr>
          <p:nvPr>
            <p:ph type="pic" sz="quarter" idx="10" hasCustomPrompt="1"/>
          </p:nvPr>
        </p:nvSpPr>
        <p:spPr>
          <a:xfrm>
            <a:off x="1871531" y="2665649"/>
            <a:ext cx="1345632" cy="1344151"/>
          </a:xfrm>
          <a:prstGeom prst="ellipse">
            <a:avLst/>
          </a:prstGeom>
          <a:solidFill>
            <a:schemeClr val="tx1"/>
          </a:solidFill>
          <a:ln w="41275">
            <a:solidFill>
              <a:schemeClr val="bg1"/>
            </a:solidFill>
          </a:ln>
        </p:spPr>
        <p:txBody>
          <a:bodyPr/>
          <a:lstStyle>
            <a:lvl1pPr marL="0" indent="0">
              <a:buNone/>
              <a:defRPr>
                <a:solidFill>
                  <a:schemeClr val="tx1"/>
                </a:solidFill>
              </a:defRPr>
            </a:lvl1pPr>
          </a:lstStyle>
          <a:p>
            <a:r>
              <a:rPr lang="en-US"/>
              <a:t> </a:t>
            </a:r>
            <a:endParaRPr lang="ru-RU" dirty="0"/>
          </a:p>
        </p:txBody>
      </p:sp>
      <p:sp>
        <p:nvSpPr>
          <p:cNvPr id="6" name="Рисунок 3"/>
          <p:cNvSpPr>
            <a:spLocks noGrp="1"/>
          </p:cNvSpPr>
          <p:nvPr>
            <p:ph type="pic" sz="quarter" idx="11" hasCustomPrompt="1"/>
          </p:nvPr>
        </p:nvSpPr>
        <p:spPr>
          <a:xfrm>
            <a:off x="5404612" y="2665649"/>
            <a:ext cx="1345632" cy="1344151"/>
          </a:xfrm>
          <a:prstGeom prst="ellipse">
            <a:avLst/>
          </a:prstGeom>
          <a:solidFill>
            <a:schemeClr val="tx1"/>
          </a:solidFill>
          <a:ln w="41275">
            <a:solidFill>
              <a:schemeClr val="bg1"/>
            </a:solidFill>
          </a:ln>
        </p:spPr>
        <p:txBody>
          <a:bodyPr/>
          <a:lstStyle>
            <a:lvl1pPr marL="0" indent="0">
              <a:buNone/>
              <a:defRPr>
                <a:solidFill>
                  <a:schemeClr val="tx1"/>
                </a:solidFill>
              </a:defRPr>
            </a:lvl1pPr>
          </a:lstStyle>
          <a:p>
            <a:r>
              <a:rPr lang="en-US"/>
              <a:t> </a:t>
            </a:r>
            <a:endParaRPr lang="ru-RU" dirty="0"/>
          </a:p>
        </p:txBody>
      </p:sp>
      <p:sp>
        <p:nvSpPr>
          <p:cNvPr id="7" name="Рисунок 3"/>
          <p:cNvSpPr>
            <a:spLocks noGrp="1"/>
          </p:cNvSpPr>
          <p:nvPr>
            <p:ph type="pic" sz="quarter" idx="12" hasCustomPrompt="1"/>
          </p:nvPr>
        </p:nvSpPr>
        <p:spPr>
          <a:xfrm>
            <a:off x="8937695" y="2665649"/>
            <a:ext cx="1345632" cy="1344151"/>
          </a:xfrm>
          <a:prstGeom prst="ellipse">
            <a:avLst/>
          </a:prstGeom>
          <a:solidFill>
            <a:schemeClr val="tx1"/>
          </a:solidFill>
          <a:ln w="41275">
            <a:solidFill>
              <a:schemeClr val="bg1"/>
            </a:solidFill>
          </a:ln>
        </p:spPr>
        <p:txBody>
          <a:bodyPr/>
          <a:lstStyle>
            <a:lvl1pPr marL="0" indent="0">
              <a:buNone/>
              <a:defRPr>
                <a:solidFill>
                  <a:schemeClr val="tx1"/>
                </a:solidFill>
              </a:defRPr>
            </a:lvl1pPr>
          </a:lstStyle>
          <a:p>
            <a:r>
              <a:rPr lang="en-US"/>
              <a:t> </a:t>
            </a:r>
            <a:endParaRPr lang="ru-RU" dirty="0"/>
          </a:p>
        </p:txBody>
      </p:sp>
    </p:spTree>
    <p:extLst>
      <p:ext uri="{BB962C8B-B14F-4D97-AF65-F5344CB8AC3E}">
        <p14:creationId xmlns:p14="http://schemas.microsoft.com/office/powerpoint/2010/main" val="64573634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17_Пользовательский макет">
    <p:spTree>
      <p:nvGrpSpPr>
        <p:cNvPr id="1" name=""/>
        <p:cNvGrpSpPr/>
        <p:nvPr/>
      </p:nvGrpSpPr>
      <p:grpSpPr>
        <a:xfrm>
          <a:off x="0" y="0"/>
          <a:ext cx="0" cy="0"/>
          <a:chOff x="0" y="0"/>
          <a:chExt cx="0" cy="0"/>
        </a:xfrm>
      </p:grpSpPr>
      <p:sp>
        <p:nvSpPr>
          <p:cNvPr id="12" name="Рисунок 11"/>
          <p:cNvSpPr>
            <a:spLocks noGrp="1"/>
          </p:cNvSpPr>
          <p:nvPr>
            <p:ph type="pic" sz="quarter" idx="10" hasCustomPrompt="1"/>
          </p:nvPr>
        </p:nvSpPr>
        <p:spPr>
          <a:xfrm>
            <a:off x="0" y="0"/>
            <a:ext cx="12192000" cy="4869160"/>
          </a:xfrm>
          <a:custGeom>
            <a:avLst/>
            <a:gdLst>
              <a:gd name="connsiteX0" fmla="*/ 0 w 9144000"/>
              <a:gd name="connsiteY0" fmla="*/ 0 h 3651870"/>
              <a:gd name="connsiteX1" fmla="*/ 9144000 w 9144000"/>
              <a:gd name="connsiteY1" fmla="*/ 0 h 3651870"/>
              <a:gd name="connsiteX2" fmla="*/ 9144000 w 9144000"/>
              <a:gd name="connsiteY2" fmla="*/ 2525012 h 3651870"/>
              <a:gd name="connsiteX3" fmla="*/ 8850495 w 9144000"/>
              <a:gd name="connsiteY3" fmla="*/ 2708518 h 3651870"/>
              <a:gd name="connsiteX4" fmla="*/ 4572000 w 9144000"/>
              <a:gd name="connsiteY4" fmla="*/ 3651870 h 3651870"/>
              <a:gd name="connsiteX5" fmla="*/ 293505 w 9144000"/>
              <a:gd name="connsiteY5" fmla="*/ 2708518 h 3651870"/>
              <a:gd name="connsiteX6" fmla="*/ 0 w 9144000"/>
              <a:gd name="connsiteY6" fmla="*/ 2525012 h 3651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3651870">
                <a:moveTo>
                  <a:pt x="0" y="0"/>
                </a:moveTo>
                <a:lnTo>
                  <a:pt x="9144000" y="0"/>
                </a:lnTo>
                <a:lnTo>
                  <a:pt x="9144000" y="2525012"/>
                </a:lnTo>
                <a:lnTo>
                  <a:pt x="8850495" y="2708518"/>
                </a:lnTo>
                <a:cubicBezTo>
                  <a:pt x="7833531" y="3284647"/>
                  <a:pt x="6294492" y="3651870"/>
                  <a:pt x="4572000" y="3651870"/>
                </a:cubicBezTo>
                <a:cubicBezTo>
                  <a:pt x="2849509" y="3651870"/>
                  <a:pt x="1310469" y="3284647"/>
                  <a:pt x="293505" y="2708518"/>
                </a:cubicBezTo>
                <a:lnTo>
                  <a:pt x="0" y="2525012"/>
                </a:lnTo>
                <a:close/>
              </a:path>
            </a:pathLst>
          </a:custGeom>
          <a:solidFill>
            <a:schemeClr val="tx1">
              <a:lumMod val="95000"/>
              <a:lumOff val="5000"/>
            </a:schemeClr>
          </a:solidFill>
          <a:effectLst/>
        </p:spPr>
        <p:txBody>
          <a:bodyPr wrap="square">
            <a:noAutofit/>
          </a:bodyPr>
          <a:lstStyle>
            <a:lvl1pPr marL="0" indent="0">
              <a:buNone/>
              <a:defRPr baseline="0"/>
            </a:lvl1pPr>
          </a:lstStyle>
          <a:p>
            <a:r>
              <a:rPr lang="en-US"/>
              <a:t> </a:t>
            </a:r>
            <a:endParaRPr lang="ru-RU" dirty="0"/>
          </a:p>
        </p:txBody>
      </p:sp>
    </p:spTree>
    <p:extLst>
      <p:ext uri="{BB962C8B-B14F-4D97-AF65-F5344CB8AC3E}">
        <p14:creationId xmlns:p14="http://schemas.microsoft.com/office/powerpoint/2010/main" val="62841361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8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8304245" y="0"/>
            <a:ext cx="3887755"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1" hasCustomPrompt="1"/>
          </p:nvPr>
        </p:nvSpPr>
        <p:spPr>
          <a:xfrm>
            <a:off x="2447595" y="0"/>
            <a:ext cx="2496277" cy="2276872"/>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2" hasCustomPrompt="1"/>
          </p:nvPr>
        </p:nvSpPr>
        <p:spPr>
          <a:xfrm>
            <a:off x="2447595" y="2276872"/>
            <a:ext cx="2496277" cy="2304256"/>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7" name="Рисунок 6"/>
          <p:cNvSpPr>
            <a:spLocks noGrp="1"/>
          </p:cNvSpPr>
          <p:nvPr>
            <p:ph type="pic" sz="quarter" idx="13" hasCustomPrompt="1"/>
          </p:nvPr>
        </p:nvSpPr>
        <p:spPr>
          <a:xfrm>
            <a:off x="2447595" y="4581128"/>
            <a:ext cx="2496277" cy="2276872"/>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56432304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9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0" y="0"/>
            <a:ext cx="6096000" cy="3429000"/>
          </a:xfrm>
          <a:prstGeom prst="rect">
            <a:avLst/>
          </a:prstGeom>
          <a:solidFill>
            <a:srgbClr val="1B1B1B"/>
          </a:solidFill>
        </p:spPr>
        <p:txBody>
          <a:bodyPr/>
          <a:lstStyle>
            <a:lvl1pPr marL="0" indent="0">
              <a:buNone/>
              <a:defRPr/>
            </a:lvl1pPr>
          </a:lstStyle>
          <a:p>
            <a:r>
              <a:rPr lang="en-US" dirty="0"/>
              <a:t> </a:t>
            </a:r>
            <a:endParaRPr lang="ru-RU" dirty="0"/>
          </a:p>
        </p:txBody>
      </p:sp>
      <p:sp>
        <p:nvSpPr>
          <p:cNvPr id="6" name="Рисунок 4"/>
          <p:cNvSpPr>
            <a:spLocks noGrp="1"/>
          </p:cNvSpPr>
          <p:nvPr>
            <p:ph type="pic" sz="quarter" idx="11" hasCustomPrompt="1"/>
          </p:nvPr>
        </p:nvSpPr>
        <p:spPr>
          <a:xfrm>
            <a:off x="6096000" y="3429000"/>
            <a:ext cx="6096000" cy="3429000"/>
          </a:xfrm>
          <a:prstGeom prst="rect">
            <a:avLst/>
          </a:prstGeom>
          <a:solidFill>
            <a:srgbClr val="1B1B1B"/>
          </a:solidFill>
        </p:spPr>
        <p:txBody>
          <a:bodyPr/>
          <a:lstStyle>
            <a:lvl1pPr marL="0" indent="0">
              <a:buNone/>
              <a:defRPr/>
            </a:lvl1pPr>
          </a:lstStyle>
          <a:p>
            <a:r>
              <a:rPr lang="en-US"/>
              <a:t> </a:t>
            </a:r>
            <a:endParaRPr lang="ru-RU"/>
          </a:p>
        </p:txBody>
      </p:sp>
    </p:spTree>
    <p:extLst>
      <p:ext uri="{BB962C8B-B14F-4D97-AF65-F5344CB8AC3E}">
        <p14:creationId xmlns:p14="http://schemas.microsoft.com/office/powerpoint/2010/main" val="37276222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21_Пользовательский макет">
    <p:spTree>
      <p:nvGrpSpPr>
        <p:cNvPr id="1" name=""/>
        <p:cNvGrpSpPr/>
        <p:nvPr/>
      </p:nvGrpSpPr>
      <p:grpSpPr>
        <a:xfrm>
          <a:off x="0" y="0"/>
          <a:ext cx="0" cy="0"/>
          <a:chOff x="0" y="0"/>
          <a:chExt cx="0" cy="0"/>
        </a:xfrm>
      </p:grpSpPr>
      <p:sp>
        <p:nvSpPr>
          <p:cNvPr id="4" name="Рисунок 4"/>
          <p:cNvSpPr>
            <a:spLocks noGrp="1"/>
          </p:cNvSpPr>
          <p:nvPr>
            <p:ph type="pic" sz="quarter" idx="10" hasCustomPrompt="1"/>
          </p:nvPr>
        </p:nvSpPr>
        <p:spPr>
          <a:xfrm>
            <a:off x="4079776" y="0"/>
            <a:ext cx="8112224" cy="3429000"/>
          </a:xfrm>
          <a:prstGeom prst="rect">
            <a:avLst/>
          </a:prstGeom>
          <a:solidFill>
            <a:srgbClr val="1B1B1B"/>
          </a:solidFill>
        </p:spPr>
        <p:txBody>
          <a:bodyPr/>
          <a:lstStyle>
            <a:lvl1pPr marL="0" indent="0">
              <a:buNone/>
              <a:defRPr/>
            </a:lvl1pPr>
          </a:lstStyle>
          <a:p>
            <a:r>
              <a:rPr lang="en-US" dirty="0"/>
              <a:t> </a:t>
            </a:r>
            <a:endParaRPr lang="ru-RU" dirty="0"/>
          </a:p>
        </p:txBody>
      </p:sp>
      <p:sp>
        <p:nvSpPr>
          <p:cNvPr id="5" name="Рисунок 4"/>
          <p:cNvSpPr>
            <a:spLocks noGrp="1"/>
          </p:cNvSpPr>
          <p:nvPr>
            <p:ph type="pic" sz="quarter" idx="11" hasCustomPrompt="1"/>
          </p:nvPr>
        </p:nvSpPr>
        <p:spPr>
          <a:xfrm>
            <a:off x="4079776" y="3429000"/>
            <a:ext cx="8112224" cy="3429000"/>
          </a:xfrm>
          <a:prstGeom prst="rect">
            <a:avLst/>
          </a:prstGeom>
          <a:solidFill>
            <a:srgbClr val="1B1B1B"/>
          </a:solidFill>
        </p:spPr>
        <p:txBody>
          <a:bodyPr/>
          <a:lstStyle>
            <a:lvl1pPr marL="0" indent="0">
              <a:buNone/>
              <a:defRPr/>
            </a:lvl1pPr>
          </a:lstStyle>
          <a:p>
            <a:r>
              <a:rPr lang="en-US" dirty="0"/>
              <a:t> </a:t>
            </a:r>
            <a:endParaRPr lang="ru-RU" dirty="0"/>
          </a:p>
        </p:txBody>
      </p:sp>
    </p:spTree>
    <p:extLst>
      <p:ext uri="{BB962C8B-B14F-4D97-AF65-F5344CB8AC3E}">
        <p14:creationId xmlns:p14="http://schemas.microsoft.com/office/powerpoint/2010/main" val="373168884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22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5267977" y="0"/>
            <a:ext cx="6960096" cy="6858000"/>
          </a:xfrm>
          <a:custGeom>
            <a:avLst/>
            <a:gdLst>
              <a:gd name="connsiteX0" fmla="*/ 0 w 5220072"/>
              <a:gd name="connsiteY0" fmla="*/ 0 h 5143500"/>
              <a:gd name="connsiteX1" fmla="*/ 5220072 w 5220072"/>
              <a:gd name="connsiteY1" fmla="*/ 0 h 5143500"/>
              <a:gd name="connsiteX2" fmla="*/ 5220072 w 5220072"/>
              <a:gd name="connsiteY2" fmla="*/ 5143500 h 5143500"/>
              <a:gd name="connsiteX3" fmla="*/ 0 w 5220072"/>
              <a:gd name="connsiteY3" fmla="*/ 5143500 h 5143500"/>
              <a:gd name="connsiteX4" fmla="*/ 0 w 5220072"/>
              <a:gd name="connsiteY4" fmla="*/ 0 h 5143500"/>
              <a:gd name="connsiteX0" fmla="*/ 2326580 w 5220072"/>
              <a:gd name="connsiteY0" fmla="*/ 0 h 5143500"/>
              <a:gd name="connsiteX1" fmla="*/ 5220072 w 5220072"/>
              <a:gd name="connsiteY1" fmla="*/ 0 h 5143500"/>
              <a:gd name="connsiteX2" fmla="*/ 5220072 w 5220072"/>
              <a:gd name="connsiteY2" fmla="*/ 5143500 h 5143500"/>
              <a:gd name="connsiteX3" fmla="*/ 0 w 5220072"/>
              <a:gd name="connsiteY3" fmla="*/ 5143500 h 5143500"/>
              <a:gd name="connsiteX4" fmla="*/ 2326580 w 5220072"/>
              <a:gd name="connsiteY4" fmla="*/ 0 h 5143500"/>
              <a:gd name="connsiteX0" fmla="*/ 1828800 w 5220072"/>
              <a:gd name="connsiteY0" fmla="*/ 0 h 5143500"/>
              <a:gd name="connsiteX1" fmla="*/ 5220072 w 5220072"/>
              <a:gd name="connsiteY1" fmla="*/ 0 h 5143500"/>
              <a:gd name="connsiteX2" fmla="*/ 5220072 w 5220072"/>
              <a:gd name="connsiteY2" fmla="*/ 5143500 h 5143500"/>
              <a:gd name="connsiteX3" fmla="*/ 0 w 5220072"/>
              <a:gd name="connsiteY3" fmla="*/ 5143500 h 5143500"/>
              <a:gd name="connsiteX4" fmla="*/ 1828800 w 5220072"/>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0072" h="5143500">
                <a:moveTo>
                  <a:pt x="1828800" y="0"/>
                </a:moveTo>
                <a:lnTo>
                  <a:pt x="5220072" y="0"/>
                </a:lnTo>
                <a:lnTo>
                  <a:pt x="5220072" y="5143500"/>
                </a:lnTo>
                <a:lnTo>
                  <a:pt x="0" y="5143500"/>
                </a:lnTo>
                <a:lnTo>
                  <a:pt x="1828800" y="0"/>
                </a:lnTo>
                <a:close/>
              </a:path>
            </a:pathLst>
          </a:cu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23452537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23_Пользовательский макет">
    <p:spTree>
      <p:nvGrpSpPr>
        <p:cNvPr id="1" name=""/>
        <p:cNvGrpSpPr/>
        <p:nvPr/>
      </p:nvGrpSpPr>
      <p:grpSpPr>
        <a:xfrm>
          <a:off x="0" y="0"/>
          <a:ext cx="0" cy="0"/>
          <a:chOff x="0" y="0"/>
          <a:chExt cx="0" cy="0"/>
        </a:xfrm>
      </p:grpSpPr>
      <p:sp>
        <p:nvSpPr>
          <p:cNvPr id="6" name="Рисунок 5"/>
          <p:cNvSpPr>
            <a:spLocks noGrp="1"/>
          </p:cNvSpPr>
          <p:nvPr>
            <p:ph type="pic" sz="quarter" idx="10" hasCustomPrompt="1"/>
          </p:nvPr>
        </p:nvSpPr>
        <p:spPr>
          <a:xfrm>
            <a:off x="1679509" y="0"/>
            <a:ext cx="4993283" cy="6858000"/>
          </a:xfrm>
          <a:prstGeom prst="parallelogram">
            <a:avLst>
              <a:gd name="adj" fmla="val 42227"/>
            </a:avLst>
          </a:prstGeom>
          <a:solidFill>
            <a:schemeClr val="tx1">
              <a:lumMod val="95000"/>
              <a:lumOff val="5000"/>
            </a:schemeClr>
          </a:solidFill>
        </p:spPr>
        <p:txBody>
          <a:bodyPr/>
          <a:lstStyle>
            <a:lvl1pPr marL="0" indent="0">
              <a:buNone/>
              <a:defRPr/>
            </a:lvl1pPr>
          </a:lstStyle>
          <a:p>
            <a:r>
              <a:rPr lang="en-US" dirty="0"/>
              <a:t> </a:t>
            </a:r>
            <a:endParaRPr lang="ru-RU" dirty="0"/>
          </a:p>
        </p:txBody>
      </p:sp>
    </p:spTree>
    <p:extLst>
      <p:ext uri="{BB962C8B-B14F-4D97-AF65-F5344CB8AC3E}">
        <p14:creationId xmlns:p14="http://schemas.microsoft.com/office/powerpoint/2010/main" val="289648267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24_Пользовательский макет">
    <p:spTree>
      <p:nvGrpSpPr>
        <p:cNvPr id="1" name=""/>
        <p:cNvGrpSpPr/>
        <p:nvPr/>
      </p:nvGrpSpPr>
      <p:grpSpPr>
        <a:xfrm>
          <a:off x="0" y="0"/>
          <a:ext cx="0" cy="0"/>
          <a:chOff x="0" y="0"/>
          <a:chExt cx="0" cy="0"/>
        </a:xfrm>
      </p:grpSpPr>
      <p:sp>
        <p:nvSpPr>
          <p:cNvPr id="6" name="Рисунок 5"/>
          <p:cNvSpPr>
            <a:spLocks noGrp="1"/>
          </p:cNvSpPr>
          <p:nvPr>
            <p:ph type="pic" sz="quarter" idx="10" hasCustomPrompt="1"/>
          </p:nvPr>
        </p:nvSpPr>
        <p:spPr>
          <a:xfrm rot="2700000">
            <a:off x="1343138" y="1972614"/>
            <a:ext cx="1312381" cy="1312381"/>
          </a:xfrm>
          <a:prstGeom prst="rect">
            <a:avLst/>
          </a:prstGeom>
          <a:solidFill>
            <a:schemeClr val="tx1">
              <a:lumMod val="95000"/>
              <a:lumOff val="5000"/>
            </a:schemeClr>
          </a:solidFill>
          <a:effectLst>
            <a:outerShdw blurRad="444500" dir="5400000" algn="t" rotWithShape="0">
              <a:prstClr val="black">
                <a:alpha val="44000"/>
              </a:prstClr>
            </a:outerShdw>
          </a:effectLst>
        </p:spPr>
        <p:txBody>
          <a:bodyPr/>
          <a:lstStyle>
            <a:lvl1pPr marL="0" indent="0">
              <a:buNone/>
              <a:defRPr/>
            </a:lvl1pPr>
          </a:lstStyle>
          <a:p>
            <a:r>
              <a:rPr lang="en-US"/>
              <a:t> </a:t>
            </a:r>
            <a:endParaRPr lang="ru-RU" dirty="0"/>
          </a:p>
        </p:txBody>
      </p:sp>
      <p:sp>
        <p:nvSpPr>
          <p:cNvPr id="7" name="Рисунок 5"/>
          <p:cNvSpPr>
            <a:spLocks noGrp="1"/>
          </p:cNvSpPr>
          <p:nvPr>
            <p:ph type="pic" sz="quarter" idx="11" hasCustomPrompt="1"/>
          </p:nvPr>
        </p:nvSpPr>
        <p:spPr>
          <a:xfrm rot="2700000">
            <a:off x="5407698" y="1972612"/>
            <a:ext cx="1312381" cy="1312381"/>
          </a:xfrm>
          <a:prstGeom prst="rect">
            <a:avLst/>
          </a:prstGeom>
          <a:solidFill>
            <a:schemeClr val="tx1">
              <a:lumMod val="95000"/>
              <a:lumOff val="5000"/>
            </a:schemeClr>
          </a:solidFill>
          <a:effectLst>
            <a:outerShdw blurRad="444500" dir="5400000" algn="t" rotWithShape="0">
              <a:prstClr val="black">
                <a:alpha val="44000"/>
              </a:prstClr>
            </a:outerShdw>
          </a:effectLst>
        </p:spPr>
        <p:txBody>
          <a:bodyPr/>
          <a:lstStyle>
            <a:lvl1pPr marL="0" indent="0">
              <a:buNone/>
              <a:defRPr/>
            </a:lvl1pPr>
          </a:lstStyle>
          <a:p>
            <a:r>
              <a:rPr lang="en-US"/>
              <a:t> </a:t>
            </a:r>
            <a:endParaRPr lang="ru-RU" dirty="0"/>
          </a:p>
        </p:txBody>
      </p:sp>
      <p:sp>
        <p:nvSpPr>
          <p:cNvPr id="8" name="Рисунок 5"/>
          <p:cNvSpPr>
            <a:spLocks noGrp="1"/>
          </p:cNvSpPr>
          <p:nvPr>
            <p:ph type="pic" sz="quarter" idx="12" hasCustomPrompt="1"/>
          </p:nvPr>
        </p:nvSpPr>
        <p:spPr>
          <a:xfrm rot="2700000">
            <a:off x="9472256" y="1972612"/>
            <a:ext cx="1312381" cy="1312381"/>
          </a:xfrm>
          <a:prstGeom prst="rect">
            <a:avLst/>
          </a:prstGeom>
          <a:solidFill>
            <a:schemeClr val="tx1">
              <a:lumMod val="95000"/>
              <a:lumOff val="5000"/>
            </a:schemeClr>
          </a:solidFill>
          <a:effectLst>
            <a:outerShdw blurRad="444500" dir="5400000" algn="t" rotWithShape="0">
              <a:prstClr val="black">
                <a:alpha val="44000"/>
              </a:prstClr>
            </a:outerShdw>
          </a:effectLst>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38534549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25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1678518" y="1509184"/>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6" name="Рисунок 4"/>
          <p:cNvSpPr>
            <a:spLocks noGrp="1"/>
          </p:cNvSpPr>
          <p:nvPr>
            <p:ph type="pic" sz="quarter" idx="11" hasCustomPrompt="1"/>
          </p:nvPr>
        </p:nvSpPr>
        <p:spPr>
          <a:xfrm>
            <a:off x="1678517" y="3717032"/>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7" name="Рисунок 4"/>
          <p:cNvSpPr>
            <a:spLocks noGrp="1"/>
          </p:cNvSpPr>
          <p:nvPr>
            <p:ph type="pic" sz="quarter" idx="12" hasCustomPrompt="1"/>
          </p:nvPr>
        </p:nvSpPr>
        <p:spPr>
          <a:xfrm>
            <a:off x="6358467" y="1509184"/>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8" name="Рисунок 4"/>
          <p:cNvSpPr>
            <a:spLocks noGrp="1"/>
          </p:cNvSpPr>
          <p:nvPr>
            <p:ph type="pic" sz="quarter" idx="13" hasCustomPrompt="1"/>
          </p:nvPr>
        </p:nvSpPr>
        <p:spPr>
          <a:xfrm>
            <a:off x="6358466" y="3717032"/>
            <a:ext cx="1153583" cy="1151467"/>
          </a:xfrm>
          <a:prstGeom prst="ellipse">
            <a:avLst/>
          </a:prstGeom>
          <a:solidFill>
            <a:schemeClr val="bg1"/>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70027900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26_Пользовательский макет">
    <p:spTree>
      <p:nvGrpSpPr>
        <p:cNvPr id="1" name=""/>
        <p:cNvGrpSpPr/>
        <p:nvPr/>
      </p:nvGrpSpPr>
      <p:grpSpPr>
        <a:xfrm>
          <a:off x="0" y="0"/>
          <a:ext cx="0" cy="0"/>
          <a:chOff x="0" y="0"/>
          <a:chExt cx="0" cy="0"/>
        </a:xfrm>
      </p:grpSpPr>
      <p:sp>
        <p:nvSpPr>
          <p:cNvPr id="3" name="Рисунок 4"/>
          <p:cNvSpPr>
            <a:spLocks noGrp="1"/>
          </p:cNvSpPr>
          <p:nvPr>
            <p:ph type="pic" sz="quarter" idx="10" hasCustomPrompt="1"/>
          </p:nvPr>
        </p:nvSpPr>
        <p:spPr>
          <a:xfrm>
            <a:off x="1678518" y="1509184"/>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4" name="Рисунок 4"/>
          <p:cNvSpPr>
            <a:spLocks noGrp="1"/>
          </p:cNvSpPr>
          <p:nvPr>
            <p:ph type="pic" sz="quarter" idx="11" hasCustomPrompt="1"/>
          </p:nvPr>
        </p:nvSpPr>
        <p:spPr>
          <a:xfrm>
            <a:off x="1678517" y="3717032"/>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5" name="Рисунок 4"/>
          <p:cNvSpPr>
            <a:spLocks noGrp="1"/>
          </p:cNvSpPr>
          <p:nvPr>
            <p:ph type="pic" sz="quarter" idx="12" hasCustomPrompt="1"/>
          </p:nvPr>
        </p:nvSpPr>
        <p:spPr>
          <a:xfrm>
            <a:off x="5663454" y="1509184"/>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6" name="Рисунок 4"/>
          <p:cNvSpPr>
            <a:spLocks noGrp="1"/>
          </p:cNvSpPr>
          <p:nvPr>
            <p:ph type="pic" sz="quarter" idx="13" hasCustomPrompt="1"/>
          </p:nvPr>
        </p:nvSpPr>
        <p:spPr>
          <a:xfrm>
            <a:off x="5663453" y="3717032"/>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7" name="Рисунок 4"/>
          <p:cNvSpPr>
            <a:spLocks noGrp="1"/>
          </p:cNvSpPr>
          <p:nvPr>
            <p:ph type="pic" sz="quarter" idx="14" hasCustomPrompt="1"/>
          </p:nvPr>
        </p:nvSpPr>
        <p:spPr>
          <a:xfrm>
            <a:off x="9648395" y="1516345"/>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8" name="Рисунок 4"/>
          <p:cNvSpPr>
            <a:spLocks noGrp="1"/>
          </p:cNvSpPr>
          <p:nvPr>
            <p:ph type="pic" sz="quarter" idx="15" hasCustomPrompt="1"/>
          </p:nvPr>
        </p:nvSpPr>
        <p:spPr>
          <a:xfrm>
            <a:off x="9648394" y="3724193"/>
            <a:ext cx="1153583" cy="1151467"/>
          </a:xfrm>
          <a:prstGeom prst="ellipse">
            <a:avLst/>
          </a:prstGeom>
          <a:solidFill>
            <a:schemeClr val="bg1"/>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341025772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27_Пользовательский макет">
    <p:spTree>
      <p:nvGrpSpPr>
        <p:cNvPr id="1" name=""/>
        <p:cNvGrpSpPr/>
        <p:nvPr/>
      </p:nvGrpSpPr>
      <p:grpSpPr>
        <a:xfrm>
          <a:off x="0" y="0"/>
          <a:ext cx="0" cy="0"/>
          <a:chOff x="0" y="0"/>
          <a:chExt cx="0" cy="0"/>
        </a:xfrm>
      </p:grpSpPr>
      <p:sp>
        <p:nvSpPr>
          <p:cNvPr id="3" name="Рисунок 4"/>
          <p:cNvSpPr>
            <a:spLocks noGrp="1"/>
          </p:cNvSpPr>
          <p:nvPr>
            <p:ph type="pic" sz="quarter" idx="10" hasCustomPrompt="1"/>
          </p:nvPr>
        </p:nvSpPr>
        <p:spPr>
          <a:xfrm>
            <a:off x="1487489" y="1508787"/>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4" name="Рисунок 4"/>
          <p:cNvSpPr>
            <a:spLocks noGrp="1"/>
          </p:cNvSpPr>
          <p:nvPr>
            <p:ph type="pic" sz="quarter" idx="11" hasCustomPrompt="1"/>
          </p:nvPr>
        </p:nvSpPr>
        <p:spPr>
          <a:xfrm>
            <a:off x="1487487" y="3716635"/>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5" name="Рисунок 4"/>
          <p:cNvSpPr>
            <a:spLocks noGrp="1"/>
          </p:cNvSpPr>
          <p:nvPr>
            <p:ph type="pic" sz="quarter" idx="12" hasCustomPrompt="1"/>
          </p:nvPr>
        </p:nvSpPr>
        <p:spPr>
          <a:xfrm>
            <a:off x="4318842" y="1508787"/>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6" name="Рисунок 4"/>
          <p:cNvSpPr>
            <a:spLocks noGrp="1"/>
          </p:cNvSpPr>
          <p:nvPr>
            <p:ph type="pic" sz="quarter" idx="13" hasCustomPrompt="1"/>
          </p:nvPr>
        </p:nvSpPr>
        <p:spPr>
          <a:xfrm>
            <a:off x="4318841" y="3716635"/>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7" name="Рисунок 4"/>
          <p:cNvSpPr>
            <a:spLocks noGrp="1"/>
          </p:cNvSpPr>
          <p:nvPr>
            <p:ph type="pic" sz="quarter" idx="14" hasCustomPrompt="1"/>
          </p:nvPr>
        </p:nvSpPr>
        <p:spPr>
          <a:xfrm>
            <a:off x="7008595" y="1508787"/>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8" name="Рисунок 4"/>
          <p:cNvSpPr>
            <a:spLocks noGrp="1"/>
          </p:cNvSpPr>
          <p:nvPr>
            <p:ph type="pic" sz="quarter" idx="15" hasCustomPrompt="1"/>
          </p:nvPr>
        </p:nvSpPr>
        <p:spPr>
          <a:xfrm>
            <a:off x="7008594" y="3716635"/>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9" name="Рисунок 4"/>
          <p:cNvSpPr>
            <a:spLocks noGrp="1"/>
          </p:cNvSpPr>
          <p:nvPr>
            <p:ph type="pic" sz="quarter" idx="16" hasCustomPrompt="1"/>
          </p:nvPr>
        </p:nvSpPr>
        <p:spPr>
          <a:xfrm>
            <a:off x="9698347" y="1508787"/>
            <a:ext cx="1153583" cy="1151467"/>
          </a:xfrm>
          <a:prstGeom prst="ellipse">
            <a:avLst/>
          </a:prstGeom>
          <a:solidFill>
            <a:schemeClr val="bg1"/>
          </a:solidFill>
        </p:spPr>
        <p:txBody>
          <a:bodyPr/>
          <a:lstStyle>
            <a:lvl1pPr marL="0" indent="0">
              <a:buNone/>
              <a:defRPr/>
            </a:lvl1pPr>
          </a:lstStyle>
          <a:p>
            <a:r>
              <a:rPr lang="en-US"/>
              <a:t> </a:t>
            </a:r>
            <a:endParaRPr lang="ru-RU" dirty="0"/>
          </a:p>
        </p:txBody>
      </p:sp>
      <p:sp>
        <p:nvSpPr>
          <p:cNvPr id="10" name="Рисунок 4"/>
          <p:cNvSpPr>
            <a:spLocks noGrp="1"/>
          </p:cNvSpPr>
          <p:nvPr>
            <p:ph type="pic" sz="quarter" idx="17" hasCustomPrompt="1"/>
          </p:nvPr>
        </p:nvSpPr>
        <p:spPr>
          <a:xfrm>
            <a:off x="9698346" y="3716635"/>
            <a:ext cx="1153583" cy="1151467"/>
          </a:xfrm>
          <a:prstGeom prst="ellipse">
            <a:avLst/>
          </a:prstGeom>
          <a:solidFill>
            <a:schemeClr val="bg1"/>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429249884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28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0" y="4265712"/>
            <a:ext cx="2376264" cy="259228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4" name="Рисунок 6"/>
          <p:cNvSpPr>
            <a:spLocks noGrp="1"/>
          </p:cNvSpPr>
          <p:nvPr>
            <p:ph type="pic" sz="quarter" idx="11" hasCustomPrompt="1"/>
          </p:nvPr>
        </p:nvSpPr>
        <p:spPr>
          <a:xfrm>
            <a:off x="2376264" y="1673424"/>
            <a:ext cx="2376264" cy="259228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2" hasCustomPrompt="1"/>
          </p:nvPr>
        </p:nvSpPr>
        <p:spPr>
          <a:xfrm>
            <a:off x="4722436" y="4265712"/>
            <a:ext cx="2376264" cy="259228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3" hasCustomPrompt="1"/>
          </p:nvPr>
        </p:nvSpPr>
        <p:spPr>
          <a:xfrm>
            <a:off x="7098700" y="1673424"/>
            <a:ext cx="2376264" cy="259228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215250532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29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rot="5400000">
            <a:off x="2417055" y="1635338"/>
            <a:ext cx="2016291" cy="1763189"/>
          </a:xfrm>
          <a:prstGeom prst="hexagon">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6" name="Рисунок 4"/>
          <p:cNvSpPr>
            <a:spLocks noGrp="1"/>
          </p:cNvSpPr>
          <p:nvPr>
            <p:ph type="pic" sz="quarter" idx="11" hasCustomPrompt="1"/>
          </p:nvPr>
        </p:nvSpPr>
        <p:spPr>
          <a:xfrm rot="5400000">
            <a:off x="6833545" y="1608396"/>
            <a:ext cx="2016291" cy="1763189"/>
          </a:xfrm>
          <a:prstGeom prst="hexagon">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7" name="Рисунок 4"/>
          <p:cNvSpPr>
            <a:spLocks noGrp="1"/>
          </p:cNvSpPr>
          <p:nvPr>
            <p:ph type="pic" sz="quarter" idx="12" hasCustomPrompt="1"/>
          </p:nvPr>
        </p:nvSpPr>
        <p:spPr>
          <a:xfrm rot="5400000">
            <a:off x="2417055" y="4227626"/>
            <a:ext cx="2016291" cy="1763189"/>
          </a:xfrm>
          <a:prstGeom prst="hexagon">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8" name="Рисунок 4"/>
          <p:cNvSpPr>
            <a:spLocks noGrp="1"/>
          </p:cNvSpPr>
          <p:nvPr>
            <p:ph type="pic" sz="quarter" idx="13" hasCustomPrompt="1"/>
          </p:nvPr>
        </p:nvSpPr>
        <p:spPr>
          <a:xfrm rot="5400000">
            <a:off x="6871679" y="4323636"/>
            <a:ext cx="2016291" cy="1763189"/>
          </a:xfrm>
          <a:prstGeom prst="hexagon">
            <a:avLst/>
          </a:prstGeom>
          <a:solidFill>
            <a:schemeClr val="tx1">
              <a:lumMod val="95000"/>
              <a:lumOff val="5000"/>
            </a:schemeClr>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99939380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30_Пользовательский макет">
    <p:spTree>
      <p:nvGrpSpPr>
        <p:cNvPr id="1" name=""/>
        <p:cNvGrpSpPr/>
        <p:nvPr/>
      </p:nvGrpSpPr>
      <p:grpSpPr>
        <a:xfrm>
          <a:off x="0" y="0"/>
          <a:ext cx="0" cy="0"/>
          <a:chOff x="0" y="0"/>
          <a:chExt cx="0" cy="0"/>
        </a:xfrm>
      </p:grpSpPr>
      <p:sp>
        <p:nvSpPr>
          <p:cNvPr id="4" name="Рисунок 4"/>
          <p:cNvSpPr>
            <a:spLocks noGrp="1"/>
          </p:cNvSpPr>
          <p:nvPr>
            <p:ph type="pic" sz="quarter" idx="10" hasCustomPrompt="1"/>
          </p:nvPr>
        </p:nvSpPr>
        <p:spPr>
          <a:xfrm rot="5400000">
            <a:off x="7824192" y="1124744"/>
            <a:ext cx="1632181" cy="1440160"/>
          </a:xfrm>
          <a:prstGeom prst="hexagon">
            <a:avLst>
              <a:gd name="adj" fmla="val 27199"/>
              <a:gd name="vf" fmla="val 115470"/>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5" name="Рисунок 4"/>
          <p:cNvSpPr>
            <a:spLocks noGrp="1"/>
          </p:cNvSpPr>
          <p:nvPr>
            <p:ph type="pic" sz="quarter" idx="11" hasCustomPrompt="1"/>
          </p:nvPr>
        </p:nvSpPr>
        <p:spPr>
          <a:xfrm rot="5400000">
            <a:off x="9360363" y="1124744"/>
            <a:ext cx="1632181" cy="1440160"/>
          </a:xfrm>
          <a:prstGeom prst="hexagon">
            <a:avLst>
              <a:gd name="adj" fmla="val 27199"/>
              <a:gd name="vf" fmla="val 115470"/>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7" name="Рисунок 4"/>
          <p:cNvSpPr>
            <a:spLocks noGrp="1"/>
          </p:cNvSpPr>
          <p:nvPr>
            <p:ph type="pic" sz="quarter" idx="13" hasCustomPrompt="1"/>
          </p:nvPr>
        </p:nvSpPr>
        <p:spPr>
          <a:xfrm rot="5400000">
            <a:off x="10128448" y="2489936"/>
            <a:ext cx="1632181" cy="1440160"/>
          </a:xfrm>
          <a:prstGeom prst="hexagon">
            <a:avLst>
              <a:gd name="adj" fmla="val 27199"/>
              <a:gd name="vf" fmla="val 115470"/>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8" name="Рисунок 4"/>
          <p:cNvSpPr>
            <a:spLocks noGrp="1"/>
          </p:cNvSpPr>
          <p:nvPr>
            <p:ph type="pic" sz="quarter" idx="14" hasCustomPrompt="1"/>
          </p:nvPr>
        </p:nvSpPr>
        <p:spPr>
          <a:xfrm rot="5400000">
            <a:off x="9360363" y="3855128"/>
            <a:ext cx="1632181" cy="1440160"/>
          </a:xfrm>
          <a:prstGeom prst="hexagon">
            <a:avLst>
              <a:gd name="adj" fmla="val 27199"/>
              <a:gd name="vf" fmla="val 115470"/>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9" name="Рисунок 4"/>
          <p:cNvSpPr>
            <a:spLocks noGrp="1"/>
          </p:cNvSpPr>
          <p:nvPr>
            <p:ph type="pic" sz="quarter" idx="15" hasCustomPrompt="1"/>
          </p:nvPr>
        </p:nvSpPr>
        <p:spPr>
          <a:xfrm rot="5400000">
            <a:off x="7824192" y="3855128"/>
            <a:ext cx="1632181" cy="1440160"/>
          </a:xfrm>
          <a:prstGeom prst="hexagon">
            <a:avLst>
              <a:gd name="adj" fmla="val 27199"/>
              <a:gd name="vf" fmla="val 115470"/>
            </a:avLst>
          </a:prstGeom>
          <a:solidFill>
            <a:schemeClr val="tx1">
              <a:lumMod val="95000"/>
              <a:lumOff val="5000"/>
            </a:schemeClr>
          </a:solidFill>
        </p:spPr>
        <p:txBody>
          <a:bodyPr/>
          <a:lstStyle>
            <a:lvl1pPr marL="0" indent="0">
              <a:buNone/>
              <a:defRPr/>
            </a:lvl1pPr>
          </a:lstStyle>
          <a:p>
            <a:r>
              <a:rPr lang="en-US"/>
              <a:t> </a:t>
            </a:r>
            <a:endParaRPr lang="ru-RU" dirty="0"/>
          </a:p>
        </p:txBody>
      </p:sp>
      <p:sp>
        <p:nvSpPr>
          <p:cNvPr id="10" name="Рисунок 4"/>
          <p:cNvSpPr>
            <a:spLocks noGrp="1"/>
          </p:cNvSpPr>
          <p:nvPr>
            <p:ph type="pic" sz="quarter" idx="16" hasCustomPrompt="1"/>
          </p:nvPr>
        </p:nvSpPr>
        <p:spPr>
          <a:xfrm rot="5400000">
            <a:off x="7056107" y="2489936"/>
            <a:ext cx="1632181" cy="1440160"/>
          </a:xfrm>
          <a:prstGeom prst="hexagon">
            <a:avLst>
              <a:gd name="adj" fmla="val 27199"/>
              <a:gd name="vf" fmla="val 115470"/>
            </a:avLst>
          </a:prstGeom>
          <a:solidFill>
            <a:schemeClr val="tx1">
              <a:lumMod val="95000"/>
              <a:lumOff val="5000"/>
            </a:schemeClr>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70030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31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4079776" y="0"/>
            <a:ext cx="2376264" cy="2948947"/>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1" hasCustomPrompt="1"/>
          </p:nvPr>
        </p:nvSpPr>
        <p:spPr>
          <a:xfrm>
            <a:off x="6768075" y="932723"/>
            <a:ext cx="4032448" cy="2016224"/>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2" hasCustomPrompt="1"/>
          </p:nvPr>
        </p:nvSpPr>
        <p:spPr>
          <a:xfrm>
            <a:off x="4079776" y="3236979"/>
            <a:ext cx="4032448" cy="2016224"/>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5425655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32_Пользовательский макет">
    <p:spTree>
      <p:nvGrpSpPr>
        <p:cNvPr id="1" name=""/>
        <p:cNvGrpSpPr/>
        <p:nvPr/>
      </p:nvGrpSpPr>
      <p:grpSpPr>
        <a:xfrm>
          <a:off x="0" y="0"/>
          <a:ext cx="0" cy="0"/>
          <a:chOff x="0" y="0"/>
          <a:chExt cx="0" cy="0"/>
        </a:xfrm>
      </p:grpSpPr>
      <p:sp>
        <p:nvSpPr>
          <p:cNvPr id="15" name="Рисунок 14"/>
          <p:cNvSpPr>
            <a:spLocks noGrp="1"/>
          </p:cNvSpPr>
          <p:nvPr>
            <p:ph type="pic" sz="quarter" idx="10" hasCustomPrompt="1"/>
          </p:nvPr>
        </p:nvSpPr>
        <p:spPr>
          <a:xfrm rot="19085557">
            <a:off x="8439294" y="2748015"/>
            <a:ext cx="3522340" cy="5032563"/>
          </a:xfrm>
          <a:custGeom>
            <a:avLst/>
            <a:gdLst>
              <a:gd name="connsiteX0" fmla="*/ 2251898 w 2641755"/>
              <a:gd name="connsiteY0" fmla="*/ 265948 h 3774422"/>
              <a:gd name="connsiteX1" fmla="*/ 2641755 w 2641755"/>
              <a:gd name="connsiteY1" fmla="*/ 2651698 h 3774422"/>
              <a:gd name="connsiteX2" fmla="*/ 1634132 w 2641755"/>
              <a:gd name="connsiteY2" fmla="*/ 3774422 h 3774422"/>
              <a:gd name="connsiteX3" fmla="*/ 221697 w 2641755"/>
              <a:gd name="connsiteY3" fmla="*/ 2506789 h 3774422"/>
              <a:gd name="connsiteX4" fmla="*/ 0 w 2641755"/>
              <a:gd name="connsiteY4" fmla="*/ 0 h 37744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755" h="3774422">
                <a:moveTo>
                  <a:pt x="2251898" y="265948"/>
                </a:moveTo>
                <a:lnTo>
                  <a:pt x="2641755" y="2651698"/>
                </a:lnTo>
                <a:lnTo>
                  <a:pt x="1634132" y="3774422"/>
                </a:lnTo>
                <a:lnTo>
                  <a:pt x="221697" y="2506789"/>
                </a:lnTo>
                <a:lnTo>
                  <a:pt x="0" y="0"/>
                </a:lnTo>
                <a:close/>
              </a:path>
            </a:pathLst>
          </a:custGeom>
          <a:solidFill>
            <a:schemeClr val="tx1">
              <a:lumMod val="95000"/>
              <a:lumOff val="5000"/>
            </a:schemeClr>
          </a:solidFill>
        </p:spPr>
        <p:txBody>
          <a:bodyPr wrap="square">
            <a:noAutofit/>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80537125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33_Пользовательский макет">
    <p:spTree>
      <p:nvGrpSpPr>
        <p:cNvPr id="1" name=""/>
        <p:cNvGrpSpPr/>
        <p:nvPr/>
      </p:nvGrpSpPr>
      <p:grpSpPr>
        <a:xfrm>
          <a:off x="0" y="0"/>
          <a:ext cx="0" cy="0"/>
          <a:chOff x="0" y="0"/>
          <a:chExt cx="0" cy="0"/>
        </a:xfrm>
      </p:grpSpPr>
      <p:sp>
        <p:nvSpPr>
          <p:cNvPr id="3" name="Рисунок 6"/>
          <p:cNvSpPr>
            <a:spLocks noGrp="1"/>
          </p:cNvSpPr>
          <p:nvPr>
            <p:ph type="pic" sz="quarter" idx="10" hasCustomPrompt="1"/>
          </p:nvPr>
        </p:nvSpPr>
        <p:spPr>
          <a:xfrm>
            <a:off x="5267977" y="0"/>
            <a:ext cx="6960096" cy="6858000"/>
          </a:xfrm>
          <a:custGeom>
            <a:avLst/>
            <a:gdLst>
              <a:gd name="connsiteX0" fmla="*/ 0 w 5220072"/>
              <a:gd name="connsiteY0" fmla="*/ 0 h 5143500"/>
              <a:gd name="connsiteX1" fmla="*/ 5220072 w 5220072"/>
              <a:gd name="connsiteY1" fmla="*/ 0 h 5143500"/>
              <a:gd name="connsiteX2" fmla="*/ 5220072 w 5220072"/>
              <a:gd name="connsiteY2" fmla="*/ 5143500 h 5143500"/>
              <a:gd name="connsiteX3" fmla="*/ 0 w 5220072"/>
              <a:gd name="connsiteY3" fmla="*/ 5143500 h 5143500"/>
              <a:gd name="connsiteX4" fmla="*/ 0 w 5220072"/>
              <a:gd name="connsiteY4" fmla="*/ 0 h 5143500"/>
              <a:gd name="connsiteX0" fmla="*/ 2326580 w 5220072"/>
              <a:gd name="connsiteY0" fmla="*/ 0 h 5143500"/>
              <a:gd name="connsiteX1" fmla="*/ 5220072 w 5220072"/>
              <a:gd name="connsiteY1" fmla="*/ 0 h 5143500"/>
              <a:gd name="connsiteX2" fmla="*/ 5220072 w 5220072"/>
              <a:gd name="connsiteY2" fmla="*/ 5143500 h 5143500"/>
              <a:gd name="connsiteX3" fmla="*/ 0 w 5220072"/>
              <a:gd name="connsiteY3" fmla="*/ 5143500 h 5143500"/>
              <a:gd name="connsiteX4" fmla="*/ 2326580 w 5220072"/>
              <a:gd name="connsiteY4" fmla="*/ 0 h 5143500"/>
              <a:gd name="connsiteX0" fmla="*/ 1828800 w 5220072"/>
              <a:gd name="connsiteY0" fmla="*/ 0 h 5143500"/>
              <a:gd name="connsiteX1" fmla="*/ 5220072 w 5220072"/>
              <a:gd name="connsiteY1" fmla="*/ 0 h 5143500"/>
              <a:gd name="connsiteX2" fmla="*/ 5220072 w 5220072"/>
              <a:gd name="connsiteY2" fmla="*/ 5143500 h 5143500"/>
              <a:gd name="connsiteX3" fmla="*/ 0 w 5220072"/>
              <a:gd name="connsiteY3" fmla="*/ 5143500 h 5143500"/>
              <a:gd name="connsiteX4" fmla="*/ 1828800 w 5220072"/>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0072" h="5143500">
                <a:moveTo>
                  <a:pt x="1828800" y="0"/>
                </a:moveTo>
                <a:lnTo>
                  <a:pt x="5220072" y="0"/>
                </a:lnTo>
                <a:lnTo>
                  <a:pt x="5220072" y="5143500"/>
                </a:lnTo>
                <a:lnTo>
                  <a:pt x="0" y="5143500"/>
                </a:lnTo>
                <a:lnTo>
                  <a:pt x="1828800" y="0"/>
                </a:lnTo>
                <a:close/>
              </a:path>
            </a:pathLst>
          </a:cu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4" name="Рисунок 6"/>
          <p:cNvSpPr>
            <a:spLocks noGrp="1"/>
          </p:cNvSpPr>
          <p:nvPr>
            <p:ph type="pic" sz="quarter" idx="11" hasCustomPrompt="1"/>
          </p:nvPr>
        </p:nvSpPr>
        <p:spPr>
          <a:xfrm>
            <a:off x="1871531" y="2660915"/>
            <a:ext cx="2376264" cy="259228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30261332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35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0" hasCustomPrompt="1"/>
          </p:nvPr>
        </p:nvSpPr>
        <p:spPr>
          <a:xfrm>
            <a:off x="0" y="0"/>
            <a:ext cx="12192000" cy="4197085"/>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3" name="Рисунок 6"/>
          <p:cNvSpPr>
            <a:spLocks noGrp="1"/>
          </p:cNvSpPr>
          <p:nvPr>
            <p:ph type="pic" sz="quarter" idx="11" hasCustomPrompt="1"/>
          </p:nvPr>
        </p:nvSpPr>
        <p:spPr>
          <a:xfrm>
            <a:off x="4175787" y="2564904"/>
            <a:ext cx="3840427" cy="2592288"/>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33962660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34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1" hasCustomPrompt="1"/>
          </p:nvPr>
        </p:nvSpPr>
        <p:spPr>
          <a:xfrm>
            <a:off x="0" y="0"/>
            <a:ext cx="2447595"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2" hasCustomPrompt="1"/>
          </p:nvPr>
        </p:nvSpPr>
        <p:spPr>
          <a:xfrm>
            <a:off x="2543605" y="0"/>
            <a:ext cx="2447595" cy="2660915"/>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3" hasCustomPrompt="1"/>
          </p:nvPr>
        </p:nvSpPr>
        <p:spPr>
          <a:xfrm>
            <a:off x="2525053" y="2756925"/>
            <a:ext cx="2447595" cy="4101075"/>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7" name="Рисунок 6"/>
          <p:cNvSpPr>
            <a:spLocks noGrp="1"/>
          </p:cNvSpPr>
          <p:nvPr>
            <p:ph type="pic" sz="quarter" idx="14" hasCustomPrompt="1"/>
          </p:nvPr>
        </p:nvSpPr>
        <p:spPr>
          <a:xfrm>
            <a:off x="5068659" y="0"/>
            <a:ext cx="2447595"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8" name="Рисунок 6"/>
          <p:cNvSpPr>
            <a:spLocks noGrp="1"/>
          </p:cNvSpPr>
          <p:nvPr>
            <p:ph type="pic" sz="quarter" idx="15" hasCustomPrompt="1"/>
          </p:nvPr>
        </p:nvSpPr>
        <p:spPr>
          <a:xfrm>
            <a:off x="5068659" y="3525011"/>
            <a:ext cx="2447595" cy="3332989"/>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9" name="Рисунок 6"/>
          <p:cNvSpPr>
            <a:spLocks noGrp="1"/>
          </p:cNvSpPr>
          <p:nvPr>
            <p:ph type="pic" sz="quarter" idx="16" hasCustomPrompt="1"/>
          </p:nvPr>
        </p:nvSpPr>
        <p:spPr>
          <a:xfrm>
            <a:off x="-11872" y="3525011"/>
            <a:ext cx="2447595" cy="3332989"/>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862137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36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6" hasCustomPrompt="1"/>
          </p:nvPr>
        </p:nvSpPr>
        <p:spPr>
          <a:xfrm>
            <a:off x="0" y="-14360"/>
            <a:ext cx="3048000"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7" hasCustomPrompt="1"/>
          </p:nvPr>
        </p:nvSpPr>
        <p:spPr>
          <a:xfrm>
            <a:off x="3048000" y="3414640"/>
            <a:ext cx="3048000"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8" hasCustomPrompt="1"/>
          </p:nvPr>
        </p:nvSpPr>
        <p:spPr>
          <a:xfrm>
            <a:off x="6096000" y="0"/>
            <a:ext cx="3048000"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7" name="Рисунок 6"/>
          <p:cNvSpPr>
            <a:spLocks noGrp="1"/>
          </p:cNvSpPr>
          <p:nvPr>
            <p:ph type="pic" sz="quarter" idx="19" hasCustomPrompt="1"/>
          </p:nvPr>
        </p:nvSpPr>
        <p:spPr>
          <a:xfrm>
            <a:off x="9144000" y="3429000"/>
            <a:ext cx="3048000"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53905150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37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6" hasCustomPrompt="1"/>
          </p:nvPr>
        </p:nvSpPr>
        <p:spPr>
          <a:xfrm>
            <a:off x="0" y="0"/>
            <a:ext cx="4079776"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7" hasCustomPrompt="1"/>
          </p:nvPr>
        </p:nvSpPr>
        <p:spPr>
          <a:xfrm>
            <a:off x="0" y="3429000"/>
            <a:ext cx="4079776" cy="3429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8" hasCustomPrompt="1"/>
          </p:nvPr>
        </p:nvSpPr>
        <p:spPr>
          <a:xfrm>
            <a:off x="8112224" y="0"/>
            <a:ext cx="4079776" cy="6858000"/>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429414412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38_Пользовательский макет">
    <p:spTree>
      <p:nvGrpSpPr>
        <p:cNvPr id="1" name=""/>
        <p:cNvGrpSpPr/>
        <p:nvPr/>
      </p:nvGrpSpPr>
      <p:grpSpPr>
        <a:xfrm>
          <a:off x="0" y="0"/>
          <a:ext cx="0" cy="0"/>
          <a:chOff x="0" y="0"/>
          <a:chExt cx="0" cy="0"/>
        </a:xfrm>
      </p:grpSpPr>
      <p:sp>
        <p:nvSpPr>
          <p:cNvPr id="4" name="Рисунок 6"/>
          <p:cNvSpPr>
            <a:spLocks noGrp="1"/>
          </p:cNvSpPr>
          <p:nvPr>
            <p:ph type="pic" sz="quarter" idx="16" hasCustomPrompt="1"/>
          </p:nvPr>
        </p:nvSpPr>
        <p:spPr>
          <a:xfrm>
            <a:off x="143339" y="164638"/>
            <a:ext cx="5856651" cy="6528725"/>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5" name="Рисунок 6"/>
          <p:cNvSpPr>
            <a:spLocks noGrp="1"/>
          </p:cNvSpPr>
          <p:nvPr>
            <p:ph type="pic" sz="quarter" idx="17" hasCustomPrompt="1"/>
          </p:nvPr>
        </p:nvSpPr>
        <p:spPr>
          <a:xfrm>
            <a:off x="6139040" y="169605"/>
            <a:ext cx="5856651" cy="3168352"/>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
        <p:nvSpPr>
          <p:cNvPr id="6" name="Рисунок 6"/>
          <p:cNvSpPr>
            <a:spLocks noGrp="1"/>
          </p:cNvSpPr>
          <p:nvPr>
            <p:ph type="pic" sz="quarter" idx="18" hasCustomPrompt="1"/>
          </p:nvPr>
        </p:nvSpPr>
        <p:spPr>
          <a:xfrm>
            <a:off x="6139040" y="3525011"/>
            <a:ext cx="5856651" cy="3168352"/>
          </a:xfrm>
          <a:prstGeom prst="rect">
            <a:avLst/>
          </a:prstGeom>
          <a:solidFill>
            <a:schemeClr val="tx1">
              <a:lumMod val="95000"/>
              <a:lumOff val="5000"/>
            </a:schemeClr>
          </a:solidFill>
        </p:spPr>
        <p:txBody>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199034445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20_Пользовательский макет">
    <p:spTree>
      <p:nvGrpSpPr>
        <p:cNvPr id="1" name=""/>
        <p:cNvGrpSpPr/>
        <p:nvPr/>
      </p:nvGrpSpPr>
      <p:grpSpPr>
        <a:xfrm>
          <a:off x="0" y="0"/>
          <a:ext cx="0" cy="0"/>
          <a:chOff x="0" y="0"/>
          <a:chExt cx="0" cy="0"/>
        </a:xfrm>
      </p:grpSpPr>
      <p:sp>
        <p:nvSpPr>
          <p:cNvPr id="15" name="Рисунок 14"/>
          <p:cNvSpPr>
            <a:spLocks noGrp="1"/>
          </p:cNvSpPr>
          <p:nvPr>
            <p:ph type="pic" sz="quarter" idx="10" hasCustomPrompt="1"/>
          </p:nvPr>
        </p:nvSpPr>
        <p:spPr>
          <a:xfrm>
            <a:off x="0" y="-733931"/>
            <a:ext cx="2543307" cy="3939132"/>
          </a:xfrm>
          <a:custGeom>
            <a:avLst/>
            <a:gdLst>
              <a:gd name="connsiteX0" fmla="*/ 0 w 1907480"/>
              <a:gd name="connsiteY0" fmla="*/ 550449 h 2954349"/>
              <a:gd name="connsiteX1" fmla="*/ 981459 w 1907480"/>
              <a:gd name="connsiteY1" fmla="*/ 550449 h 2954349"/>
              <a:gd name="connsiteX2" fmla="*/ 1907480 w 1907480"/>
              <a:gd name="connsiteY2" fmla="*/ 1477175 h 2954349"/>
              <a:gd name="connsiteX3" fmla="*/ 431428 w 1907480"/>
              <a:gd name="connsiteY3" fmla="*/ 2954349 h 2954349"/>
              <a:gd name="connsiteX4" fmla="*/ 0 w 1907480"/>
              <a:gd name="connsiteY4" fmla="*/ 2522593 h 2954349"/>
              <a:gd name="connsiteX5" fmla="*/ 431428 w 1907480"/>
              <a:gd name="connsiteY5" fmla="*/ 0 h 2954349"/>
              <a:gd name="connsiteX6" fmla="*/ 457263 w 1907480"/>
              <a:gd name="connsiteY6" fmla="*/ 25855 h 2954349"/>
              <a:gd name="connsiteX7" fmla="*/ 405593 w 1907480"/>
              <a:gd name="connsiteY7" fmla="*/ 25855 h 295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7480" h="2954349">
                <a:moveTo>
                  <a:pt x="0" y="550449"/>
                </a:moveTo>
                <a:lnTo>
                  <a:pt x="981459" y="550449"/>
                </a:lnTo>
                <a:lnTo>
                  <a:pt x="1907480" y="1477175"/>
                </a:lnTo>
                <a:lnTo>
                  <a:pt x="431428" y="2954349"/>
                </a:lnTo>
                <a:lnTo>
                  <a:pt x="0" y="2522593"/>
                </a:lnTo>
                <a:close/>
                <a:moveTo>
                  <a:pt x="431428" y="0"/>
                </a:moveTo>
                <a:lnTo>
                  <a:pt x="457263" y="25855"/>
                </a:lnTo>
                <a:lnTo>
                  <a:pt x="405593" y="25855"/>
                </a:lnTo>
                <a:close/>
              </a:path>
            </a:pathLst>
          </a:custGeom>
          <a:solidFill>
            <a:schemeClr val="tx1"/>
          </a:solidFill>
        </p:spPr>
        <p:txBody>
          <a:bodyPr wrap="square">
            <a:noAutofit/>
          </a:bodyPr>
          <a:lstStyle>
            <a:lvl1pPr marL="0" indent="0">
              <a:buNone/>
              <a:defRPr/>
            </a:lvl1pPr>
          </a:lstStyle>
          <a:p>
            <a:r>
              <a:rPr lang="en-US" dirty="0"/>
              <a:t> </a:t>
            </a:r>
            <a:endParaRPr lang="ru-RU" dirty="0"/>
          </a:p>
        </p:txBody>
      </p:sp>
      <p:sp>
        <p:nvSpPr>
          <p:cNvPr id="9" name="Рисунок 7"/>
          <p:cNvSpPr>
            <a:spLocks noGrp="1"/>
          </p:cNvSpPr>
          <p:nvPr>
            <p:ph type="pic" sz="quarter" idx="11" hasCustomPrompt="1"/>
          </p:nvPr>
        </p:nvSpPr>
        <p:spPr>
          <a:xfrm>
            <a:off x="671776" y="1340222"/>
            <a:ext cx="3936139" cy="3939132"/>
          </a:xfrm>
          <a:prstGeom prst="diamond">
            <a:avLst/>
          </a:prstGeom>
          <a:solidFill>
            <a:schemeClr val="tx1"/>
          </a:solidFill>
        </p:spPr>
        <p:txBody>
          <a:bodyPr/>
          <a:lstStyle>
            <a:lvl1pPr marL="0" indent="0">
              <a:buNone/>
              <a:defRPr/>
            </a:lvl1pPr>
          </a:lstStyle>
          <a:p>
            <a:r>
              <a:rPr lang="en-US" dirty="0"/>
              <a:t> </a:t>
            </a:r>
            <a:endParaRPr lang="ru-RU" dirty="0"/>
          </a:p>
        </p:txBody>
      </p:sp>
      <p:sp>
        <p:nvSpPr>
          <p:cNvPr id="21" name="Рисунок 20"/>
          <p:cNvSpPr>
            <a:spLocks noGrp="1"/>
          </p:cNvSpPr>
          <p:nvPr>
            <p:ph type="pic" sz="quarter" idx="12" hasCustomPrompt="1"/>
          </p:nvPr>
        </p:nvSpPr>
        <p:spPr>
          <a:xfrm>
            <a:off x="2736384" y="3429000"/>
            <a:ext cx="3936139" cy="3429000"/>
          </a:xfrm>
          <a:custGeom>
            <a:avLst/>
            <a:gdLst>
              <a:gd name="connsiteX0" fmla="*/ 1476052 w 2952104"/>
              <a:gd name="connsiteY0" fmla="*/ 0 h 2571750"/>
              <a:gd name="connsiteX1" fmla="*/ 2952104 w 2952104"/>
              <a:gd name="connsiteY1" fmla="*/ 1477175 h 2571750"/>
              <a:gd name="connsiteX2" fmla="*/ 1858361 w 2952104"/>
              <a:gd name="connsiteY2" fmla="*/ 2571750 h 2571750"/>
              <a:gd name="connsiteX3" fmla="*/ 1093744 w 2952104"/>
              <a:gd name="connsiteY3" fmla="*/ 2571750 h 2571750"/>
              <a:gd name="connsiteX4" fmla="*/ 0 w 2952104"/>
              <a:gd name="connsiteY4" fmla="*/ 1477175 h 2571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104" h="2571750">
                <a:moveTo>
                  <a:pt x="1476052" y="0"/>
                </a:moveTo>
                <a:lnTo>
                  <a:pt x="2952104" y="1477175"/>
                </a:lnTo>
                <a:lnTo>
                  <a:pt x="1858361" y="2571750"/>
                </a:lnTo>
                <a:lnTo>
                  <a:pt x="1093744" y="2571750"/>
                </a:lnTo>
                <a:lnTo>
                  <a:pt x="0" y="1477175"/>
                </a:lnTo>
                <a:close/>
              </a:path>
            </a:pathLst>
          </a:custGeom>
          <a:solidFill>
            <a:schemeClr val="tx1"/>
          </a:solidFill>
        </p:spPr>
        <p:txBody>
          <a:bodyPr wrap="square">
            <a:noAutofit/>
          </a:bodyPr>
          <a:lstStyle>
            <a:lvl1pPr marL="0" indent="0">
              <a:buNone/>
              <a:defRPr/>
            </a:lvl1pPr>
          </a:lstStyle>
          <a:p>
            <a:r>
              <a:rPr lang="en-US" dirty="0"/>
              <a:t> </a:t>
            </a:r>
            <a:endParaRPr lang="ru-RU" dirty="0"/>
          </a:p>
        </p:txBody>
      </p:sp>
      <p:sp>
        <p:nvSpPr>
          <p:cNvPr id="17" name="Рисунок 16"/>
          <p:cNvSpPr>
            <a:spLocks noGrp="1"/>
          </p:cNvSpPr>
          <p:nvPr>
            <p:ph type="pic" sz="quarter" idx="13" hasCustomPrompt="1"/>
          </p:nvPr>
        </p:nvSpPr>
        <p:spPr>
          <a:xfrm>
            <a:off x="0" y="2853538"/>
            <a:ext cx="1871531" cy="3745908"/>
          </a:xfrm>
          <a:custGeom>
            <a:avLst/>
            <a:gdLst>
              <a:gd name="connsiteX0" fmla="*/ 0 w 1403648"/>
              <a:gd name="connsiteY0" fmla="*/ 0 h 2809431"/>
              <a:gd name="connsiteX1" fmla="*/ 1403648 w 1403648"/>
              <a:gd name="connsiteY1" fmla="*/ 1404716 h 2809431"/>
              <a:gd name="connsiteX2" fmla="*/ 0 w 1403648"/>
              <a:gd name="connsiteY2" fmla="*/ 2809431 h 2809431"/>
            </a:gdLst>
            <a:ahLst/>
            <a:cxnLst>
              <a:cxn ang="0">
                <a:pos x="connsiteX0" y="connsiteY0"/>
              </a:cxn>
              <a:cxn ang="0">
                <a:pos x="connsiteX1" y="connsiteY1"/>
              </a:cxn>
              <a:cxn ang="0">
                <a:pos x="connsiteX2" y="connsiteY2"/>
              </a:cxn>
            </a:cxnLst>
            <a:rect l="l" t="t" r="r" b="b"/>
            <a:pathLst>
              <a:path w="1403648" h="2809431">
                <a:moveTo>
                  <a:pt x="0" y="0"/>
                </a:moveTo>
                <a:lnTo>
                  <a:pt x="1403648" y="1404716"/>
                </a:lnTo>
                <a:lnTo>
                  <a:pt x="0" y="2809431"/>
                </a:lnTo>
                <a:close/>
              </a:path>
            </a:pathLst>
          </a:custGeom>
          <a:solidFill>
            <a:schemeClr val="tx1"/>
          </a:solidFill>
        </p:spPr>
        <p:txBody>
          <a:bodyPr wrap="square">
            <a:noAutofit/>
          </a:bodyPr>
          <a:lstStyle>
            <a:lvl1pPr marL="0" indent="0">
              <a:buNone/>
              <a:defRPr/>
            </a:lvl1pPr>
          </a:lstStyle>
          <a:p>
            <a:r>
              <a:rPr lang="en-US" dirty="0"/>
              <a:t> </a:t>
            </a:r>
            <a:endParaRPr lang="ru-RU" dirty="0"/>
          </a:p>
        </p:txBody>
      </p:sp>
      <p:sp>
        <p:nvSpPr>
          <p:cNvPr id="19" name="Рисунок 18"/>
          <p:cNvSpPr>
            <a:spLocks noGrp="1"/>
          </p:cNvSpPr>
          <p:nvPr>
            <p:ph type="pic" sz="quarter" idx="14" hasCustomPrompt="1"/>
          </p:nvPr>
        </p:nvSpPr>
        <p:spPr>
          <a:xfrm>
            <a:off x="0" y="4888432"/>
            <a:ext cx="3936139" cy="1969568"/>
          </a:xfrm>
          <a:custGeom>
            <a:avLst/>
            <a:gdLst>
              <a:gd name="connsiteX0" fmla="*/ 1476052 w 2952104"/>
              <a:gd name="connsiteY0" fmla="*/ 0 h 1477176"/>
              <a:gd name="connsiteX1" fmla="*/ 2952104 w 2952104"/>
              <a:gd name="connsiteY1" fmla="*/ 1477175 h 1477176"/>
              <a:gd name="connsiteX2" fmla="*/ 2952103 w 2952104"/>
              <a:gd name="connsiteY2" fmla="*/ 1477176 h 1477176"/>
              <a:gd name="connsiteX3" fmla="*/ 1 w 2952104"/>
              <a:gd name="connsiteY3" fmla="*/ 1477176 h 1477176"/>
              <a:gd name="connsiteX4" fmla="*/ 0 w 2952104"/>
              <a:gd name="connsiteY4" fmla="*/ 1477175 h 1477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104" h="1477176">
                <a:moveTo>
                  <a:pt x="1476052" y="0"/>
                </a:moveTo>
                <a:lnTo>
                  <a:pt x="2952104" y="1477175"/>
                </a:lnTo>
                <a:lnTo>
                  <a:pt x="2952103" y="1477176"/>
                </a:lnTo>
                <a:lnTo>
                  <a:pt x="1" y="1477176"/>
                </a:lnTo>
                <a:lnTo>
                  <a:pt x="0" y="1477175"/>
                </a:lnTo>
                <a:close/>
              </a:path>
            </a:pathLst>
          </a:custGeom>
          <a:solidFill>
            <a:schemeClr val="tx1"/>
          </a:solidFill>
        </p:spPr>
        <p:txBody>
          <a:bodyPr wrap="square">
            <a:noAutofit/>
          </a:bodyPr>
          <a:lstStyle>
            <a:lvl1pPr marL="0" indent="0">
              <a:buNone/>
              <a:defRPr/>
            </a:lvl1pPr>
          </a:lstStyle>
          <a:p>
            <a:r>
              <a:rPr lang="en-US" dirty="0"/>
              <a:t> </a:t>
            </a:r>
            <a:endParaRPr lang="ru-RU" dirty="0"/>
          </a:p>
        </p:txBody>
      </p:sp>
    </p:spTree>
    <p:extLst>
      <p:ext uri="{BB962C8B-B14F-4D97-AF65-F5344CB8AC3E}">
        <p14:creationId xmlns:p14="http://schemas.microsoft.com/office/powerpoint/2010/main" val="55422750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0_Титульный слайд">
    <p:bg>
      <p:bgPr>
        <a:solidFill>
          <a:schemeClr val="bg1">
            <a:alpha val="34000"/>
          </a:schemeClr>
        </a:solidFill>
        <a:effectLst/>
      </p:bgPr>
    </p:bg>
    <p:spTree>
      <p:nvGrpSpPr>
        <p:cNvPr id="1" name=""/>
        <p:cNvGrpSpPr/>
        <p:nvPr/>
      </p:nvGrpSpPr>
      <p:grpSpPr>
        <a:xfrm>
          <a:off x="0" y="0"/>
          <a:ext cx="0" cy="0"/>
          <a:chOff x="0" y="0"/>
          <a:chExt cx="0" cy="0"/>
        </a:xfrm>
      </p:grpSpPr>
      <p:sp>
        <p:nvSpPr>
          <p:cNvPr id="15" name="Picture Placeholder 7"/>
          <p:cNvSpPr>
            <a:spLocks noGrp="1"/>
          </p:cNvSpPr>
          <p:nvPr>
            <p:ph type="pic" sz="quarter" idx="10" hasCustomPrompt="1"/>
          </p:nvPr>
        </p:nvSpPr>
        <p:spPr>
          <a:xfrm>
            <a:off x="1" y="0"/>
            <a:ext cx="12199215" cy="6858000"/>
          </a:xfrm>
          <a:prstGeom prst="rect">
            <a:avLst/>
          </a:prstGeom>
          <a:solidFill>
            <a:schemeClr val="bg1">
              <a:lumMod val="75000"/>
            </a:schemeClr>
          </a:soli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342306430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39_Пользовательский макет">
    <p:spTree>
      <p:nvGrpSpPr>
        <p:cNvPr id="1" name=""/>
        <p:cNvGrpSpPr/>
        <p:nvPr/>
      </p:nvGrpSpPr>
      <p:grpSpPr>
        <a:xfrm>
          <a:off x="0" y="0"/>
          <a:ext cx="0" cy="0"/>
          <a:chOff x="0" y="0"/>
          <a:chExt cx="0" cy="0"/>
        </a:xfrm>
      </p:grpSpPr>
      <p:sp>
        <p:nvSpPr>
          <p:cNvPr id="16" name="Рисунок 15"/>
          <p:cNvSpPr>
            <a:spLocks noGrp="1"/>
          </p:cNvSpPr>
          <p:nvPr>
            <p:ph type="pic" sz="quarter" idx="10" hasCustomPrompt="1"/>
          </p:nvPr>
        </p:nvSpPr>
        <p:spPr>
          <a:xfrm>
            <a:off x="1295335" y="2"/>
            <a:ext cx="2734437" cy="4639377"/>
          </a:xfrm>
          <a:custGeom>
            <a:avLst/>
            <a:gdLst>
              <a:gd name="connsiteX0" fmla="*/ 1428100 w 2050828"/>
              <a:gd name="connsiteY0" fmla="*/ 0 h 3479533"/>
              <a:gd name="connsiteX1" fmla="*/ 2050472 w 2050828"/>
              <a:gd name="connsiteY1" fmla="*/ 0 h 3479533"/>
              <a:gd name="connsiteX2" fmla="*/ 2050828 w 2050828"/>
              <a:gd name="connsiteY2" fmla="*/ 3533 h 3479533"/>
              <a:gd name="connsiteX3" fmla="*/ 2050828 w 2050828"/>
              <a:gd name="connsiteY3" fmla="*/ 3167991 h 3479533"/>
              <a:gd name="connsiteX4" fmla="*/ 1739286 w 2050828"/>
              <a:gd name="connsiteY4" fmla="*/ 3479533 h 3479533"/>
              <a:gd name="connsiteX5" fmla="*/ 1427744 w 2050828"/>
              <a:gd name="connsiteY5" fmla="*/ 3167991 h 3479533"/>
              <a:gd name="connsiteX6" fmla="*/ 1427744 w 2050828"/>
              <a:gd name="connsiteY6" fmla="*/ 3533 h 3479533"/>
              <a:gd name="connsiteX7" fmla="*/ 711020 w 2050828"/>
              <a:gd name="connsiteY7" fmla="*/ 0 h 3479533"/>
              <a:gd name="connsiteX8" fmla="*/ 1333392 w 2050828"/>
              <a:gd name="connsiteY8" fmla="*/ 0 h 3479533"/>
              <a:gd name="connsiteX9" fmla="*/ 1333748 w 2050828"/>
              <a:gd name="connsiteY9" fmla="*/ 3533 h 3479533"/>
              <a:gd name="connsiteX10" fmla="*/ 1333748 w 2050828"/>
              <a:gd name="connsiteY10" fmla="*/ 2564758 h 3479533"/>
              <a:gd name="connsiteX11" fmla="*/ 1022206 w 2050828"/>
              <a:gd name="connsiteY11" fmla="*/ 2876300 h 3479533"/>
              <a:gd name="connsiteX12" fmla="*/ 710664 w 2050828"/>
              <a:gd name="connsiteY12" fmla="*/ 2564758 h 3479533"/>
              <a:gd name="connsiteX13" fmla="*/ 710664 w 2050828"/>
              <a:gd name="connsiteY13" fmla="*/ 3533 h 3479533"/>
              <a:gd name="connsiteX14" fmla="*/ 0 w 2050828"/>
              <a:gd name="connsiteY14" fmla="*/ 0 h 3479533"/>
              <a:gd name="connsiteX15" fmla="*/ 616668 w 2050828"/>
              <a:gd name="connsiteY15" fmla="*/ 0 h 3479533"/>
              <a:gd name="connsiteX16" fmla="*/ 616668 w 2050828"/>
              <a:gd name="connsiteY16" fmla="*/ 2146106 h 3479533"/>
              <a:gd name="connsiteX17" fmla="*/ 308334 w 2050828"/>
              <a:gd name="connsiteY17" fmla="*/ 2454440 h 3479533"/>
              <a:gd name="connsiteX18" fmla="*/ 0 w 2050828"/>
              <a:gd name="connsiteY18" fmla="*/ 2146106 h 3479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50828" h="3479533">
                <a:moveTo>
                  <a:pt x="1428100" y="0"/>
                </a:moveTo>
                <a:lnTo>
                  <a:pt x="2050472" y="0"/>
                </a:lnTo>
                <a:lnTo>
                  <a:pt x="2050828" y="3533"/>
                </a:lnTo>
                <a:lnTo>
                  <a:pt x="2050828" y="3167991"/>
                </a:lnTo>
                <a:cubicBezTo>
                  <a:pt x="2050828" y="3340051"/>
                  <a:pt x="1911346" y="3479533"/>
                  <a:pt x="1739286" y="3479533"/>
                </a:cubicBezTo>
                <a:cubicBezTo>
                  <a:pt x="1567226" y="3479533"/>
                  <a:pt x="1427744" y="3340051"/>
                  <a:pt x="1427744" y="3167991"/>
                </a:cubicBezTo>
                <a:lnTo>
                  <a:pt x="1427744" y="3533"/>
                </a:lnTo>
                <a:close/>
                <a:moveTo>
                  <a:pt x="711020" y="0"/>
                </a:moveTo>
                <a:lnTo>
                  <a:pt x="1333392" y="0"/>
                </a:lnTo>
                <a:lnTo>
                  <a:pt x="1333748" y="3533"/>
                </a:lnTo>
                <a:lnTo>
                  <a:pt x="1333748" y="2564758"/>
                </a:lnTo>
                <a:cubicBezTo>
                  <a:pt x="1333748" y="2736818"/>
                  <a:pt x="1194266" y="2876300"/>
                  <a:pt x="1022206" y="2876300"/>
                </a:cubicBezTo>
                <a:cubicBezTo>
                  <a:pt x="850146" y="2876300"/>
                  <a:pt x="710664" y="2736818"/>
                  <a:pt x="710664" y="2564758"/>
                </a:cubicBezTo>
                <a:lnTo>
                  <a:pt x="710664" y="3533"/>
                </a:lnTo>
                <a:close/>
                <a:moveTo>
                  <a:pt x="0" y="0"/>
                </a:moveTo>
                <a:lnTo>
                  <a:pt x="616668" y="0"/>
                </a:lnTo>
                <a:lnTo>
                  <a:pt x="616668" y="2146106"/>
                </a:lnTo>
                <a:cubicBezTo>
                  <a:pt x="616668" y="2316394"/>
                  <a:pt x="478622" y="2454440"/>
                  <a:pt x="308334" y="2454440"/>
                </a:cubicBezTo>
                <a:cubicBezTo>
                  <a:pt x="138046" y="2454440"/>
                  <a:pt x="0" y="2316394"/>
                  <a:pt x="0" y="2146106"/>
                </a:cubicBezTo>
                <a:close/>
              </a:path>
            </a:pathLst>
          </a:custGeom>
          <a:solidFill>
            <a:schemeClr val="tx1">
              <a:lumMod val="95000"/>
              <a:lumOff val="5000"/>
            </a:schemeClr>
          </a:solidFill>
        </p:spPr>
        <p:txBody>
          <a:bodyPr wrap="square">
            <a:noAutofit/>
          </a:bodyPr>
          <a:lstStyle>
            <a:lvl1pPr marL="0" indent="0">
              <a:buNone/>
              <a:defRPr/>
            </a:lvl1pPr>
          </a:lstStyle>
          <a:p>
            <a:r>
              <a:rPr lang="en-US" dirty="0"/>
              <a:t> </a:t>
            </a:r>
            <a:endParaRPr lang="ru-RU" dirty="0"/>
          </a:p>
        </p:txBody>
      </p:sp>
    </p:spTree>
    <p:extLst>
      <p:ext uri="{BB962C8B-B14F-4D97-AF65-F5344CB8AC3E}">
        <p14:creationId xmlns:p14="http://schemas.microsoft.com/office/powerpoint/2010/main" val="6869169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40_Пользовательский макет">
    <p:spTree>
      <p:nvGrpSpPr>
        <p:cNvPr id="1" name=""/>
        <p:cNvGrpSpPr/>
        <p:nvPr/>
      </p:nvGrpSpPr>
      <p:grpSpPr>
        <a:xfrm>
          <a:off x="0" y="0"/>
          <a:ext cx="0" cy="0"/>
          <a:chOff x="0" y="0"/>
          <a:chExt cx="0" cy="0"/>
        </a:xfrm>
      </p:grpSpPr>
      <p:sp>
        <p:nvSpPr>
          <p:cNvPr id="13" name="Рисунок 12"/>
          <p:cNvSpPr>
            <a:spLocks noGrp="1"/>
          </p:cNvSpPr>
          <p:nvPr>
            <p:ph type="pic" sz="quarter" idx="13" hasCustomPrompt="1"/>
          </p:nvPr>
        </p:nvSpPr>
        <p:spPr>
          <a:xfrm rot="1800000">
            <a:off x="643815" y="-1342922"/>
            <a:ext cx="3657208" cy="6398559"/>
          </a:xfrm>
          <a:custGeom>
            <a:avLst/>
            <a:gdLst>
              <a:gd name="connsiteX0" fmla="*/ 705262 w 2742906"/>
              <a:gd name="connsiteY0" fmla="*/ 1176435 h 4798919"/>
              <a:gd name="connsiteX1" fmla="*/ 1327034 w 2742906"/>
              <a:gd name="connsiteY1" fmla="*/ 817455 h 4798919"/>
              <a:gd name="connsiteX2" fmla="*/ 1327034 w 2742906"/>
              <a:gd name="connsiteY2" fmla="*/ 3950811 h 4798919"/>
              <a:gd name="connsiteX3" fmla="*/ 1016148 w 2742906"/>
              <a:gd name="connsiteY3" fmla="*/ 4261697 h 4798919"/>
              <a:gd name="connsiteX4" fmla="*/ 705262 w 2742906"/>
              <a:gd name="connsiteY4" fmla="*/ 3950811 h 4798919"/>
              <a:gd name="connsiteX5" fmla="*/ 0 w 2742906"/>
              <a:gd name="connsiteY5" fmla="*/ 1583618 h 4798919"/>
              <a:gd name="connsiteX6" fmla="*/ 526062 w 2742906"/>
              <a:gd name="connsiteY6" fmla="*/ 1279896 h 4798919"/>
              <a:gd name="connsiteX7" fmla="*/ 530716 w 2742906"/>
              <a:gd name="connsiteY7" fmla="*/ 1283735 h 4798919"/>
              <a:gd name="connsiteX8" fmla="*/ 621772 w 2742906"/>
              <a:gd name="connsiteY8" fmla="*/ 1503565 h 4798919"/>
              <a:gd name="connsiteX9" fmla="*/ 621772 w 2742906"/>
              <a:gd name="connsiteY9" fmla="*/ 4737733 h 4798919"/>
              <a:gd name="connsiteX10" fmla="*/ 615604 w 2742906"/>
              <a:gd name="connsiteY10" fmla="*/ 4798919 h 4798919"/>
              <a:gd name="connsiteX11" fmla="*/ 0 w 2742906"/>
              <a:gd name="connsiteY11" fmla="*/ 3732661 h 4798919"/>
              <a:gd name="connsiteX12" fmla="*/ 1409643 w 2742906"/>
              <a:gd name="connsiteY12" fmla="*/ 769760 h 4798919"/>
              <a:gd name="connsiteX13" fmla="*/ 2031415 w 2742906"/>
              <a:gd name="connsiteY13" fmla="*/ 410780 h 4798919"/>
              <a:gd name="connsiteX14" fmla="*/ 2031415 w 2742906"/>
              <a:gd name="connsiteY14" fmla="*/ 3314442 h 4798919"/>
              <a:gd name="connsiteX15" fmla="*/ 1720529 w 2742906"/>
              <a:gd name="connsiteY15" fmla="*/ 3625328 h 4798919"/>
              <a:gd name="connsiteX16" fmla="*/ 1409643 w 2742906"/>
              <a:gd name="connsiteY16" fmla="*/ 3314442 h 4798919"/>
              <a:gd name="connsiteX17" fmla="*/ 2742906 w 2742906"/>
              <a:gd name="connsiteY17" fmla="*/ 0 h 4798919"/>
              <a:gd name="connsiteX18" fmla="*/ 2742906 w 2742906"/>
              <a:gd name="connsiteY18" fmla="*/ 2451681 h 4798919"/>
              <a:gd name="connsiteX19" fmla="*/ 2432020 w 2742906"/>
              <a:gd name="connsiteY19" fmla="*/ 2762567 h 4798919"/>
              <a:gd name="connsiteX20" fmla="*/ 2121134 w 2742906"/>
              <a:gd name="connsiteY20" fmla="*/ 2451681 h 4798919"/>
              <a:gd name="connsiteX21" fmla="*/ 2121134 w 2742906"/>
              <a:gd name="connsiteY21" fmla="*/ 358981 h 4798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42906" h="4798919">
                <a:moveTo>
                  <a:pt x="705262" y="1176435"/>
                </a:moveTo>
                <a:lnTo>
                  <a:pt x="1327034" y="817455"/>
                </a:lnTo>
                <a:lnTo>
                  <a:pt x="1327034" y="3950811"/>
                </a:lnTo>
                <a:cubicBezTo>
                  <a:pt x="1327034" y="4122509"/>
                  <a:pt x="1187846" y="4261697"/>
                  <a:pt x="1016148" y="4261697"/>
                </a:cubicBezTo>
                <a:cubicBezTo>
                  <a:pt x="844450" y="4261697"/>
                  <a:pt x="705262" y="4122509"/>
                  <a:pt x="705262" y="3950811"/>
                </a:cubicBezTo>
                <a:close/>
                <a:moveTo>
                  <a:pt x="0" y="1583618"/>
                </a:moveTo>
                <a:lnTo>
                  <a:pt x="526062" y="1279896"/>
                </a:lnTo>
                <a:lnTo>
                  <a:pt x="530716" y="1283735"/>
                </a:lnTo>
                <a:cubicBezTo>
                  <a:pt x="586975" y="1339995"/>
                  <a:pt x="621772" y="1417716"/>
                  <a:pt x="621772" y="1503565"/>
                </a:cubicBezTo>
                <a:lnTo>
                  <a:pt x="621772" y="4737733"/>
                </a:lnTo>
                <a:lnTo>
                  <a:pt x="615604" y="4798919"/>
                </a:lnTo>
                <a:lnTo>
                  <a:pt x="0" y="3732661"/>
                </a:lnTo>
                <a:close/>
                <a:moveTo>
                  <a:pt x="1409643" y="769760"/>
                </a:moveTo>
                <a:lnTo>
                  <a:pt x="2031415" y="410780"/>
                </a:lnTo>
                <a:lnTo>
                  <a:pt x="2031415" y="3314442"/>
                </a:lnTo>
                <a:cubicBezTo>
                  <a:pt x="2031415" y="3486140"/>
                  <a:pt x="1892227" y="3625328"/>
                  <a:pt x="1720529" y="3625328"/>
                </a:cubicBezTo>
                <a:cubicBezTo>
                  <a:pt x="1548831" y="3625328"/>
                  <a:pt x="1409643" y="3486140"/>
                  <a:pt x="1409643" y="3314442"/>
                </a:cubicBezTo>
                <a:close/>
                <a:moveTo>
                  <a:pt x="2742906" y="0"/>
                </a:moveTo>
                <a:lnTo>
                  <a:pt x="2742906" y="2451681"/>
                </a:lnTo>
                <a:cubicBezTo>
                  <a:pt x="2742906" y="2623379"/>
                  <a:pt x="2603718" y="2762567"/>
                  <a:pt x="2432020" y="2762567"/>
                </a:cubicBezTo>
                <a:cubicBezTo>
                  <a:pt x="2260322" y="2762567"/>
                  <a:pt x="2121134" y="2623379"/>
                  <a:pt x="2121134" y="2451681"/>
                </a:cubicBezTo>
                <a:lnTo>
                  <a:pt x="2121134" y="358981"/>
                </a:lnTo>
                <a:close/>
              </a:path>
            </a:pathLst>
          </a:custGeom>
          <a:solidFill>
            <a:schemeClr val="tx1">
              <a:lumMod val="95000"/>
              <a:lumOff val="5000"/>
            </a:schemeClr>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241464695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1_Пользовательский макет">
    <p:spTree>
      <p:nvGrpSpPr>
        <p:cNvPr id="1" name=""/>
        <p:cNvGrpSpPr/>
        <p:nvPr/>
      </p:nvGrpSpPr>
      <p:grpSpPr>
        <a:xfrm>
          <a:off x="0" y="0"/>
          <a:ext cx="0" cy="0"/>
          <a:chOff x="0" y="0"/>
          <a:chExt cx="0" cy="0"/>
        </a:xfrm>
      </p:grpSpPr>
      <p:sp>
        <p:nvSpPr>
          <p:cNvPr id="7" name="Рисунок 6"/>
          <p:cNvSpPr>
            <a:spLocks noGrp="1"/>
          </p:cNvSpPr>
          <p:nvPr>
            <p:ph type="pic" sz="quarter" idx="11" hasCustomPrompt="1"/>
          </p:nvPr>
        </p:nvSpPr>
        <p:spPr>
          <a:xfrm>
            <a:off x="1013861" y="0"/>
            <a:ext cx="4953804" cy="6858000"/>
          </a:xfrm>
          <a:custGeom>
            <a:avLst/>
            <a:gdLst>
              <a:gd name="connsiteX0" fmla="*/ 3474531 w 3715353"/>
              <a:gd name="connsiteY0" fmla="*/ 0 h 5143500"/>
              <a:gd name="connsiteX1" fmla="*/ 3715353 w 3715353"/>
              <a:gd name="connsiteY1" fmla="*/ 0 h 5143500"/>
              <a:gd name="connsiteX2" fmla="*/ 2271753 w 3715353"/>
              <a:gd name="connsiteY2" fmla="*/ 5143500 h 5143500"/>
              <a:gd name="connsiteX3" fmla="*/ 2030931 w 3715353"/>
              <a:gd name="connsiteY3" fmla="*/ 5143500 h 5143500"/>
              <a:gd name="connsiteX4" fmla="*/ 1416176 w 3715353"/>
              <a:gd name="connsiteY4" fmla="*/ 0 h 5143500"/>
              <a:gd name="connsiteX5" fmla="*/ 3239269 w 3715353"/>
              <a:gd name="connsiteY5" fmla="*/ 0 h 5143500"/>
              <a:gd name="connsiteX6" fmla="*/ 1823093 w 3715353"/>
              <a:gd name="connsiteY6" fmla="*/ 5143500 h 5143500"/>
              <a:gd name="connsiteX7" fmla="*/ 0 w 3715353"/>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5353" h="5143500">
                <a:moveTo>
                  <a:pt x="3474531" y="0"/>
                </a:moveTo>
                <a:lnTo>
                  <a:pt x="3715353" y="0"/>
                </a:lnTo>
                <a:lnTo>
                  <a:pt x="2271753" y="5143500"/>
                </a:lnTo>
                <a:lnTo>
                  <a:pt x="2030931" y="5143500"/>
                </a:lnTo>
                <a:close/>
                <a:moveTo>
                  <a:pt x="1416176" y="0"/>
                </a:moveTo>
                <a:lnTo>
                  <a:pt x="3239269" y="0"/>
                </a:lnTo>
                <a:lnTo>
                  <a:pt x="1823093" y="5143500"/>
                </a:lnTo>
                <a:lnTo>
                  <a:pt x="0" y="5143500"/>
                </a:lnTo>
                <a:close/>
              </a:path>
            </a:pathLst>
          </a:custGeom>
          <a:solidFill>
            <a:schemeClr val="tx1">
              <a:lumMod val="95000"/>
              <a:lumOff val="5000"/>
            </a:schemeClr>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283301659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42_Пользовательский макет">
    <p:spTree>
      <p:nvGrpSpPr>
        <p:cNvPr id="1" name=""/>
        <p:cNvGrpSpPr/>
        <p:nvPr/>
      </p:nvGrpSpPr>
      <p:grpSpPr>
        <a:xfrm>
          <a:off x="0" y="0"/>
          <a:ext cx="0" cy="0"/>
          <a:chOff x="0" y="0"/>
          <a:chExt cx="0" cy="0"/>
        </a:xfrm>
      </p:grpSpPr>
      <p:sp>
        <p:nvSpPr>
          <p:cNvPr id="13" name="Рисунок 12"/>
          <p:cNvSpPr>
            <a:spLocks noGrp="1"/>
          </p:cNvSpPr>
          <p:nvPr>
            <p:ph type="pic" sz="quarter" idx="17" hasCustomPrompt="1"/>
          </p:nvPr>
        </p:nvSpPr>
        <p:spPr>
          <a:xfrm>
            <a:off x="935987" y="1137718"/>
            <a:ext cx="4623285" cy="5087085"/>
          </a:xfrm>
          <a:custGeom>
            <a:avLst/>
            <a:gdLst>
              <a:gd name="connsiteX0" fmla="*/ 125564 w 3467464"/>
              <a:gd name="connsiteY0" fmla="*/ 3079383 h 3815314"/>
              <a:gd name="connsiteX1" fmla="*/ 251128 w 3467464"/>
              <a:gd name="connsiteY1" fmla="*/ 3204862 h 3815314"/>
              <a:gd name="connsiteX2" fmla="*/ 125564 w 3467464"/>
              <a:gd name="connsiteY2" fmla="*/ 3330341 h 3815314"/>
              <a:gd name="connsiteX3" fmla="*/ 0 w 3467464"/>
              <a:gd name="connsiteY3" fmla="*/ 3204862 h 3815314"/>
              <a:gd name="connsiteX4" fmla="*/ 125564 w 3467464"/>
              <a:gd name="connsiteY4" fmla="*/ 3079383 h 3815314"/>
              <a:gd name="connsiteX5" fmla="*/ 1558907 w 3467464"/>
              <a:gd name="connsiteY5" fmla="*/ 2845368 h 3815314"/>
              <a:gd name="connsiteX6" fmla="*/ 2044208 w 3467464"/>
              <a:gd name="connsiteY6" fmla="*/ 3330341 h 3815314"/>
              <a:gd name="connsiteX7" fmla="*/ 1558907 w 3467464"/>
              <a:gd name="connsiteY7" fmla="*/ 3815314 h 3815314"/>
              <a:gd name="connsiteX8" fmla="*/ 1073606 w 3467464"/>
              <a:gd name="connsiteY8" fmla="*/ 3330341 h 3815314"/>
              <a:gd name="connsiteX9" fmla="*/ 1558907 w 3467464"/>
              <a:gd name="connsiteY9" fmla="*/ 2845368 h 3815314"/>
              <a:gd name="connsiteX10" fmla="*/ 582873 w 3467464"/>
              <a:gd name="connsiteY10" fmla="*/ 2507200 h 3815314"/>
              <a:gd name="connsiteX11" fmla="*/ 736987 w 3467464"/>
              <a:gd name="connsiteY11" fmla="*/ 2661210 h 3815314"/>
              <a:gd name="connsiteX12" fmla="*/ 582873 w 3467464"/>
              <a:gd name="connsiteY12" fmla="*/ 2815220 h 3815314"/>
              <a:gd name="connsiteX13" fmla="*/ 428759 w 3467464"/>
              <a:gd name="connsiteY13" fmla="*/ 2661210 h 3815314"/>
              <a:gd name="connsiteX14" fmla="*/ 582873 w 3467464"/>
              <a:gd name="connsiteY14" fmla="*/ 2507200 h 3815314"/>
              <a:gd name="connsiteX15" fmla="*/ 2207847 w 3467464"/>
              <a:gd name="connsiteY15" fmla="*/ 2438752 h 3815314"/>
              <a:gd name="connsiteX16" fmla="*/ 2371487 w 3467464"/>
              <a:gd name="connsiteY16" fmla="*/ 2602281 h 3815314"/>
              <a:gd name="connsiteX17" fmla="*/ 2207847 w 3467464"/>
              <a:gd name="connsiteY17" fmla="*/ 2765810 h 3815314"/>
              <a:gd name="connsiteX18" fmla="*/ 2044207 w 3467464"/>
              <a:gd name="connsiteY18" fmla="*/ 2602281 h 3815314"/>
              <a:gd name="connsiteX19" fmla="*/ 2207847 w 3467464"/>
              <a:gd name="connsiteY19" fmla="*/ 2438752 h 3815314"/>
              <a:gd name="connsiteX20" fmla="*/ 3055064 w 3467464"/>
              <a:gd name="connsiteY20" fmla="*/ 2040707 h 3815314"/>
              <a:gd name="connsiteX21" fmla="*/ 3369701 w 3467464"/>
              <a:gd name="connsiteY21" fmla="*/ 2355132 h 3815314"/>
              <a:gd name="connsiteX22" fmla="*/ 3055064 w 3467464"/>
              <a:gd name="connsiteY22" fmla="*/ 2669557 h 3815314"/>
              <a:gd name="connsiteX23" fmla="*/ 2740427 w 3467464"/>
              <a:gd name="connsiteY23" fmla="*/ 2355132 h 3815314"/>
              <a:gd name="connsiteX24" fmla="*/ 3055064 w 3467464"/>
              <a:gd name="connsiteY24" fmla="*/ 2040707 h 3815314"/>
              <a:gd name="connsiteX25" fmla="*/ 187455 w 3467464"/>
              <a:gd name="connsiteY25" fmla="*/ 2040707 h 3815314"/>
              <a:gd name="connsiteX26" fmla="*/ 312822 w 3467464"/>
              <a:gd name="connsiteY26" fmla="*/ 2165990 h 3815314"/>
              <a:gd name="connsiteX27" fmla="*/ 187455 w 3467464"/>
              <a:gd name="connsiteY27" fmla="*/ 2291273 h 3815314"/>
              <a:gd name="connsiteX28" fmla="*/ 62088 w 3467464"/>
              <a:gd name="connsiteY28" fmla="*/ 2165990 h 3815314"/>
              <a:gd name="connsiteX29" fmla="*/ 187455 w 3467464"/>
              <a:gd name="connsiteY29" fmla="*/ 2040707 h 3815314"/>
              <a:gd name="connsiteX30" fmla="*/ 3222657 w 3467464"/>
              <a:gd name="connsiteY30" fmla="*/ 239179 h 3815314"/>
              <a:gd name="connsiteX31" fmla="*/ 3467464 w 3467464"/>
              <a:gd name="connsiteY31" fmla="*/ 483821 h 3815314"/>
              <a:gd name="connsiteX32" fmla="*/ 3222657 w 3467464"/>
              <a:gd name="connsiteY32" fmla="*/ 728463 h 3815314"/>
              <a:gd name="connsiteX33" fmla="*/ 2977850 w 3467464"/>
              <a:gd name="connsiteY33" fmla="*/ 483821 h 3815314"/>
              <a:gd name="connsiteX34" fmla="*/ 3222657 w 3467464"/>
              <a:gd name="connsiteY34" fmla="*/ 239179 h 3815314"/>
              <a:gd name="connsiteX35" fmla="*/ 1364926 w 3467464"/>
              <a:gd name="connsiteY35" fmla="*/ 0 h 3815314"/>
              <a:gd name="connsiteX36" fmla="*/ 2604288 w 3467464"/>
              <a:gd name="connsiteY36" fmla="*/ 1238526 h 3815314"/>
              <a:gd name="connsiteX37" fmla="*/ 1364926 w 3467464"/>
              <a:gd name="connsiteY37" fmla="*/ 2477052 h 3815314"/>
              <a:gd name="connsiteX38" fmla="*/ 125564 w 3467464"/>
              <a:gd name="connsiteY38" fmla="*/ 1238526 h 3815314"/>
              <a:gd name="connsiteX39" fmla="*/ 1364926 w 3467464"/>
              <a:gd name="connsiteY39" fmla="*/ 0 h 381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467464" h="3815314">
                <a:moveTo>
                  <a:pt x="125564" y="3079383"/>
                </a:moveTo>
                <a:cubicBezTo>
                  <a:pt x="194911" y="3079383"/>
                  <a:pt x="251128" y="3135562"/>
                  <a:pt x="251128" y="3204862"/>
                </a:cubicBezTo>
                <a:cubicBezTo>
                  <a:pt x="251128" y="3274162"/>
                  <a:pt x="194911" y="3330341"/>
                  <a:pt x="125564" y="3330341"/>
                </a:cubicBezTo>
                <a:cubicBezTo>
                  <a:pt x="56217" y="3330341"/>
                  <a:pt x="0" y="3274162"/>
                  <a:pt x="0" y="3204862"/>
                </a:cubicBezTo>
                <a:cubicBezTo>
                  <a:pt x="0" y="3135562"/>
                  <a:pt x="56217" y="3079383"/>
                  <a:pt x="125564" y="3079383"/>
                </a:cubicBezTo>
                <a:close/>
                <a:moveTo>
                  <a:pt x="1558907" y="2845368"/>
                </a:moveTo>
                <a:cubicBezTo>
                  <a:pt x="1826931" y="2845368"/>
                  <a:pt x="2044208" y="3062498"/>
                  <a:pt x="2044208" y="3330341"/>
                </a:cubicBezTo>
                <a:cubicBezTo>
                  <a:pt x="2044208" y="3598184"/>
                  <a:pt x="1826931" y="3815314"/>
                  <a:pt x="1558907" y="3815314"/>
                </a:cubicBezTo>
                <a:cubicBezTo>
                  <a:pt x="1290883" y="3815314"/>
                  <a:pt x="1073606" y="3598184"/>
                  <a:pt x="1073606" y="3330341"/>
                </a:cubicBezTo>
                <a:cubicBezTo>
                  <a:pt x="1073606" y="3062498"/>
                  <a:pt x="1290883" y="2845368"/>
                  <a:pt x="1558907" y="2845368"/>
                </a:cubicBezTo>
                <a:close/>
                <a:moveTo>
                  <a:pt x="582873" y="2507200"/>
                </a:moveTo>
                <a:cubicBezTo>
                  <a:pt x="667988" y="2507200"/>
                  <a:pt x="736987" y="2576153"/>
                  <a:pt x="736987" y="2661210"/>
                </a:cubicBezTo>
                <a:cubicBezTo>
                  <a:pt x="736987" y="2746267"/>
                  <a:pt x="667988" y="2815220"/>
                  <a:pt x="582873" y="2815220"/>
                </a:cubicBezTo>
                <a:cubicBezTo>
                  <a:pt x="497758" y="2815220"/>
                  <a:pt x="428759" y="2746267"/>
                  <a:pt x="428759" y="2661210"/>
                </a:cubicBezTo>
                <a:cubicBezTo>
                  <a:pt x="428759" y="2576153"/>
                  <a:pt x="497758" y="2507200"/>
                  <a:pt x="582873" y="2507200"/>
                </a:cubicBezTo>
                <a:close/>
                <a:moveTo>
                  <a:pt x="2207847" y="2438752"/>
                </a:moveTo>
                <a:cubicBezTo>
                  <a:pt x="2298223" y="2438752"/>
                  <a:pt x="2371487" y="2511966"/>
                  <a:pt x="2371487" y="2602281"/>
                </a:cubicBezTo>
                <a:cubicBezTo>
                  <a:pt x="2371487" y="2692596"/>
                  <a:pt x="2298223" y="2765810"/>
                  <a:pt x="2207847" y="2765810"/>
                </a:cubicBezTo>
                <a:cubicBezTo>
                  <a:pt x="2117471" y="2765810"/>
                  <a:pt x="2044207" y="2692596"/>
                  <a:pt x="2044207" y="2602281"/>
                </a:cubicBezTo>
                <a:cubicBezTo>
                  <a:pt x="2044207" y="2511966"/>
                  <a:pt x="2117471" y="2438752"/>
                  <a:pt x="2207847" y="2438752"/>
                </a:cubicBezTo>
                <a:close/>
                <a:moveTo>
                  <a:pt x="3055064" y="2040707"/>
                </a:moveTo>
                <a:cubicBezTo>
                  <a:pt x="3228833" y="2040707"/>
                  <a:pt x="3369701" y="2181480"/>
                  <a:pt x="3369701" y="2355132"/>
                </a:cubicBezTo>
                <a:cubicBezTo>
                  <a:pt x="3369701" y="2528784"/>
                  <a:pt x="3228833" y="2669557"/>
                  <a:pt x="3055064" y="2669557"/>
                </a:cubicBezTo>
                <a:cubicBezTo>
                  <a:pt x="2881295" y="2669557"/>
                  <a:pt x="2740427" y="2528784"/>
                  <a:pt x="2740427" y="2355132"/>
                </a:cubicBezTo>
                <a:cubicBezTo>
                  <a:pt x="2740427" y="2181480"/>
                  <a:pt x="2881295" y="2040707"/>
                  <a:pt x="3055064" y="2040707"/>
                </a:cubicBezTo>
                <a:close/>
                <a:moveTo>
                  <a:pt x="187455" y="2040707"/>
                </a:moveTo>
                <a:cubicBezTo>
                  <a:pt x="256693" y="2040707"/>
                  <a:pt x="312822" y="2096798"/>
                  <a:pt x="312822" y="2165990"/>
                </a:cubicBezTo>
                <a:cubicBezTo>
                  <a:pt x="312822" y="2235182"/>
                  <a:pt x="256693" y="2291273"/>
                  <a:pt x="187455" y="2291273"/>
                </a:cubicBezTo>
                <a:cubicBezTo>
                  <a:pt x="118217" y="2291273"/>
                  <a:pt x="62088" y="2235182"/>
                  <a:pt x="62088" y="2165990"/>
                </a:cubicBezTo>
                <a:cubicBezTo>
                  <a:pt x="62088" y="2096798"/>
                  <a:pt x="118217" y="2040707"/>
                  <a:pt x="187455" y="2040707"/>
                </a:cubicBezTo>
                <a:close/>
                <a:moveTo>
                  <a:pt x="3222657" y="239179"/>
                </a:moveTo>
                <a:cubicBezTo>
                  <a:pt x="3357860" y="239179"/>
                  <a:pt x="3467464" y="348709"/>
                  <a:pt x="3467464" y="483821"/>
                </a:cubicBezTo>
                <a:cubicBezTo>
                  <a:pt x="3467464" y="618933"/>
                  <a:pt x="3357860" y="728463"/>
                  <a:pt x="3222657" y="728463"/>
                </a:cubicBezTo>
                <a:cubicBezTo>
                  <a:pt x="3087454" y="728463"/>
                  <a:pt x="2977850" y="618933"/>
                  <a:pt x="2977850" y="483821"/>
                </a:cubicBezTo>
                <a:cubicBezTo>
                  <a:pt x="2977850" y="348709"/>
                  <a:pt x="3087454" y="239179"/>
                  <a:pt x="3222657" y="239179"/>
                </a:cubicBezTo>
                <a:close/>
                <a:moveTo>
                  <a:pt x="1364926" y="0"/>
                </a:moveTo>
                <a:cubicBezTo>
                  <a:pt x="2049407" y="0"/>
                  <a:pt x="2604288" y="554507"/>
                  <a:pt x="2604288" y="1238526"/>
                </a:cubicBezTo>
                <a:cubicBezTo>
                  <a:pt x="2604288" y="1922545"/>
                  <a:pt x="2049407" y="2477052"/>
                  <a:pt x="1364926" y="2477052"/>
                </a:cubicBezTo>
                <a:cubicBezTo>
                  <a:pt x="680445" y="2477052"/>
                  <a:pt x="125564" y="1922545"/>
                  <a:pt x="125564" y="1238526"/>
                </a:cubicBezTo>
                <a:cubicBezTo>
                  <a:pt x="125564" y="554507"/>
                  <a:pt x="680445" y="0"/>
                  <a:pt x="1364926" y="0"/>
                </a:cubicBezTo>
                <a:close/>
              </a:path>
            </a:pathLst>
          </a:custGeom>
          <a:solidFill>
            <a:schemeClr val="tx1">
              <a:lumMod val="95000"/>
              <a:lumOff val="5000"/>
            </a:schemeClr>
          </a:solidFill>
          <a:effectLst>
            <a:outerShdw blurRad="114300" dist="38100" dir="5400000" algn="l" rotWithShape="0">
              <a:prstClr val="black">
                <a:alpha val="18000"/>
              </a:prstClr>
            </a:outerShdw>
          </a:effectLst>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114035143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43_Пользовательский макет">
    <p:spTree>
      <p:nvGrpSpPr>
        <p:cNvPr id="1" name=""/>
        <p:cNvGrpSpPr/>
        <p:nvPr/>
      </p:nvGrpSpPr>
      <p:grpSpPr>
        <a:xfrm>
          <a:off x="0" y="0"/>
          <a:ext cx="0" cy="0"/>
          <a:chOff x="0" y="0"/>
          <a:chExt cx="0" cy="0"/>
        </a:xfrm>
      </p:grpSpPr>
      <p:sp>
        <p:nvSpPr>
          <p:cNvPr id="13" name="Рисунок 12"/>
          <p:cNvSpPr>
            <a:spLocks noGrp="1"/>
          </p:cNvSpPr>
          <p:nvPr>
            <p:ph type="pic" sz="quarter" idx="15" hasCustomPrompt="1"/>
          </p:nvPr>
        </p:nvSpPr>
        <p:spPr>
          <a:xfrm>
            <a:off x="783167" y="685801"/>
            <a:ext cx="3964160" cy="5650399"/>
          </a:xfrm>
          <a:custGeom>
            <a:avLst/>
            <a:gdLst>
              <a:gd name="connsiteX0" fmla="*/ 2437431 w 2973120"/>
              <a:gd name="connsiteY0" fmla="*/ 3181033 h 4237799"/>
              <a:gd name="connsiteX1" fmla="*/ 2822687 w 2973120"/>
              <a:gd name="connsiteY1" fmla="*/ 3181033 h 4237799"/>
              <a:gd name="connsiteX2" fmla="*/ 2822687 w 2973120"/>
              <a:gd name="connsiteY2" fmla="*/ 3566762 h 4237799"/>
              <a:gd name="connsiteX3" fmla="*/ 2437431 w 2973120"/>
              <a:gd name="connsiteY3" fmla="*/ 3566762 h 4237799"/>
              <a:gd name="connsiteX4" fmla="*/ 877503 w 2973120"/>
              <a:gd name="connsiteY4" fmla="*/ 3165106 h 4237799"/>
              <a:gd name="connsiteX5" fmla="*/ 1948882 w 2973120"/>
              <a:gd name="connsiteY5" fmla="*/ 3165106 h 4237799"/>
              <a:gd name="connsiteX6" fmla="*/ 1948882 w 2973120"/>
              <a:gd name="connsiteY6" fmla="*/ 4237799 h 4237799"/>
              <a:gd name="connsiteX7" fmla="*/ 877503 w 2973120"/>
              <a:gd name="connsiteY7" fmla="*/ 4237799 h 4237799"/>
              <a:gd name="connsiteX8" fmla="*/ 1562501 w 2973120"/>
              <a:gd name="connsiteY8" fmla="*/ 2391877 h 4237799"/>
              <a:gd name="connsiteX9" fmla="*/ 2089318 w 2973120"/>
              <a:gd name="connsiteY9" fmla="*/ 2391877 h 4237799"/>
              <a:gd name="connsiteX10" fmla="*/ 2089318 w 2973120"/>
              <a:gd name="connsiteY10" fmla="*/ 2919340 h 4237799"/>
              <a:gd name="connsiteX11" fmla="*/ 1562501 w 2973120"/>
              <a:gd name="connsiteY11" fmla="*/ 2919340 h 4237799"/>
              <a:gd name="connsiteX12" fmla="*/ 0 w 2973120"/>
              <a:gd name="connsiteY12" fmla="*/ 1681211 h 4237799"/>
              <a:gd name="connsiteX13" fmla="*/ 1236612 w 2973120"/>
              <a:gd name="connsiteY13" fmla="*/ 1681211 h 4237799"/>
              <a:gd name="connsiteX14" fmla="*/ 1236612 w 2973120"/>
              <a:gd name="connsiteY14" fmla="*/ 2919340 h 4237799"/>
              <a:gd name="connsiteX15" fmla="*/ 0 w 2973120"/>
              <a:gd name="connsiteY15" fmla="*/ 2919340 h 4237799"/>
              <a:gd name="connsiteX16" fmla="*/ 1596190 w 2973120"/>
              <a:gd name="connsiteY16" fmla="*/ 691413 h 4237799"/>
              <a:gd name="connsiteX17" fmla="*/ 2973120 w 2973120"/>
              <a:gd name="connsiteY17" fmla="*/ 691413 h 4237799"/>
              <a:gd name="connsiteX18" fmla="*/ 2973120 w 2973120"/>
              <a:gd name="connsiteY18" fmla="*/ 2070032 h 4237799"/>
              <a:gd name="connsiteX19" fmla="*/ 1596190 w 2973120"/>
              <a:gd name="connsiteY19" fmla="*/ 2070032 h 4237799"/>
              <a:gd name="connsiteX20" fmla="*/ 0 w 2973120"/>
              <a:gd name="connsiteY20" fmla="*/ 0 h 4237799"/>
              <a:gd name="connsiteX21" fmla="*/ 1293813 w 2973120"/>
              <a:gd name="connsiteY21" fmla="*/ 0 h 4237799"/>
              <a:gd name="connsiteX22" fmla="*/ 1293813 w 2973120"/>
              <a:gd name="connsiteY22" fmla="*/ 1295400 h 4237799"/>
              <a:gd name="connsiteX23" fmla="*/ 0 w 2973120"/>
              <a:gd name="connsiteY23" fmla="*/ 1295400 h 423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73120" h="4237799">
                <a:moveTo>
                  <a:pt x="2437431" y="3181033"/>
                </a:moveTo>
                <a:lnTo>
                  <a:pt x="2822687" y="3181033"/>
                </a:lnTo>
                <a:lnTo>
                  <a:pt x="2822687" y="3566762"/>
                </a:lnTo>
                <a:lnTo>
                  <a:pt x="2437431" y="3566762"/>
                </a:lnTo>
                <a:close/>
                <a:moveTo>
                  <a:pt x="877503" y="3165106"/>
                </a:moveTo>
                <a:lnTo>
                  <a:pt x="1948882" y="3165106"/>
                </a:lnTo>
                <a:lnTo>
                  <a:pt x="1948882" y="4237799"/>
                </a:lnTo>
                <a:lnTo>
                  <a:pt x="877503" y="4237799"/>
                </a:lnTo>
                <a:close/>
                <a:moveTo>
                  <a:pt x="1562501" y="2391877"/>
                </a:moveTo>
                <a:lnTo>
                  <a:pt x="2089318" y="2391877"/>
                </a:lnTo>
                <a:lnTo>
                  <a:pt x="2089318" y="2919340"/>
                </a:lnTo>
                <a:lnTo>
                  <a:pt x="1562501" y="2919340"/>
                </a:lnTo>
                <a:close/>
                <a:moveTo>
                  <a:pt x="0" y="1681211"/>
                </a:moveTo>
                <a:lnTo>
                  <a:pt x="1236612" y="1681211"/>
                </a:lnTo>
                <a:lnTo>
                  <a:pt x="1236612" y="2919340"/>
                </a:lnTo>
                <a:lnTo>
                  <a:pt x="0" y="2919340"/>
                </a:lnTo>
                <a:close/>
                <a:moveTo>
                  <a:pt x="1596190" y="691413"/>
                </a:moveTo>
                <a:lnTo>
                  <a:pt x="2973120" y="691413"/>
                </a:lnTo>
                <a:lnTo>
                  <a:pt x="2973120" y="2070032"/>
                </a:lnTo>
                <a:lnTo>
                  <a:pt x="1596190" y="2070032"/>
                </a:lnTo>
                <a:close/>
                <a:moveTo>
                  <a:pt x="0" y="0"/>
                </a:moveTo>
                <a:lnTo>
                  <a:pt x="1293813" y="0"/>
                </a:lnTo>
                <a:lnTo>
                  <a:pt x="1293813" y="1295400"/>
                </a:lnTo>
                <a:lnTo>
                  <a:pt x="0" y="1295400"/>
                </a:lnTo>
                <a:close/>
              </a:path>
            </a:pathLst>
          </a:custGeom>
          <a:solidFill>
            <a:schemeClr val="tx1">
              <a:lumMod val="95000"/>
              <a:lumOff val="5000"/>
            </a:schemeClr>
          </a:solidFill>
          <a:effectLst>
            <a:outerShdw blurRad="76200" dist="38100" dir="4200000" algn="l" rotWithShape="0">
              <a:prstClr val="black">
                <a:alpha val="0"/>
              </a:prstClr>
            </a:outerShdw>
          </a:effectLst>
        </p:spPr>
        <p:txBody>
          <a:bodyPr wrap="square">
            <a:noAutofit/>
          </a:bodyPr>
          <a:lstStyle>
            <a:lvl1pPr marL="0" indent="0">
              <a:buNone/>
              <a:defRPr/>
            </a:lvl1pPr>
          </a:lstStyle>
          <a:p>
            <a:r>
              <a:rPr lang="en-US" dirty="0"/>
              <a:t> </a:t>
            </a:r>
            <a:endParaRPr lang="ru-RU" dirty="0"/>
          </a:p>
        </p:txBody>
      </p:sp>
    </p:spTree>
    <p:extLst>
      <p:ext uri="{BB962C8B-B14F-4D97-AF65-F5344CB8AC3E}">
        <p14:creationId xmlns:p14="http://schemas.microsoft.com/office/powerpoint/2010/main" val="226874819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44_Пользовательский макет">
    <p:spTree>
      <p:nvGrpSpPr>
        <p:cNvPr id="1" name=""/>
        <p:cNvGrpSpPr/>
        <p:nvPr/>
      </p:nvGrpSpPr>
      <p:grpSpPr>
        <a:xfrm>
          <a:off x="0" y="0"/>
          <a:ext cx="0" cy="0"/>
          <a:chOff x="0" y="0"/>
          <a:chExt cx="0" cy="0"/>
        </a:xfrm>
      </p:grpSpPr>
      <p:sp>
        <p:nvSpPr>
          <p:cNvPr id="9" name="Рисунок 8"/>
          <p:cNvSpPr>
            <a:spLocks noGrp="1"/>
          </p:cNvSpPr>
          <p:nvPr>
            <p:ph type="pic" sz="quarter" idx="10" hasCustomPrompt="1"/>
          </p:nvPr>
        </p:nvSpPr>
        <p:spPr>
          <a:xfrm>
            <a:off x="2" y="1227675"/>
            <a:ext cx="5297988" cy="5630327"/>
          </a:xfrm>
          <a:custGeom>
            <a:avLst/>
            <a:gdLst>
              <a:gd name="connsiteX0" fmla="*/ 2386032 w 3973491"/>
              <a:gd name="connsiteY0" fmla="*/ 3118708 h 4222745"/>
              <a:gd name="connsiteX1" fmla="*/ 2671578 w 3973491"/>
              <a:gd name="connsiteY1" fmla="*/ 3323893 h 4222745"/>
              <a:gd name="connsiteX2" fmla="*/ 2481807 w 3973491"/>
              <a:gd name="connsiteY2" fmla="*/ 3198075 h 4222745"/>
              <a:gd name="connsiteX3" fmla="*/ 2075096 w 3973491"/>
              <a:gd name="connsiteY3" fmla="*/ 2884458 h 4222745"/>
              <a:gd name="connsiteX4" fmla="*/ 2372305 w 3973491"/>
              <a:gd name="connsiteY4" fmla="*/ 3107333 h 4222745"/>
              <a:gd name="connsiteX5" fmla="*/ 2386032 w 3973491"/>
              <a:gd name="connsiteY5" fmla="*/ 3118708 h 4222745"/>
              <a:gd name="connsiteX6" fmla="*/ 2066264 w 3973491"/>
              <a:gd name="connsiteY6" fmla="*/ 2888933 h 4222745"/>
              <a:gd name="connsiteX7" fmla="*/ 2075096 w 3973491"/>
              <a:gd name="connsiteY7" fmla="*/ 2884458 h 4222745"/>
              <a:gd name="connsiteX8" fmla="*/ 3298798 w 3973491"/>
              <a:gd name="connsiteY8" fmla="*/ 787726 h 4222745"/>
              <a:gd name="connsiteX9" fmla="*/ 3279079 w 3973491"/>
              <a:gd name="connsiteY9" fmla="*/ 806746 h 4222745"/>
              <a:gd name="connsiteX10" fmla="*/ 3010051 w 3973491"/>
              <a:gd name="connsiteY10" fmla="*/ 1043420 h 4222745"/>
              <a:gd name="connsiteX11" fmla="*/ 3538140 w 3973491"/>
              <a:gd name="connsiteY11" fmla="*/ 569490 h 4222745"/>
              <a:gd name="connsiteX12" fmla="*/ 3544007 w 3973491"/>
              <a:gd name="connsiteY12" fmla="*/ 570586 h 4222745"/>
              <a:gd name="connsiteX13" fmla="*/ 3298798 w 3973491"/>
              <a:gd name="connsiteY13" fmla="*/ 787726 h 4222745"/>
              <a:gd name="connsiteX14" fmla="*/ 3376581 w 3973491"/>
              <a:gd name="connsiteY14" fmla="*/ 712700 h 4222745"/>
              <a:gd name="connsiteX15" fmla="*/ 3538140 w 3973491"/>
              <a:gd name="connsiteY15" fmla="*/ 569490 h 4222745"/>
              <a:gd name="connsiteX16" fmla="*/ 949323 w 3973491"/>
              <a:gd name="connsiteY16" fmla="*/ 26 h 4222745"/>
              <a:gd name="connsiteX17" fmla="*/ 1143413 w 3973491"/>
              <a:gd name="connsiteY17" fmla="*/ 16639 h 4222745"/>
              <a:gd name="connsiteX18" fmla="*/ 1250955 w 3973491"/>
              <a:gd name="connsiteY18" fmla="*/ 43791 h 4222745"/>
              <a:gd name="connsiteX19" fmla="*/ 1250521 w 3973491"/>
              <a:gd name="connsiteY19" fmla="*/ 42610 h 4222745"/>
              <a:gd name="connsiteX20" fmla="*/ 1251564 w 3973491"/>
              <a:gd name="connsiteY20" fmla="*/ 43945 h 4222745"/>
              <a:gd name="connsiteX21" fmla="*/ 1308164 w 3973491"/>
              <a:gd name="connsiteY21" fmla="*/ 58235 h 4222745"/>
              <a:gd name="connsiteX22" fmla="*/ 1597014 w 3973491"/>
              <a:gd name="connsiteY22" fmla="*/ 149265 h 4222745"/>
              <a:gd name="connsiteX23" fmla="*/ 2090962 w 3973491"/>
              <a:gd name="connsiteY23" fmla="*/ 250916 h 4222745"/>
              <a:gd name="connsiteX24" fmla="*/ 2111578 w 3973491"/>
              <a:gd name="connsiteY24" fmla="*/ 257381 h 4222745"/>
              <a:gd name="connsiteX25" fmla="*/ 2101035 w 3973491"/>
              <a:gd name="connsiteY25" fmla="*/ 250940 h 4222745"/>
              <a:gd name="connsiteX26" fmla="*/ 2094972 w 3973491"/>
              <a:gd name="connsiteY26" fmla="*/ 240908 h 4222745"/>
              <a:gd name="connsiteX27" fmla="*/ 2215443 w 3973491"/>
              <a:gd name="connsiteY27" fmla="*/ 289955 h 4222745"/>
              <a:gd name="connsiteX28" fmla="*/ 2223165 w 3973491"/>
              <a:gd name="connsiteY28" fmla="*/ 292377 h 4222745"/>
              <a:gd name="connsiteX29" fmla="*/ 2559027 w 3973491"/>
              <a:gd name="connsiteY29" fmla="*/ 400056 h 4222745"/>
              <a:gd name="connsiteX30" fmla="*/ 2608931 w 3973491"/>
              <a:gd name="connsiteY30" fmla="*/ 440940 h 4222745"/>
              <a:gd name="connsiteX31" fmla="*/ 2669873 w 3973491"/>
              <a:gd name="connsiteY31" fmla="*/ 462665 h 4222745"/>
              <a:gd name="connsiteX32" fmla="*/ 2843275 w 3973491"/>
              <a:gd name="connsiteY32" fmla="*/ 545566 h 4222745"/>
              <a:gd name="connsiteX33" fmla="*/ 2631295 w 3973491"/>
              <a:gd name="connsiteY33" fmla="*/ 459262 h 4222745"/>
              <a:gd name="connsiteX34" fmla="*/ 2637857 w 3973491"/>
              <a:gd name="connsiteY34" fmla="*/ 464638 h 4222745"/>
              <a:gd name="connsiteX35" fmla="*/ 2781304 w 3973491"/>
              <a:gd name="connsiteY35" fmla="*/ 733463 h 4222745"/>
              <a:gd name="connsiteX36" fmla="*/ 2857127 w 3973491"/>
              <a:gd name="connsiteY36" fmla="*/ 1483678 h 4222745"/>
              <a:gd name="connsiteX37" fmla="*/ 3092618 w 3973491"/>
              <a:gd name="connsiteY37" fmla="*/ 1063044 h 4222745"/>
              <a:gd name="connsiteX38" fmla="*/ 3833267 w 3973491"/>
              <a:gd name="connsiteY38" fmla="*/ 1767634 h 4222745"/>
              <a:gd name="connsiteX39" fmla="*/ 3910731 w 3973491"/>
              <a:gd name="connsiteY39" fmla="*/ 2504112 h 4222745"/>
              <a:gd name="connsiteX40" fmla="*/ 3060630 w 3973491"/>
              <a:gd name="connsiteY40" fmla="*/ 3062702 h 4222745"/>
              <a:gd name="connsiteX41" fmla="*/ 2663832 w 3973491"/>
              <a:gd name="connsiteY41" fmla="*/ 2990879 h 4222745"/>
              <a:gd name="connsiteX42" fmla="*/ 1868959 w 3973491"/>
              <a:gd name="connsiteY42" fmla="*/ 2456426 h 4222745"/>
              <a:gd name="connsiteX43" fmla="*/ 1812911 w 3973491"/>
              <a:gd name="connsiteY43" fmla="*/ 3298775 h 4222745"/>
              <a:gd name="connsiteX44" fmla="*/ 2311415 w 3973491"/>
              <a:gd name="connsiteY44" fmla="*/ 3762386 h 4222745"/>
              <a:gd name="connsiteX45" fmla="*/ 2495936 w 3973491"/>
              <a:gd name="connsiteY45" fmla="*/ 4156295 h 4222745"/>
              <a:gd name="connsiteX46" fmla="*/ 2516781 w 3973491"/>
              <a:gd name="connsiteY46" fmla="*/ 4222745 h 4222745"/>
              <a:gd name="connsiteX47" fmla="*/ 0 w 3973491"/>
              <a:gd name="connsiteY47" fmla="*/ 4222745 h 4222745"/>
              <a:gd name="connsiteX48" fmla="*/ 0 w 3973491"/>
              <a:gd name="connsiteY48" fmla="*/ 63181 h 4222745"/>
              <a:gd name="connsiteX49" fmla="*/ 104700 w 3973491"/>
              <a:gd name="connsiteY49" fmla="*/ 39626 h 4222745"/>
              <a:gd name="connsiteX50" fmla="*/ 949323 w 3973491"/>
              <a:gd name="connsiteY50" fmla="*/ 26 h 4222745"/>
              <a:gd name="connsiteX0" fmla="*/ 2386032 w 3973491"/>
              <a:gd name="connsiteY0" fmla="*/ 3118708 h 4222745"/>
              <a:gd name="connsiteX1" fmla="*/ 2671578 w 3973491"/>
              <a:gd name="connsiteY1" fmla="*/ 3323893 h 4222745"/>
              <a:gd name="connsiteX2" fmla="*/ 2481807 w 3973491"/>
              <a:gd name="connsiteY2" fmla="*/ 3198075 h 4222745"/>
              <a:gd name="connsiteX3" fmla="*/ 2386032 w 3973491"/>
              <a:gd name="connsiteY3" fmla="*/ 3118708 h 4222745"/>
              <a:gd name="connsiteX4" fmla="*/ 2075096 w 3973491"/>
              <a:gd name="connsiteY4" fmla="*/ 2884458 h 4222745"/>
              <a:gd name="connsiteX5" fmla="*/ 2372305 w 3973491"/>
              <a:gd name="connsiteY5" fmla="*/ 3107333 h 4222745"/>
              <a:gd name="connsiteX6" fmla="*/ 2386032 w 3973491"/>
              <a:gd name="connsiteY6" fmla="*/ 3118708 h 4222745"/>
              <a:gd name="connsiteX7" fmla="*/ 2066264 w 3973491"/>
              <a:gd name="connsiteY7" fmla="*/ 2888933 h 4222745"/>
              <a:gd name="connsiteX8" fmla="*/ 2075096 w 3973491"/>
              <a:gd name="connsiteY8" fmla="*/ 2884458 h 4222745"/>
              <a:gd name="connsiteX9" fmla="*/ 3298798 w 3973491"/>
              <a:gd name="connsiteY9" fmla="*/ 787726 h 4222745"/>
              <a:gd name="connsiteX10" fmla="*/ 3279079 w 3973491"/>
              <a:gd name="connsiteY10" fmla="*/ 806746 h 4222745"/>
              <a:gd name="connsiteX11" fmla="*/ 3010051 w 3973491"/>
              <a:gd name="connsiteY11" fmla="*/ 1043420 h 4222745"/>
              <a:gd name="connsiteX12" fmla="*/ 3298798 w 3973491"/>
              <a:gd name="connsiteY12" fmla="*/ 787726 h 4222745"/>
              <a:gd name="connsiteX13" fmla="*/ 3538140 w 3973491"/>
              <a:gd name="connsiteY13" fmla="*/ 569490 h 4222745"/>
              <a:gd name="connsiteX14" fmla="*/ 3544007 w 3973491"/>
              <a:gd name="connsiteY14" fmla="*/ 570586 h 4222745"/>
              <a:gd name="connsiteX15" fmla="*/ 3298798 w 3973491"/>
              <a:gd name="connsiteY15" fmla="*/ 787726 h 4222745"/>
              <a:gd name="connsiteX16" fmla="*/ 3538140 w 3973491"/>
              <a:gd name="connsiteY16" fmla="*/ 569490 h 4222745"/>
              <a:gd name="connsiteX17" fmla="*/ 949323 w 3973491"/>
              <a:gd name="connsiteY17" fmla="*/ 26 h 4222745"/>
              <a:gd name="connsiteX18" fmla="*/ 1143413 w 3973491"/>
              <a:gd name="connsiteY18" fmla="*/ 16639 h 4222745"/>
              <a:gd name="connsiteX19" fmla="*/ 1250955 w 3973491"/>
              <a:gd name="connsiteY19" fmla="*/ 43791 h 4222745"/>
              <a:gd name="connsiteX20" fmla="*/ 1250521 w 3973491"/>
              <a:gd name="connsiteY20" fmla="*/ 42610 h 4222745"/>
              <a:gd name="connsiteX21" fmla="*/ 1251564 w 3973491"/>
              <a:gd name="connsiteY21" fmla="*/ 43945 h 4222745"/>
              <a:gd name="connsiteX22" fmla="*/ 1308164 w 3973491"/>
              <a:gd name="connsiteY22" fmla="*/ 58235 h 4222745"/>
              <a:gd name="connsiteX23" fmla="*/ 1597014 w 3973491"/>
              <a:gd name="connsiteY23" fmla="*/ 149265 h 4222745"/>
              <a:gd name="connsiteX24" fmla="*/ 2090962 w 3973491"/>
              <a:gd name="connsiteY24" fmla="*/ 250916 h 4222745"/>
              <a:gd name="connsiteX25" fmla="*/ 2111578 w 3973491"/>
              <a:gd name="connsiteY25" fmla="*/ 257381 h 4222745"/>
              <a:gd name="connsiteX26" fmla="*/ 2101035 w 3973491"/>
              <a:gd name="connsiteY26" fmla="*/ 250940 h 4222745"/>
              <a:gd name="connsiteX27" fmla="*/ 2094972 w 3973491"/>
              <a:gd name="connsiteY27" fmla="*/ 240908 h 4222745"/>
              <a:gd name="connsiteX28" fmla="*/ 2215443 w 3973491"/>
              <a:gd name="connsiteY28" fmla="*/ 289955 h 4222745"/>
              <a:gd name="connsiteX29" fmla="*/ 2223165 w 3973491"/>
              <a:gd name="connsiteY29" fmla="*/ 292377 h 4222745"/>
              <a:gd name="connsiteX30" fmla="*/ 2559027 w 3973491"/>
              <a:gd name="connsiteY30" fmla="*/ 400056 h 4222745"/>
              <a:gd name="connsiteX31" fmla="*/ 2608931 w 3973491"/>
              <a:gd name="connsiteY31" fmla="*/ 440940 h 4222745"/>
              <a:gd name="connsiteX32" fmla="*/ 2669873 w 3973491"/>
              <a:gd name="connsiteY32" fmla="*/ 462665 h 4222745"/>
              <a:gd name="connsiteX33" fmla="*/ 2843275 w 3973491"/>
              <a:gd name="connsiteY33" fmla="*/ 545566 h 4222745"/>
              <a:gd name="connsiteX34" fmla="*/ 2631295 w 3973491"/>
              <a:gd name="connsiteY34" fmla="*/ 459262 h 4222745"/>
              <a:gd name="connsiteX35" fmla="*/ 2637857 w 3973491"/>
              <a:gd name="connsiteY35" fmla="*/ 464638 h 4222745"/>
              <a:gd name="connsiteX36" fmla="*/ 2781304 w 3973491"/>
              <a:gd name="connsiteY36" fmla="*/ 733463 h 4222745"/>
              <a:gd name="connsiteX37" fmla="*/ 2857127 w 3973491"/>
              <a:gd name="connsiteY37" fmla="*/ 1483678 h 4222745"/>
              <a:gd name="connsiteX38" fmla="*/ 3092618 w 3973491"/>
              <a:gd name="connsiteY38" fmla="*/ 1063044 h 4222745"/>
              <a:gd name="connsiteX39" fmla="*/ 3833267 w 3973491"/>
              <a:gd name="connsiteY39" fmla="*/ 1767634 h 4222745"/>
              <a:gd name="connsiteX40" fmla="*/ 3910731 w 3973491"/>
              <a:gd name="connsiteY40" fmla="*/ 2504112 h 4222745"/>
              <a:gd name="connsiteX41" fmla="*/ 3060630 w 3973491"/>
              <a:gd name="connsiteY41" fmla="*/ 3062702 h 4222745"/>
              <a:gd name="connsiteX42" fmla="*/ 2663832 w 3973491"/>
              <a:gd name="connsiteY42" fmla="*/ 2990879 h 4222745"/>
              <a:gd name="connsiteX43" fmla="*/ 1868959 w 3973491"/>
              <a:gd name="connsiteY43" fmla="*/ 2456426 h 4222745"/>
              <a:gd name="connsiteX44" fmla="*/ 1812911 w 3973491"/>
              <a:gd name="connsiteY44" fmla="*/ 3298775 h 4222745"/>
              <a:gd name="connsiteX45" fmla="*/ 2311415 w 3973491"/>
              <a:gd name="connsiteY45" fmla="*/ 3762386 h 4222745"/>
              <a:gd name="connsiteX46" fmla="*/ 2495936 w 3973491"/>
              <a:gd name="connsiteY46" fmla="*/ 4156295 h 4222745"/>
              <a:gd name="connsiteX47" fmla="*/ 2516781 w 3973491"/>
              <a:gd name="connsiteY47" fmla="*/ 4222745 h 4222745"/>
              <a:gd name="connsiteX48" fmla="*/ 0 w 3973491"/>
              <a:gd name="connsiteY48" fmla="*/ 4222745 h 4222745"/>
              <a:gd name="connsiteX49" fmla="*/ 0 w 3973491"/>
              <a:gd name="connsiteY49" fmla="*/ 63181 h 4222745"/>
              <a:gd name="connsiteX50" fmla="*/ 104700 w 3973491"/>
              <a:gd name="connsiteY50" fmla="*/ 39626 h 4222745"/>
              <a:gd name="connsiteX51" fmla="*/ 949323 w 3973491"/>
              <a:gd name="connsiteY51" fmla="*/ 26 h 4222745"/>
              <a:gd name="connsiteX0" fmla="*/ 2386032 w 3973491"/>
              <a:gd name="connsiteY0" fmla="*/ 3118708 h 4222745"/>
              <a:gd name="connsiteX1" fmla="*/ 2671578 w 3973491"/>
              <a:gd name="connsiteY1" fmla="*/ 3323893 h 4222745"/>
              <a:gd name="connsiteX2" fmla="*/ 2481807 w 3973491"/>
              <a:gd name="connsiteY2" fmla="*/ 3198075 h 4222745"/>
              <a:gd name="connsiteX3" fmla="*/ 2386032 w 3973491"/>
              <a:gd name="connsiteY3" fmla="*/ 3118708 h 4222745"/>
              <a:gd name="connsiteX4" fmla="*/ 2075096 w 3973491"/>
              <a:gd name="connsiteY4" fmla="*/ 2884458 h 4222745"/>
              <a:gd name="connsiteX5" fmla="*/ 2372305 w 3973491"/>
              <a:gd name="connsiteY5" fmla="*/ 3107333 h 4222745"/>
              <a:gd name="connsiteX6" fmla="*/ 2386032 w 3973491"/>
              <a:gd name="connsiteY6" fmla="*/ 3118708 h 4222745"/>
              <a:gd name="connsiteX7" fmla="*/ 2066264 w 3973491"/>
              <a:gd name="connsiteY7" fmla="*/ 2888933 h 4222745"/>
              <a:gd name="connsiteX8" fmla="*/ 2075096 w 3973491"/>
              <a:gd name="connsiteY8" fmla="*/ 2884458 h 4222745"/>
              <a:gd name="connsiteX9" fmla="*/ 3298798 w 3973491"/>
              <a:gd name="connsiteY9" fmla="*/ 787726 h 4222745"/>
              <a:gd name="connsiteX10" fmla="*/ 3279079 w 3973491"/>
              <a:gd name="connsiteY10" fmla="*/ 806746 h 4222745"/>
              <a:gd name="connsiteX11" fmla="*/ 3010051 w 3973491"/>
              <a:gd name="connsiteY11" fmla="*/ 1043420 h 4222745"/>
              <a:gd name="connsiteX12" fmla="*/ 3298798 w 3973491"/>
              <a:gd name="connsiteY12" fmla="*/ 787726 h 4222745"/>
              <a:gd name="connsiteX13" fmla="*/ 3538140 w 3973491"/>
              <a:gd name="connsiteY13" fmla="*/ 569490 h 4222745"/>
              <a:gd name="connsiteX14" fmla="*/ 3544007 w 3973491"/>
              <a:gd name="connsiteY14" fmla="*/ 570586 h 4222745"/>
              <a:gd name="connsiteX15" fmla="*/ 3538140 w 3973491"/>
              <a:gd name="connsiteY15" fmla="*/ 569490 h 4222745"/>
              <a:gd name="connsiteX16" fmla="*/ 949323 w 3973491"/>
              <a:gd name="connsiteY16" fmla="*/ 26 h 4222745"/>
              <a:gd name="connsiteX17" fmla="*/ 1143413 w 3973491"/>
              <a:gd name="connsiteY17" fmla="*/ 16639 h 4222745"/>
              <a:gd name="connsiteX18" fmla="*/ 1250955 w 3973491"/>
              <a:gd name="connsiteY18" fmla="*/ 43791 h 4222745"/>
              <a:gd name="connsiteX19" fmla="*/ 1250521 w 3973491"/>
              <a:gd name="connsiteY19" fmla="*/ 42610 h 4222745"/>
              <a:gd name="connsiteX20" fmla="*/ 1251564 w 3973491"/>
              <a:gd name="connsiteY20" fmla="*/ 43945 h 4222745"/>
              <a:gd name="connsiteX21" fmla="*/ 1308164 w 3973491"/>
              <a:gd name="connsiteY21" fmla="*/ 58235 h 4222745"/>
              <a:gd name="connsiteX22" fmla="*/ 1597014 w 3973491"/>
              <a:gd name="connsiteY22" fmla="*/ 149265 h 4222745"/>
              <a:gd name="connsiteX23" fmla="*/ 2090962 w 3973491"/>
              <a:gd name="connsiteY23" fmla="*/ 250916 h 4222745"/>
              <a:gd name="connsiteX24" fmla="*/ 2111578 w 3973491"/>
              <a:gd name="connsiteY24" fmla="*/ 257381 h 4222745"/>
              <a:gd name="connsiteX25" fmla="*/ 2101035 w 3973491"/>
              <a:gd name="connsiteY25" fmla="*/ 250940 h 4222745"/>
              <a:gd name="connsiteX26" fmla="*/ 2094972 w 3973491"/>
              <a:gd name="connsiteY26" fmla="*/ 240908 h 4222745"/>
              <a:gd name="connsiteX27" fmla="*/ 2215443 w 3973491"/>
              <a:gd name="connsiteY27" fmla="*/ 289955 h 4222745"/>
              <a:gd name="connsiteX28" fmla="*/ 2223165 w 3973491"/>
              <a:gd name="connsiteY28" fmla="*/ 292377 h 4222745"/>
              <a:gd name="connsiteX29" fmla="*/ 2559027 w 3973491"/>
              <a:gd name="connsiteY29" fmla="*/ 400056 h 4222745"/>
              <a:gd name="connsiteX30" fmla="*/ 2608931 w 3973491"/>
              <a:gd name="connsiteY30" fmla="*/ 440940 h 4222745"/>
              <a:gd name="connsiteX31" fmla="*/ 2669873 w 3973491"/>
              <a:gd name="connsiteY31" fmla="*/ 462665 h 4222745"/>
              <a:gd name="connsiteX32" fmla="*/ 2843275 w 3973491"/>
              <a:gd name="connsiteY32" fmla="*/ 545566 h 4222745"/>
              <a:gd name="connsiteX33" fmla="*/ 2631295 w 3973491"/>
              <a:gd name="connsiteY33" fmla="*/ 459262 h 4222745"/>
              <a:gd name="connsiteX34" fmla="*/ 2637857 w 3973491"/>
              <a:gd name="connsiteY34" fmla="*/ 464638 h 4222745"/>
              <a:gd name="connsiteX35" fmla="*/ 2781304 w 3973491"/>
              <a:gd name="connsiteY35" fmla="*/ 733463 h 4222745"/>
              <a:gd name="connsiteX36" fmla="*/ 2857127 w 3973491"/>
              <a:gd name="connsiteY36" fmla="*/ 1483678 h 4222745"/>
              <a:gd name="connsiteX37" fmla="*/ 3092618 w 3973491"/>
              <a:gd name="connsiteY37" fmla="*/ 1063044 h 4222745"/>
              <a:gd name="connsiteX38" fmla="*/ 3833267 w 3973491"/>
              <a:gd name="connsiteY38" fmla="*/ 1767634 h 4222745"/>
              <a:gd name="connsiteX39" fmla="*/ 3910731 w 3973491"/>
              <a:gd name="connsiteY39" fmla="*/ 2504112 h 4222745"/>
              <a:gd name="connsiteX40" fmla="*/ 3060630 w 3973491"/>
              <a:gd name="connsiteY40" fmla="*/ 3062702 h 4222745"/>
              <a:gd name="connsiteX41" fmla="*/ 2663832 w 3973491"/>
              <a:gd name="connsiteY41" fmla="*/ 2990879 h 4222745"/>
              <a:gd name="connsiteX42" fmla="*/ 1868959 w 3973491"/>
              <a:gd name="connsiteY42" fmla="*/ 2456426 h 4222745"/>
              <a:gd name="connsiteX43" fmla="*/ 1812911 w 3973491"/>
              <a:gd name="connsiteY43" fmla="*/ 3298775 h 4222745"/>
              <a:gd name="connsiteX44" fmla="*/ 2311415 w 3973491"/>
              <a:gd name="connsiteY44" fmla="*/ 3762386 h 4222745"/>
              <a:gd name="connsiteX45" fmla="*/ 2495936 w 3973491"/>
              <a:gd name="connsiteY45" fmla="*/ 4156295 h 4222745"/>
              <a:gd name="connsiteX46" fmla="*/ 2516781 w 3973491"/>
              <a:gd name="connsiteY46" fmla="*/ 4222745 h 4222745"/>
              <a:gd name="connsiteX47" fmla="*/ 0 w 3973491"/>
              <a:gd name="connsiteY47" fmla="*/ 4222745 h 4222745"/>
              <a:gd name="connsiteX48" fmla="*/ 0 w 3973491"/>
              <a:gd name="connsiteY48" fmla="*/ 63181 h 4222745"/>
              <a:gd name="connsiteX49" fmla="*/ 104700 w 3973491"/>
              <a:gd name="connsiteY49" fmla="*/ 39626 h 4222745"/>
              <a:gd name="connsiteX50" fmla="*/ 949323 w 3973491"/>
              <a:gd name="connsiteY50" fmla="*/ 26 h 4222745"/>
              <a:gd name="connsiteX0" fmla="*/ 2386032 w 3973491"/>
              <a:gd name="connsiteY0" fmla="*/ 3118708 h 4222745"/>
              <a:gd name="connsiteX1" fmla="*/ 2671578 w 3973491"/>
              <a:gd name="connsiteY1" fmla="*/ 3323893 h 4222745"/>
              <a:gd name="connsiteX2" fmla="*/ 2481807 w 3973491"/>
              <a:gd name="connsiteY2" fmla="*/ 3198075 h 4222745"/>
              <a:gd name="connsiteX3" fmla="*/ 2386032 w 3973491"/>
              <a:gd name="connsiteY3" fmla="*/ 3118708 h 4222745"/>
              <a:gd name="connsiteX4" fmla="*/ 2075096 w 3973491"/>
              <a:gd name="connsiteY4" fmla="*/ 2884458 h 4222745"/>
              <a:gd name="connsiteX5" fmla="*/ 2372305 w 3973491"/>
              <a:gd name="connsiteY5" fmla="*/ 3107333 h 4222745"/>
              <a:gd name="connsiteX6" fmla="*/ 2386032 w 3973491"/>
              <a:gd name="connsiteY6" fmla="*/ 3118708 h 4222745"/>
              <a:gd name="connsiteX7" fmla="*/ 2066264 w 3973491"/>
              <a:gd name="connsiteY7" fmla="*/ 2888933 h 4222745"/>
              <a:gd name="connsiteX8" fmla="*/ 2075096 w 3973491"/>
              <a:gd name="connsiteY8" fmla="*/ 2884458 h 4222745"/>
              <a:gd name="connsiteX9" fmla="*/ 3010051 w 3973491"/>
              <a:gd name="connsiteY9" fmla="*/ 1043420 h 4222745"/>
              <a:gd name="connsiteX10" fmla="*/ 3279079 w 3973491"/>
              <a:gd name="connsiteY10" fmla="*/ 806746 h 4222745"/>
              <a:gd name="connsiteX11" fmla="*/ 3010051 w 3973491"/>
              <a:gd name="connsiteY11" fmla="*/ 1043420 h 4222745"/>
              <a:gd name="connsiteX12" fmla="*/ 3538140 w 3973491"/>
              <a:gd name="connsiteY12" fmla="*/ 569490 h 4222745"/>
              <a:gd name="connsiteX13" fmla="*/ 3544007 w 3973491"/>
              <a:gd name="connsiteY13" fmla="*/ 570586 h 4222745"/>
              <a:gd name="connsiteX14" fmla="*/ 3538140 w 3973491"/>
              <a:gd name="connsiteY14" fmla="*/ 569490 h 4222745"/>
              <a:gd name="connsiteX15" fmla="*/ 949323 w 3973491"/>
              <a:gd name="connsiteY15" fmla="*/ 26 h 4222745"/>
              <a:gd name="connsiteX16" fmla="*/ 1143413 w 3973491"/>
              <a:gd name="connsiteY16" fmla="*/ 16639 h 4222745"/>
              <a:gd name="connsiteX17" fmla="*/ 1250955 w 3973491"/>
              <a:gd name="connsiteY17" fmla="*/ 43791 h 4222745"/>
              <a:gd name="connsiteX18" fmla="*/ 1250521 w 3973491"/>
              <a:gd name="connsiteY18" fmla="*/ 42610 h 4222745"/>
              <a:gd name="connsiteX19" fmla="*/ 1251564 w 3973491"/>
              <a:gd name="connsiteY19" fmla="*/ 43945 h 4222745"/>
              <a:gd name="connsiteX20" fmla="*/ 1308164 w 3973491"/>
              <a:gd name="connsiteY20" fmla="*/ 58235 h 4222745"/>
              <a:gd name="connsiteX21" fmla="*/ 1597014 w 3973491"/>
              <a:gd name="connsiteY21" fmla="*/ 149265 h 4222745"/>
              <a:gd name="connsiteX22" fmla="*/ 2090962 w 3973491"/>
              <a:gd name="connsiteY22" fmla="*/ 250916 h 4222745"/>
              <a:gd name="connsiteX23" fmla="*/ 2111578 w 3973491"/>
              <a:gd name="connsiteY23" fmla="*/ 257381 h 4222745"/>
              <a:gd name="connsiteX24" fmla="*/ 2101035 w 3973491"/>
              <a:gd name="connsiteY24" fmla="*/ 250940 h 4222745"/>
              <a:gd name="connsiteX25" fmla="*/ 2094972 w 3973491"/>
              <a:gd name="connsiteY25" fmla="*/ 240908 h 4222745"/>
              <a:gd name="connsiteX26" fmla="*/ 2215443 w 3973491"/>
              <a:gd name="connsiteY26" fmla="*/ 289955 h 4222745"/>
              <a:gd name="connsiteX27" fmla="*/ 2223165 w 3973491"/>
              <a:gd name="connsiteY27" fmla="*/ 292377 h 4222745"/>
              <a:gd name="connsiteX28" fmla="*/ 2559027 w 3973491"/>
              <a:gd name="connsiteY28" fmla="*/ 400056 h 4222745"/>
              <a:gd name="connsiteX29" fmla="*/ 2608931 w 3973491"/>
              <a:gd name="connsiteY29" fmla="*/ 440940 h 4222745"/>
              <a:gd name="connsiteX30" fmla="*/ 2669873 w 3973491"/>
              <a:gd name="connsiteY30" fmla="*/ 462665 h 4222745"/>
              <a:gd name="connsiteX31" fmla="*/ 2843275 w 3973491"/>
              <a:gd name="connsiteY31" fmla="*/ 545566 h 4222745"/>
              <a:gd name="connsiteX32" fmla="*/ 2631295 w 3973491"/>
              <a:gd name="connsiteY32" fmla="*/ 459262 h 4222745"/>
              <a:gd name="connsiteX33" fmla="*/ 2637857 w 3973491"/>
              <a:gd name="connsiteY33" fmla="*/ 464638 h 4222745"/>
              <a:gd name="connsiteX34" fmla="*/ 2781304 w 3973491"/>
              <a:gd name="connsiteY34" fmla="*/ 733463 h 4222745"/>
              <a:gd name="connsiteX35" fmla="*/ 2857127 w 3973491"/>
              <a:gd name="connsiteY35" fmla="*/ 1483678 h 4222745"/>
              <a:gd name="connsiteX36" fmla="*/ 3092618 w 3973491"/>
              <a:gd name="connsiteY36" fmla="*/ 1063044 h 4222745"/>
              <a:gd name="connsiteX37" fmla="*/ 3833267 w 3973491"/>
              <a:gd name="connsiteY37" fmla="*/ 1767634 h 4222745"/>
              <a:gd name="connsiteX38" fmla="*/ 3910731 w 3973491"/>
              <a:gd name="connsiteY38" fmla="*/ 2504112 h 4222745"/>
              <a:gd name="connsiteX39" fmla="*/ 3060630 w 3973491"/>
              <a:gd name="connsiteY39" fmla="*/ 3062702 h 4222745"/>
              <a:gd name="connsiteX40" fmla="*/ 2663832 w 3973491"/>
              <a:gd name="connsiteY40" fmla="*/ 2990879 h 4222745"/>
              <a:gd name="connsiteX41" fmla="*/ 1868959 w 3973491"/>
              <a:gd name="connsiteY41" fmla="*/ 2456426 h 4222745"/>
              <a:gd name="connsiteX42" fmla="*/ 1812911 w 3973491"/>
              <a:gd name="connsiteY42" fmla="*/ 3298775 h 4222745"/>
              <a:gd name="connsiteX43" fmla="*/ 2311415 w 3973491"/>
              <a:gd name="connsiteY43" fmla="*/ 3762386 h 4222745"/>
              <a:gd name="connsiteX44" fmla="*/ 2495936 w 3973491"/>
              <a:gd name="connsiteY44" fmla="*/ 4156295 h 4222745"/>
              <a:gd name="connsiteX45" fmla="*/ 2516781 w 3973491"/>
              <a:gd name="connsiteY45" fmla="*/ 4222745 h 4222745"/>
              <a:gd name="connsiteX46" fmla="*/ 0 w 3973491"/>
              <a:gd name="connsiteY46" fmla="*/ 4222745 h 4222745"/>
              <a:gd name="connsiteX47" fmla="*/ 0 w 3973491"/>
              <a:gd name="connsiteY47" fmla="*/ 63181 h 4222745"/>
              <a:gd name="connsiteX48" fmla="*/ 104700 w 3973491"/>
              <a:gd name="connsiteY48" fmla="*/ 39626 h 4222745"/>
              <a:gd name="connsiteX49" fmla="*/ 949323 w 3973491"/>
              <a:gd name="connsiteY49" fmla="*/ 26 h 4222745"/>
              <a:gd name="connsiteX0" fmla="*/ 2386032 w 3973491"/>
              <a:gd name="connsiteY0" fmla="*/ 3118708 h 4222745"/>
              <a:gd name="connsiteX1" fmla="*/ 2671578 w 3973491"/>
              <a:gd name="connsiteY1" fmla="*/ 3323893 h 4222745"/>
              <a:gd name="connsiteX2" fmla="*/ 2481807 w 3973491"/>
              <a:gd name="connsiteY2" fmla="*/ 3198075 h 4222745"/>
              <a:gd name="connsiteX3" fmla="*/ 2386032 w 3973491"/>
              <a:gd name="connsiteY3" fmla="*/ 3118708 h 4222745"/>
              <a:gd name="connsiteX4" fmla="*/ 2075096 w 3973491"/>
              <a:gd name="connsiteY4" fmla="*/ 2884458 h 4222745"/>
              <a:gd name="connsiteX5" fmla="*/ 2372305 w 3973491"/>
              <a:gd name="connsiteY5" fmla="*/ 3107333 h 4222745"/>
              <a:gd name="connsiteX6" fmla="*/ 2386032 w 3973491"/>
              <a:gd name="connsiteY6" fmla="*/ 3118708 h 4222745"/>
              <a:gd name="connsiteX7" fmla="*/ 2066264 w 3973491"/>
              <a:gd name="connsiteY7" fmla="*/ 2888933 h 4222745"/>
              <a:gd name="connsiteX8" fmla="*/ 2075096 w 3973491"/>
              <a:gd name="connsiteY8" fmla="*/ 2884458 h 4222745"/>
              <a:gd name="connsiteX9" fmla="*/ 3010051 w 3973491"/>
              <a:gd name="connsiteY9" fmla="*/ 1043420 h 4222745"/>
              <a:gd name="connsiteX10" fmla="*/ 3279079 w 3973491"/>
              <a:gd name="connsiteY10" fmla="*/ 806746 h 4222745"/>
              <a:gd name="connsiteX11" fmla="*/ 3010051 w 3973491"/>
              <a:gd name="connsiteY11" fmla="*/ 1043420 h 4222745"/>
              <a:gd name="connsiteX12" fmla="*/ 949323 w 3973491"/>
              <a:gd name="connsiteY12" fmla="*/ 26 h 4222745"/>
              <a:gd name="connsiteX13" fmla="*/ 1143413 w 3973491"/>
              <a:gd name="connsiteY13" fmla="*/ 16639 h 4222745"/>
              <a:gd name="connsiteX14" fmla="*/ 1250955 w 3973491"/>
              <a:gd name="connsiteY14" fmla="*/ 43791 h 4222745"/>
              <a:gd name="connsiteX15" fmla="*/ 1250521 w 3973491"/>
              <a:gd name="connsiteY15" fmla="*/ 42610 h 4222745"/>
              <a:gd name="connsiteX16" fmla="*/ 1251564 w 3973491"/>
              <a:gd name="connsiteY16" fmla="*/ 43945 h 4222745"/>
              <a:gd name="connsiteX17" fmla="*/ 1308164 w 3973491"/>
              <a:gd name="connsiteY17" fmla="*/ 58235 h 4222745"/>
              <a:gd name="connsiteX18" fmla="*/ 1597014 w 3973491"/>
              <a:gd name="connsiteY18" fmla="*/ 149265 h 4222745"/>
              <a:gd name="connsiteX19" fmla="*/ 2090962 w 3973491"/>
              <a:gd name="connsiteY19" fmla="*/ 250916 h 4222745"/>
              <a:gd name="connsiteX20" fmla="*/ 2111578 w 3973491"/>
              <a:gd name="connsiteY20" fmla="*/ 257381 h 4222745"/>
              <a:gd name="connsiteX21" fmla="*/ 2101035 w 3973491"/>
              <a:gd name="connsiteY21" fmla="*/ 250940 h 4222745"/>
              <a:gd name="connsiteX22" fmla="*/ 2094972 w 3973491"/>
              <a:gd name="connsiteY22" fmla="*/ 240908 h 4222745"/>
              <a:gd name="connsiteX23" fmla="*/ 2215443 w 3973491"/>
              <a:gd name="connsiteY23" fmla="*/ 289955 h 4222745"/>
              <a:gd name="connsiteX24" fmla="*/ 2223165 w 3973491"/>
              <a:gd name="connsiteY24" fmla="*/ 292377 h 4222745"/>
              <a:gd name="connsiteX25" fmla="*/ 2559027 w 3973491"/>
              <a:gd name="connsiteY25" fmla="*/ 400056 h 4222745"/>
              <a:gd name="connsiteX26" fmla="*/ 2608931 w 3973491"/>
              <a:gd name="connsiteY26" fmla="*/ 440940 h 4222745"/>
              <a:gd name="connsiteX27" fmla="*/ 2669873 w 3973491"/>
              <a:gd name="connsiteY27" fmla="*/ 462665 h 4222745"/>
              <a:gd name="connsiteX28" fmla="*/ 2843275 w 3973491"/>
              <a:gd name="connsiteY28" fmla="*/ 545566 h 4222745"/>
              <a:gd name="connsiteX29" fmla="*/ 2631295 w 3973491"/>
              <a:gd name="connsiteY29" fmla="*/ 459262 h 4222745"/>
              <a:gd name="connsiteX30" fmla="*/ 2637857 w 3973491"/>
              <a:gd name="connsiteY30" fmla="*/ 464638 h 4222745"/>
              <a:gd name="connsiteX31" fmla="*/ 2781304 w 3973491"/>
              <a:gd name="connsiteY31" fmla="*/ 733463 h 4222745"/>
              <a:gd name="connsiteX32" fmla="*/ 2857127 w 3973491"/>
              <a:gd name="connsiteY32" fmla="*/ 1483678 h 4222745"/>
              <a:gd name="connsiteX33" fmla="*/ 3092618 w 3973491"/>
              <a:gd name="connsiteY33" fmla="*/ 1063044 h 4222745"/>
              <a:gd name="connsiteX34" fmla="*/ 3833267 w 3973491"/>
              <a:gd name="connsiteY34" fmla="*/ 1767634 h 4222745"/>
              <a:gd name="connsiteX35" fmla="*/ 3910731 w 3973491"/>
              <a:gd name="connsiteY35" fmla="*/ 2504112 h 4222745"/>
              <a:gd name="connsiteX36" fmla="*/ 3060630 w 3973491"/>
              <a:gd name="connsiteY36" fmla="*/ 3062702 h 4222745"/>
              <a:gd name="connsiteX37" fmla="*/ 2663832 w 3973491"/>
              <a:gd name="connsiteY37" fmla="*/ 2990879 h 4222745"/>
              <a:gd name="connsiteX38" fmla="*/ 1868959 w 3973491"/>
              <a:gd name="connsiteY38" fmla="*/ 2456426 h 4222745"/>
              <a:gd name="connsiteX39" fmla="*/ 1812911 w 3973491"/>
              <a:gd name="connsiteY39" fmla="*/ 3298775 h 4222745"/>
              <a:gd name="connsiteX40" fmla="*/ 2311415 w 3973491"/>
              <a:gd name="connsiteY40" fmla="*/ 3762386 h 4222745"/>
              <a:gd name="connsiteX41" fmla="*/ 2495936 w 3973491"/>
              <a:gd name="connsiteY41" fmla="*/ 4156295 h 4222745"/>
              <a:gd name="connsiteX42" fmla="*/ 2516781 w 3973491"/>
              <a:gd name="connsiteY42" fmla="*/ 4222745 h 4222745"/>
              <a:gd name="connsiteX43" fmla="*/ 0 w 3973491"/>
              <a:gd name="connsiteY43" fmla="*/ 4222745 h 4222745"/>
              <a:gd name="connsiteX44" fmla="*/ 0 w 3973491"/>
              <a:gd name="connsiteY44" fmla="*/ 63181 h 4222745"/>
              <a:gd name="connsiteX45" fmla="*/ 104700 w 3973491"/>
              <a:gd name="connsiteY45" fmla="*/ 39626 h 4222745"/>
              <a:gd name="connsiteX46" fmla="*/ 949323 w 3973491"/>
              <a:gd name="connsiteY46" fmla="*/ 26 h 4222745"/>
              <a:gd name="connsiteX0" fmla="*/ 2386032 w 3973491"/>
              <a:gd name="connsiteY0" fmla="*/ 3118708 h 4222745"/>
              <a:gd name="connsiteX1" fmla="*/ 2671578 w 3973491"/>
              <a:gd name="connsiteY1" fmla="*/ 3323893 h 4222745"/>
              <a:gd name="connsiteX2" fmla="*/ 2481807 w 3973491"/>
              <a:gd name="connsiteY2" fmla="*/ 3198075 h 4222745"/>
              <a:gd name="connsiteX3" fmla="*/ 2386032 w 3973491"/>
              <a:gd name="connsiteY3" fmla="*/ 3118708 h 4222745"/>
              <a:gd name="connsiteX4" fmla="*/ 2075096 w 3973491"/>
              <a:gd name="connsiteY4" fmla="*/ 2884458 h 4222745"/>
              <a:gd name="connsiteX5" fmla="*/ 2372305 w 3973491"/>
              <a:gd name="connsiteY5" fmla="*/ 3107333 h 4222745"/>
              <a:gd name="connsiteX6" fmla="*/ 2386032 w 3973491"/>
              <a:gd name="connsiteY6" fmla="*/ 3118708 h 4222745"/>
              <a:gd name="connsiteX7" fmla="*/ 2066264 w 3973491"/>
              <a:gd name="connsiteY7" fmla="*/ 2888933 h 4222745"/>
              <a:gd name="connsiteX8" fmla="*/ 2075096 w 3973491"/>
              <a:gd name="connsiteY8" fmla="*/ 2884458 h 4222745"/>
              <a:gd name="connsiteX9" fmla="*/ 949323 w 3973491"/>
              <a:gd name="connsiteY9" fmla="*/ 26 h 4222745"/>
              <a:gd name="connsiteX10" fmla="*/ 1143413 w 3973491"/>
              <a:gd name="connsiteY10" fmla="*/ 16639 h 4222745"/>
              <a:gd name="connsiteX11" fmla="*/ 1250955 w 3973491"/>
              <a:gd name="connsiteY11" fmla="*/ 43791 h 4222745"/>
              <a:gd name="connsiteX12" fmla="*/ 1250521 w 3973491"/>
              <a:gd name="connsiteY12" fmla="*/ 42610 h 4222745"/>
              <a:gd name="connsiteX13" fmla="*/ 1251564 w 3973491"/>
              <a:gd name="connsiteY13" fmla="*/ 43945 h 4222745"/>
              <a:gd name="connsiteX14" fmla="*/ 1308164 w 3973491"/>
              <a:gd name="connsiteY14" fmla="*/ 58235 h 4222745"/>
              <a:gd name="connsiteX15" fmla="*/ 1597014 w 3973491"/>
              <a:gd name="connsiteY15" fmla="*/ 149265 h 4222745"/>
              <a:gd name="connsiteX16" fmla="*/ 2090962 w 3973491"/>
              <a:gd name="connsiteY16" fmla="*/ 250916 h 4222745"/>
              <a:gd name="connsiteX17" fmla="*/ 2111578 w 3973491"/>
              <a:gd name="connsiteY17" fmla="*/ 257381 h 4222745"/>
              <a:gd name="connsiteX18" fmla="*/ 2101035 w 3973491"/>
              <a:gd name="connsiteY18" fmla="*/ 250940 h 4222745"/>
              <a:gd name="connsiteX19" fmla="*/ 2094972 w 3973491"/>
              <a:gd name="connsiteY19" fmla="*/ 240908 h 4222745"/>
              <a:gd name="connsiteX20" fmla="*/ 2215443 w 3973491"/>
              <a:gd name="connsiteY20" fmla="*/ 289955 h 4222745"/>
              <a:gd name="connsiteX21" fmla="*/ 2223165 w 3973491"/>
              <a:gd name="connsiteY21" fmla="*/ 292377 h 4222745"/>
              <a:gd name="connsiteX22" fmla="*/ 2559027 w 3973491"/>
              <a:gd name="connsiteY22" fmla="*/ 400056 h 4222745"/>
              <a:gd name="connsiteX23" fmla="*/ 2608931 w 3973491"/>
              <a:gd name="connsiteY23" fmla="*/ 440940 h 4222745"/>
              <a:gd name="connsiteX24" fmla="*/ 2669873 w 3973491"/>
              <a:gd name="connsiteY24" fmla="*/ 462665 h 4222745"/>
              <a:gd name="connsiteX25" fmla="*/ 2843275 w 3973491"/>
              <a:gd name="connsiteY25" fmla="*/ 545566 h 4222745"/>
              <a:gd name="connsiteX26" fmla="*/ 2631295 w 3973491"/>
              <a:gd name="connsiteY26" fmla="*/ 459262 h 4222745"/>
              <a:gd name="connsiteX27" fmla="*/ 2637857 w 3973491"/>
              <a:gd name="connsiteY27" fmla="*/ 464638 h 4222745"/>
              <a:gd name="connsiteX28" fmla="*/ 2781304 w 3973491"/>
              <a:gd name="connsiteY28" fmla="*/ 733463 h 4222745"/>
              <a:gd name="connsiteX29" fmla="*/ 2857127 w 3973491"/>
              <a:gd name="connsiteY29" fmla="*/ 1483678 h 4222745"/>
              <a:gd name="connsiteX30" fmla="*/ 3092618 w 3973491"/>
              <a:gd name="connsiteY30" fmla="*/ 1063044 h 4222745"/>
              <a:gd name="connsiteX31" fmla="*/ 3833267 w 3973491"/>
              <a:gd name="connsiteY31" fmla="*/ 1767634 h 4222745"/>
              <a:gd name="connsiteX32" fmla="*/ 3910731 w 3973491"/>
              <a:gd name="connsiteY32" fmla="*/ 2504112 h 4222745"/>
              <a:gd name="connsiteX33" fmla="*/ 3060630 w 3973491"/>
              <a:gd name="connsiteY33" fmla="*/ 3062702 h 4222745"/>
              <a:gd name="connsiteX34" fmla="*/ 2663832 w 3973491"/>
              <a:gd name="connsiteY34" fmla="*/ 2990879 h 4222745"/>
              <a:gd name="connsiteX35" fmla="*/ 1868959 w 3973491"/>
              <a:gd name="connsiteY35" fmla="*/ 2456426 h 4222745"/>
              <a:gd name="connsiteX36" fmla="*/ 1812911 w 3973491"/>
              <a:gd name="connsiteY36" fmla="*/ 3298775 h 4222745"/>
              <a:gd name="connsiteX37" fmla="*/ 2311415 w 3973491"/>
              <a:gd name="connsiteY37" fmla="*/ 3762386 h 4222745"/>
              <a:gd name="connsiteX38" fmla="*/ 2495936 w 3973491"/>
              <a:gd name="connsiteY38" fmla="*/ 4156295 h 4222745"/>
              <a:gd name="connsiteX39" fmla="*/ 2516781 w 3973491"/>
              <a:gd name="connsiteY39" fmla="*/ 4222745 h 4222745"/>
              <a:gd name="connsiteX40" fmla="*/ 0 w 3973491"/>
              <a:gd name="connsiteY40" fmla="*/ 4222745 h 4222745"/>
              <a:gd name="connsiteX41" fmla="*/ 0 w 3973491"/>
              <a:gd name="connsiteY41" fmla="*/ 63181 h 4222745"/>
              <a:gd name="connsiteX42" fmla="*/ 104700 w 3973491"/>
              <a:gd name="connsiteY42" fmla="*/ 39626 h 4222745"/>
              <a:gd name="connsiteX43" fmla="*/ 949323 w 3973491"/>
              <a:gd name="connsiteY43" fmla="*/ 26 h 4222745"/>
              <a:gd name="connsiteX0" fmla="*/ 2386032 w 3973491"/>
              <a:gd name="connsiteY0" fmla="*/ 3118708 h 4222745"/>
              <a:gd name="connsiteX1" fmla="*/ 2671578 w 3973491"/>
              <a:gd name="connsiteY1" fmla="*/ 3323893 h 4222745"/>
              <a:gd name="connsiteX2" fmla="*/ 2481807 w 3973491"/>
              <a:gd name="connsiteY2" fmla="*/ 3198075 h 4222745"/>
              <a:gd name="connsiteX3" fmla="*/ 2386032 w 3973491"/>
              <a:gd name="connsiteY3" fmla="*/ 3118708 h 4222745"/>
              <a:gd name="connsiteX4" fmla="*/ 2075096 w 3973491"/>
              <a:gd name="connsiteY4" fmla="*/ 2884458 h 4222745"/>
              <a:gd name="connsiteX5" fmla="*/ 2372305 w 3973491"/>
              <a:gd name="connsiteY5" fmla="*/ 3107333 h 4222745"/>
              <a:gd name="connsiteX6" fmla="*/ 2386032 w 3973491"/>
              <a:gd name="connsiteY6" fmla="*/ 3118708 h 4222745"/>
              <a:gd name="connsiteX7" fmla="*/ 2066264 w 3973491"/>
              <a:gd name="connsiteY7" fmla="*/ 2888933 h 4222745"/>
              <a:gd name="connsiteX8" fmla="*/ 2075096 w 3973491"/>
              <a:gd name="connsiteY8" fmla="*/ 2884458 h 4222745"/>
              <a:gd name="connsiteX9" fmla="*/ 949323 w 3973491"/>
              <a:gd name="connsiteY9" fmla="*/ 26 h 4222745"/>
              <a:gd name="connsiteX10" fmla="*/ 1143413 w 3973491"/>
              <a:gd name="connsiteY10" fmla="*/ 16639 h 4222745"/>
              <a:gd name="connsiteX11" fmla="*/ 1250955 w 3973491"/>
              <a:gd name="connsiteY11" fmla="*/ 43791 h 4222745"/>
              <a:gd name="connsiteX12" fmla="*/ 1250521 w 3973491"/>
              <a:gd name="connsiteY12" fmla="*/ 42610 h 4222745"/>
              <a:gd name="connsiteX13" fmla="*/ 1251564 w 3973491"/>
              <a:gd name="connsiteY13" fmla="*/ 43945 h 4222745"/>
              <a:gd name="connsiteX14" fmla="*/ 1308164 w 3973491"/>
              <a:gd name="connsiteY14" fmla="*/ 58235 h 4222745"/>
              <a:gd name="connsiteX15" fmla="*/ 1597014 w 3973491"/>
              <a:gd name="connsiteY15" fmla="*/ 149265 h 4222745"/>
              <a:gd name="connsiteX16" fmla="*/ 2090962 w 3973491"/>
              <a:gd name="connsiteY16" fmla="*/ 250916 h 4222745"/>
              <a:gd name="connsiteX17" fmla="*/ 2111578 w 3973491"/>
              <a:gd name="connsiteY17" fmla="*/ 257381 h 4222745"/>
              <a:gd name="connsiteX18" fmla="*/ 2101035 w 3973491"/>
              <a:gd name="connsiteY18" fmla="*/ 250940 h 4222745"/>
              <a:gd name="connsiteX19" fmla="*/ 2094972 w 3973491"/>
              <a:gd name="connsiteY19" fmla="*/ 240908 h 4222745"/>
              <a:gd name="connsiteX20" fmla="*/ 2215443 w 3973491"/>
              <a:gd name="connsiteY20" fmla="*/ 289955 h 4222745"/>
              <a:gd name="connsiteX21" fmla="*/ 2223165 w 3973491"/>
              <a:gd name="connsiteY21" fmla="*/ 292377 h 4222745"/>
              <a:gd name="connsiteX22" fmla="*/ 2559027 w 3973491"/>
              <a:gd name="connsiteY22" fmla="*/ 400056 h 4222745"/>
              <a:gd name="connsiteX23" fmla="*/ 2608931 w 3973491"/>
              <a:gd name="connsiteY23" fmla="*/ 440940 h 4222745"/>
              <a:gd name="connsiteX24" fmla="*/ 2669873 w 3973491"/>
              <a:gd name="connsiteY24" fmla="*/ 462665 h 4222745"/>
              <a:gd name="connsiteX25" fmla="*/ 2631295 w 3973491"/>
              <a:gd name="connsiteY25" fmla="*/ 459262 h 4222745"/>
              <a:gd name="connsiteX26" fmla="*/ 2637857 w 3973491"/>
              <a:gd name="connsiteY26" fmla="*/ 464638 h 4222745"/>
              <a:gd name="connsiteX27" fmla="*/ 2781304 w 3973491"/>
              <a:gd name="connsiteY27" fmla="*/ 733463 h 4222745"/>
              <a:gd name="connsiteX28" fmla="*/ 2857127 w 3973491"/>
              <a:gd name="connsiteY28" fmla="*/ 1483678 h 4222745"/>
              <a:gd name="connsiteX29" fmla="*/ 3092618 w 3973491"/>
              <a:gd name="connsiteY29" fmla="*/ 1063044 h 4222745"/>
              <a:gd name="connsiteX30" fmla="*/ 3833267 w 3973491"/>
              <a:gd name="connsiteY30" fmla="*/ 1767634 h 4222745"/>
              <a:gd name="connsiteX31" fmla="*/ 3910731 w 3973491"/>
              <a:gd name="connsiteY31" fmla="*/ 2504112 h 4222745"/>
              <a:gd name="connsiteX32" fmla="*/ 3060630 w 3973491"/>
              <a:gd name="connsiteY32" fmla="*/ 3062702 h 4222745"/>
              <a:gd name="connsiteX33" fmla="*/ 2663832 w 3973491"/>
              <a:gd name="connsiteY33" fmla="*/ 2990879 h 4222745"/>
              <a:gd name="connsiteX34" fmla="*/ 1868959 w 3973491"/>
              <a:gd name="connsiteY34" fmla="*/ 2456426 h 4222745"/>
              <a:gd name="connsiteX35" fmla="*/ 1812911 w 3973491"/>
              <a:gd name="connsiteY35" fmla="*/ 3298775 h 4222745"/>
              <a:gd name="connsiteX36" fmla="*/ 2311415 w 3973491"/>
              <a:gd name="connsiteY36" fmla="*/ 3762386 h 4222745"/>
              <a:gd name="connsiteX37" fmla="*/ 2495936 w 3973491"/>
              <a:gd name="connsiteY37" fmla="*/ 4156295 h 4222745"/>
              <a:gd name="connsiteX38" fmla="*/ 2516781 w 3973491"/>
              <a:gd name="connsiteY38" fmla="*/ 4222745 h 4222745"/>
              <a:gd name="connsiteX39" fmla="*/ 0 w 3973491"/>
              <a:gd name="connsiteY39" fmla="*/ 4222745 h 4222745"/>
              <a:gd name="connsiteX40" fmla="*/ 0 w 3973491"/>
              <a:gd name="connsiteY40" fmla="*/ 63181 h 4222745"/>
              <a:gd name="connsiteX41" fmla="*/ 104700 w 3973491"/>
              <a:gd name="connsiteY41" fmla="*/ 39626 h 4222745"/>
              <a:gd name="connsiteX42" fmla="*/ 949323 w 3973491"/>
              <a:gd name="connsiteY42" fmla="*/ 26 h 4222745"/>
              <a:gd name="connsiteX0" fmla="*/ 2386032 w 3973491"/>
              <a:gd name="connsiteY0" fmla="*/ 3118708 h 4222745"/>
              <a:gd name="connsiteX1" fmla="*/ 2671578 w 3973491"/>
              <a:gd name="connsiteY1" fmla="*/ 3323893 h 4222745"/>
              <a:gd name="connsiteX2" fmla="*/ 2386032 w 3973491"/>
              <a:gd name="connsiteY2" fmla="*/ 3118708 h 4222745"/>
              <a:gd name="connsiteX3" fmla="*/ 2075096 w 3973491"/>
              <a:gd name="connsiteY3" fmla="*/ 2884458 h 4222745"/>
              <a:gd name="connsiteX4" fmla="*/ 2372305 w 3973491"/>
              <a:gd name="connsiteY4" fmla="*/ 3107333 h 4222745"/>
              <a:gd name="connsiteX5" fmla="*/ 2386032 w 3973491"/>
              <a:gd name="connsiteY5" fmla="*/ 3118708 h 4222745"/>
              <a:gd name="connsiteX6" fmla="*/ 2066264 w 3973491"/>
              <a:gd name="connsiteY6" fmla="*/ 2888933 h 4222745"/>
              <a:gd name="connsiteX7" fmla="*/ 2075096 w 3973491"/>
              <a:gd name="connsiteY7" fmla="*/ 2884458 h 4222745"/>
              <a:gd name="connsiteX8" fmla="*/ 949323 w 3973491"/>
              <a:gd name="connsiteY8" fmla="*/ 26 h 4222745"/>
              <a:gd name="connsiteX9" fmla="*/ 1143413 w 3973491"/>
              <a:gd name="connsiteY9" fmla="*/ 16639 h 4222745"/>
              <a:gd name="connsiteX10" fmla="*/ 1250955 w 3973491"/>
              <a:gd name="connsiteY10" fmla="*/ 43791 h 4222745"/>
              <a:gd name="connsiteX11" fmla="*/ 1250521 w 3973491"/>
              <a:gd name="connsiteY11" fmla="*/ 42610 h 4222745"/>
              <a:gd name="connsiteX12" fmla="*/ 1251564 w 3973491"/>
              <a:gd name="connsiteY12" fmla="*/ 43945 h 4222745"/>
              <a:gd name="connsiteX13" fmla="*/ 1308164 w 3973491"/>
              <a:gd name="connsiteY13" fmla="*/ 58235 h 4222745"/>
              <a:gd name="connsiteX14" fmla="*/ 1597014 w 3973491"/>
              <a:gd name="connsiteY14" fmla="*/ 149265 h 4222745"/>
              <a:gd name="connsiteX15" fmla="*/ 2090962 w 3973491"/>
              <a:gd name="connsiteY15" fmla="*/ 250916 h 4222745"/>
              <a:gd name="connsiteX16" fmla="*/ 2111578 w 3973491"/>
              <a:gd name="connsiteY16" fmla="*/ 257381 h 4222745"/>
              <a:gd name="connsiteX17" fmla="*/ 2101035 w 3973491"/>
              <a:gd name="connsiteY17" fmla="*/ 250940 h 4222745"/>
              <a:gd name="connsiteX18" fmla="*/ 2094972 w 3973491"/>
              <a:gd name="connsiteY18" fmla="*/ 240908 h 4222745"/>
              <a:gd name="connsiteX19" fmla="*/ 2215443 w 3973491"/>
              <a:gd name="connsiteY19" fmla="*/ 289955 h 4222745"/>
              <a:gd name="connsiteX20" fmla="*/ 2223165 w 3973491"/>
              <a:gd name="connsiteY20" fmla="*/ 292377 h 4222745"/>
              <a:gd name="connsiteX21" fmla="*/ 2559027 w 3973491"/>
              <a:gd name="connsiteY21" fmla="*/ 400056 h 4222745"/>
              <a:gd name="connsiteX22" fmla="*/ 2608931 w 3973491"/>
              <a:gd name="connsiteY22" fmla="*/ 440940 h 4222745"/>
              <a:gd name="connsiteX23" fmla="*/ 2669873 w 3973491"/>
              <a:gd name="connsiteY23" fmla="*/ 462665 h 4222745"/>
              <a:gd name="connsiteX24" fmla="*/ 2631295 w 3973491"/>
              <a:gd name="connsiteY24" fmla="*/ 459262 h 4222745"/>
              <a:gd name="connsiteX25" fmla="*/ 2637857 w 3973491"/>
              <a:gd name="connsiteY25" fmla="*/ 464638 h 4222745"/>
              <a:gd name="connsiteX26" fmla="*/ 2781304 w 3973491"/>
              <a:gd name="connsiteY26" fmla="*/ 733463 h 4222745"/>
              <a:gd name="connsiteX27" fmla="*/ 2857127 w 3973491"/>
              <a:gd name="connsiteY27" fmla="*/ 1483678 h 4222745"/>
              <a:gd name="connsiteX28" fmla="*/ 3092618 w 3973491"/>
              <a:gd name="connsiteY28" fmla="*/ 1063044 h 4222745"/>
              <a:gd name="connsiteX29" fmla="*/ 3833267 w 3973491"/>
              <a:gd name="connsiteY29" fmla="*/ 1767634 h 4222745"/>
              <a:gd name="connsiteX30" fmla="*/ 3910731 w 3973491"/>
              <a:gd name="connsiteY30" fmla="*/ 2504112 h 4222745"/>
              <a:gd name="connsiteX31" fmla="*/ 3060630 w 3973491"/>
              <a:gd name="connsiteY31" fmla="*/ 3062702 h 4222745"/>
              <a:gd name="connsiteX32" fmla="*/ 2663832 w 3973491"/>
              <a:gd name="connsiteY32" fmla="*/ 2990879 h 4222745"/>
              <a:gd name="connsiteX33" fmla="*/ 1868959 w 3973491"/>
              <a:gd name="connsiteY33" fmla="*/ 2456426 h 4222745"/>
              <a:gd name="connsiteX34" fmla="*/ 1812911 w 3973491"/>
              <a:gd name="connsiteY34" fmla="*/ 3298775 h 4222745"/>
              <a:gd name="connsiteX35" fmla="*/ 2311415 w 3973491"/>
              <a:gd name="connsiteY35" fmla="*/ 3762386 h 4222745"/>
              <a:gd name="connsiteX36" fmla="*/ 2495936 w 3973491"/>
              <a:gd name="connsiteY36" fmla="*/ 4156295 h 4222745"/>
              <a:gd name="connsiteX37" fmla="*/ 2516781 w 3973491"/>
              <a:gd name="connsiteY37" fmla="*/ 4222745 h 4222745"/>
              <a:gd name="connsiteX38" fmla="*/ 0 w 3973491"/>
              <a:gd name="connsiteY38" fmla="*/ 4222745 h 4222745"/>
              <a:gd name="connsiteX39" fmla="*/ 0 w 3973491"/>
              <a:gd name="connsiteY39" fmla="*/ 63181 h 4222745"/>
              <a:gd name="connsiteX40" fmla="*/ 104700 w 3973491"/>
              <a:gd name="connsiteY40" fmla="*/ 39626 h 4222745"/>
              <a:gd name="connsiteX41" fmla="*/ 949323 w 3973491"/>
              <a:gd name="connsiteY41" fmla="*/ 26 h 4222745"/>
              <a:gd name="connsiteX0" fmla="*/ 2075096 w 3973491"/>
              <a:gd name="connsiteY0" fmla="*/ 2884458 h 4222745"/>
              <a:gd name="connsiteX1" fmla="*/ 2372305 w 3973491"/>
              <a:gd name="connsiteY1" fmla="*/ 3107333 h 4222745"/>
              <a:gd name="connsiteX2" fmla="*/ 2386032 w 3973491"/>
              <a:gd name="connsiteY2" fmla="*/ 3118708 h 4222745"/>
              <a:gd name="connsiteX3" fmla="*/ 2066264 w 3973491"/>
              <a:gd name="connsiteY3" fmla="*/ 2888933 h 4222745"/>
              <a:gd name="connsiteX4" fmla="*/ 2075096 w 3973491"/>
              <a:gd name="connsiteY4" fmla="*/ 2884458 h 4222745"/>
              <a:gd name="connsiteX5" fmla="*/ 949323 w 3973491"/>
              <a:gd name="connsiteY5" fmla="*/ 26 h 4222745"/>
              <a:gd name="connsiteX6" fmla="*/ 1143413 w 3973491"/>
              <a:gd name="connsiteY6" fmla="*/ 16639 h 4222745"/>
              <a:gd name="connsiteX7" fmla="*/ 1250955 w 3973491"/>
              <a:gd name="connsiteY7" fmla="*/ 43791 h 4222745"/>
              <a:gd name="connsiteX8" fmla="*/ 1250521 w 3973491"/>
              <a:gd name="connsiteY8" fmla="*/ 42610 h 4222745"/>
              <a:gd name="connsiteX9" fmla="*/ 1251564 w 3973491"/>
              <a:gd name="connsiteY9" fmla="*/ 43945 h 4222745"/>
              <a:gd name="connsiteX10" fmla="*/ 1308164 w 3973491"/>
              <a:gd name="connsiteY10" fmla="*/ 58235 h 4222745"/>
              <a:gd name="connsiteX11" fmla="*/ 1597014 w 3973491"/>
              <a:gd name="connsiteY11" fmla="*/ 149265 h 4222745"/>
              <a:gd name="connsiteX12" fmla="*/ 2090962 w 3973491"/>
              <a:gd name="connsiteY12" fmla="*/ 250916 h 4222745"/>
              <a:gd name="connsiteX13" fmla="*/ 2111578 w 3973491"/>
              <a:gd name="connsiteY13" fmla="*/ 257381 h 4222745"/>
              <a:gd name="connsiteX14" fmla="*/ 2101035 w 3973491"/>
              <a:gd name="connsiteY14" fmla="*/ 250940 h 4222745"/>
              <a:gd name="connsiteX15" fmla="*/ 2094972 w 3973491"/>
              <a:gd name="connsiteY15" fmla="*/ 240908 h 4222745"/>
              <a:gd name="connsiteX16" fmla="*/ 2215443 w 3973491"/>
              <a:gd name="connsiteY16" fmla="*/ 289955 h 4222745"/>
              <a:gd name="connsiteX17" fmla="*/ 2223165 w 3973491"/>
              <a:gd name="connsiteY17" fmla="*/ 292377 h 4222745"/>
              <a:gd name="connsiteX18" fmla="*/ 2559027 w 3973491"/>
              <a:gd name="connsiteY18" fmla="*/ 400056 h 4222745"/>
              <a:gd name="connsiteX19" fmla="*/ 2608931 w 3973491"/>
              <a:gd name="connsiteY19" fmla="*/ 440940 h 4222745"/>
              <a:gd name="connsiteX20" fmla="*/ 2669873 w 3973491"/>
              <a:gd name="connsiteY20" fmla="*/ 462665 h 4222745"/>
              <a:gd name="connsiteX21" fmla="*/ 2631295 w 3973491"/>
              <a:gd name="connsiteY21" fmla="*/ 459262 h 4222745"/>
              <a:gd name="connsiteX22" fmla="*/ 2637857 w 3973491"/>
              <a:gd name="connsiteY22" fmla="*/ 464638 h 4222745"/>
              <a:gd name="connsiteX23" fmla="*/ 2781304 w 3973491"/>
              <a:gd name="connsiteY23" fmla="*/ 733463 h 4222745"/>
              <a:gd name="connsiteX24" fmla="*/ 2857127 w 3973491"/>
              <a:gd name="connsiteY24" fmla="*/ 1483678 h 4222745"/>
              <a:gd name="connsiteX25" fmla="*/ 3092618 w 3973491"/>
              <a:gd name="connsiteY25" fmla="*/ 1063044 h 4222745"/>
              <a:gd name="connsiteX26" fmla="*/ 3833267 w 3973491"/>
              <a:gd name="connsiteY26" fmla="*/ 1767634 h 4222745"/>
              <a:gd name="connsiteX27" fmla="*/ 3910731 w 3973491"/>
              <a:gd name="connsiteY27" fmla="*/ 2504112 h 4222745"/>
              <a:gd name="connsiteX28" fmla="*/ 3060630 w 3973491"/>
              <a:gd name="connsiteY28" fmla="*/ 3062702 h 4222745"/>
              <a:gd name="connsiteX29" fmla="*/ 2663832 w 3973491"/>
              <a:gd name="connsiteY29" fmla="*/ 2990879 h 4222745"/>
              <a:gd name="connsiteX30" fmla="*/ 1868959 w 3973491"/>
              <a:gd name="connsiteY30" fmla="*/ 2456426 h 4222745"/>
              <a:gd name="connsiteX31" fmla="*/ 1812911 w 3973491"/>
              <a:gd name="connsiteY31" fmla="*/ 3298775 h 4222745"/>
              <a:gd name="connsiteX32" fmla="*/ 2311415 w 3973491"/>
              <a:gd name="connsiteY32" fmla="*/ 3762386 h 4222745"/>
              <a:gd name="connsiteX33" fmla="*/ 2495936 w 3973491"/>
              <a:gd name="connsiteY33" fmla="*/ 4156295 h 4222745"/>
              <a:gd name="connsiteX34" fmla="*/ 2516781 w 3973491"/>
              <a:gd name="connsiteY34" fmla="*/ 4222745 h 4222745"/>
              <a:gd name="connsiteX35" fmla="*/ 0 w 3973491"/>
              <a:gd name="connsiteY35" fmla="*/ 4222745 h 4222745"/>
              <a:gd name="connsiteX36" fmla="*/ 0 w 3973491"/>
              <a:gd name="connsiteY36" fmla="*/ 63181 h 4222745"/>
              <a:gd name="connsiteX37" fmla="*/ 104700 w 3973491"/>
              <a:gd name="connsiteY37" fmla="*/ 39626 h 4222745"/>
              <a:gd name="connsiteX38" fmla="*/ 949323 w 3973491"/>
              <a:gd name="connsiteY38" fmla="*/ 26 h 4222745"/>
              <a:gd name="connsiteX0" fmla="*/ 2075096 w 3973491"/>
              <a:gd name="connsiteY0" fmla="*/ 2884458 h 4222745"/>
              <a:gd name="connsiteX1" fmla="*/ 2372305 w 3973491"/>
              <a:gd name="connsiteY1" fmla="*/ 3107333 h 4222745"/>
              <a:gd name="connsiteX2" fmla="*/ 2066264 w 3973491"/>
              <a:gd name="connsiteY2" fmla="*/ 2888933 h 4222745"/>
              <a:gd name="connsiteX3" fmla="*/ 2075096 w 3973491"/>
              <a:gd name="connsiteY3" fmla="*/ 2884458 h 4222745"/>
              <a:gd name="connsiteX4" fmla="*/ 949323 w 3973491"/>
              <a:gd name="connsiteY4" fmla="*/ 26 h 4222745"/>
              <a:gd name="connsiteX5" fmla="*/ 1143413 w 3973491"/>
              <a:gd name="connsiteY5" fmla="*/ 16639 h 4222745"/>
              <a:gd name="connsiteX6" fmla="*/ 1250955 w 3973491"/>
              <a:gd name="connsiteY6" fmla="*/ 43791 h 4222745"/>
              <a:gd name="connsiteX7" fmla="*/ 1250521 w 3973491"/>
              <a:gd name="connsiteY7" fmla="*/ 42610 h 4222745"/>
              <a:gd name="connsiteX8" fmla="*/ 1251564 w 3973491"/>
              <a:gd name="connsiteY8" fmla="*/ 43945 h 4222745"/>
              <a:gd name="connsiteX9" fmla="*/ 1308164 w 3973491"/>
              <a:gd name="connsiteY9" fmla="*/ 58235 h 4222745"/>
              <a:gd name="connsiteX10" fmla="*/ 1597014 w 3973491"/>
              <a:gd name="connsiteY10" fmla="*/ 149265 h 4222745"/>
              <a:gd name="connsiteX11" fmla="*/ 2090962 w 3973491"/>
              <a:gd name="connsiteY11" fmla="*/ 250916 h 4222745"/>
              <a:gd name="connsiteX12" fmla="*/ 2111578 w 3973491"/>
              <a:gd name="connsiteY12" fmla="*/ 257381 h 4222745"/>
              <a:gd name="connsiteX13" fmla="*/ 2101035 w 3973491"/>
              <a:gd name="connsiteY13" fmla="*/ 250940 h 4222745"/>
              <a:gd name="connsiteX14" fmla="*/ 2094972 w 3973491"/>
              <a:gd name="connsiteY14" fmla="*/ 240908 h 4222745"/>
              <a:gd name="connsiteX15" fmla="*/ 2215443 w 3973491"/>
              <a:gd name="connsiteY15" fmla="*/ 289955 h 4222745"/>
              <a:gd name="connsiteX16" fmla="*/ 2223165 w 3973491"/>
              <a:gd name="connsiteY16" fmla="*/ 292377 h 4222745"/>
              <a:gd name="connsiteX17" fmla="*/ 2559027 w 3973491"/>
              <a:gd name="connsiteY17" fmla="*/ 400056 h 4222745"/>
              <a:gd name="connsiteX18" fmla="*/ 2608931 w 3973491"/>
              <a:gd name="connsiteY18" fmla="*/ 440940 h 4222745"/>
              <a:gd name="connsiteX19" fmla="*/ 2669873 w 3973491"/>
              <a:gd name="connsiteY19" fmla="*/ 462665 h 4222745"/>
              <a:gd name="connsiteX20" fmla="*/ 2631295 w 3973491"/>
              <a:gd name="connsiteY20" fmla="*/ 459262 h 4222745"/>
              <a:gd name="connsiteX21" fmla="*/ 2637857 w 3973491"/>
              <a:gd name="connsiteY21" fmla="*/ 464638 h 4222745"/>
              <a:gd name="connsiteX22" fmla="*/ 2781304 w 3973491"/>
              <a:gd name="connsiteY22" fmla="*/ 733463 h 4222745"/>
              <a:gd name="connsiteX23" fmla="*/ 2857127 w 3973491"/>
              <a:gd name="connsiteY23" fmla="*/ 1483678 h 4222745"/>
              <a:gd name="connsiteX24" fmla="*/ 3092618 w 3973491"/>
              <a:gd name="connsiteY24" fmla="*/ 1063044 h 4222745"/>
              <a:gd name="connsiteX25" fmla="*/ 3833267 w 3973491"/>
              <a:gd name="connsiteY25" fmla="*/ 1767634 h 4222745"/>
              <a:gd name="connsiteX26" fmla="*/ 3910731 w 3973491"/>
              <a:gd name="connsiteY26" fmla="*/ 2504112 h 4222745"/>
              <a:gd name="connsiteX27" fmla="*/ 3060630 w 3973491"/>
              <a:gd name="connsiteY27" fmla="*/ 3062702 h 4222745"/>
              <a:gd name="connsiteX28" fmla="*/ 2663832 w 3973491"/>
              <a:gd name="connsiteY28" fmla="*/ 2990879 h 4222745"/>
              <a:gd name="connsiteX29" fmla="*/ 1868959 w 3973491"/>
              <a:gd name="connsiteY29" fmla="*/ 2456426 h 4222745"/>
              <a:gd name="connsiteX30" fmla="*/ 1812911 w 3973491"/>
              <a:gd name="connsiteY30" fmla="*/ 3298775 h 4222745"/>
              <a:gd name="connsiteX31" fmla="*/ 2311415 w 3973491"/>
              <a:gd name="connsiteY31" fmla="*/ 3762386 h 4222745"/>
              <a:gd name="connsiteX32" fmla="*/ 2495936 w 3973491"/>
              <a:gd name="connsiteY32" fmla="*/ 4156295 h 4222745"/>
              <a:gd name="connsiteX33" fmla="*/ 2516781 w 3973491"/>
              <a:gd name="connsiteY33" fmla="*/ 4222745 h 4222745"/>
              <a:gd name="connsiteX34" fmla="*/ 0 w 3973491"/>
              <a:gd name="connsiteY34" fmla="*/ 4222745 h 4222745"/>
              <a:gd name="connsiteX35" fmla="*/ 0 w 3973491"/>
              <a:gd name="connsiteY35" fmla="*/ 63181 h 4222745"/>
              <a:gd name="connsiteX36" fmla="*/ 104700 w 3973491"/>
              <a:gd name="connsiteY36" fmla="*/ 39626 h 4222745"/>
              <a:gd name="connsiteX37" fmla="*/ 949323 w 3973491"/>
              <a:gd name="connsiteY37" fmla="*/ 26 h 4222745"/>
              <a:gd name="connsiteX0" fmla="*/ 949323 w 3973491"/>
              <a:gd name="connsiteY0" fmla="*/ 26 h 4222745"/>
              <a:gd name="connsiteX1" fmla="*/ 1143413 w 3973491"/>
              <a:gd name="connsiteY1" fmla="*/ 16639 h 4222745"/>
              <a:gd name="connsiteX2" fmla="*/ 1250955 w 3973491"/>
              <a:gd name="connsiteY2" fmla="*/ 43791 h 4222745"/>
              <a:gd name="connsiteX3" fmla="*/ 1250521 w 3973491"/>
              <a:gd name="connsiteY3" fmla="*/ 42610 h 4222745"/>
              <a:gd name="connsiteX4" fmla="*/ 1251564 w 3973491"/>
              <a:gd name="connsiteY4" fmla="*/ 43945 h 4222745"/>
              <a:gd name="connsiteX5" fmla="*/ 1308164 w 3973491"/>
              <a:gd name="connsiteY5" fmla="*/ 58235 h 4222745"/>
              <a:gd name="connsiteX6" fmla="*/ 1597014 w 3973491"/>
              <a:gd name="connsiteY6" fmla="*/ 149265 h 4222745"/>
              <a:gd name="connsiteX7" fmla="*/ 2090962 w 3973491"/>
              <a:gd name="connsiteY7" fmla="*/ 250916 h 4222745"/>
              <a:gd name="connsiteX8" fmla="*/ 2111578 w 3973491"/>
              <a:gd name="connsiteY8" fmla="*/ 257381 h 4222745"/>
              <a:gd name="connsiteX9" fmla="*/ 2101035 w 3973491"/>
              <a:gd name="connsiteY9" fmla="*/ 250940 h 4222745"/>
              <a:gd name="connsiteX10" fmla="*/ 2094972 w 3973491"/>
              <a:gd name="connsiteY10" fmla="*/ 240908 h 4222745"/>
              <a:gd name="connsiteX11" fmla="*/ 2215443 w 3973491"/>
              <a:gd name="connsiteY11" fmla="*/ 289955 h 4222745"/>
              <a:gd name="connsiteX12" fmla="*/ 2223165 w 3973491"/>
              <a:gd name="connsiteY12" fmla="*/ 292377 h 4222745"/>
              <a:gd name="connsiteX13" fmla="*/ 2559027 w 3973491"/>
              <a:gd name="connsiteY13" fmla="*/ 400056 h 4222745"/>
              <a:gd name="connsiteX14" fmla="*/ 2608931 w 3973491"/>
              <a:gd name="connsiteY14" fmla="*/ 440940 h 4222745"/>
              <a:gd name="connsiteX15" fmla="*/ 2669873 w 3973491"/>
              <a:gd name="connsiteY15" fmla="*/ 462665 h 4222745"/>
              <a:gd name="connsiteX16" fmla="*/ 2631295 w 3973491"/>
              <a:gd name="connsiteY16" fmla="*/ 459262 h 4222745"/>
              <a:gd name="connsiteX17" fmla="*/ 2637857 w 3973491"/>
              <a:gd name="connsiteY17" fmla="*/ 464638 h 4222745"/>
              <a:gd name="connsiteX18" fmla="*/ 2781304 w 3973491"/>
              <a:gd name="connsiteY18" fmla="*/ 733463 h 4222745"/>
              <a:gd name="connsiteX19" fmla="*/ 2857127 w 3973491"/>
              <a:gd name="connsiteY19" fmla="*/ 1483678 h 4222745"/>
              <a:gd name="connsiteX20" fmla="*/ 3092618 w 3973491"/>
              <a:gd name="connsiteY20" fmla="*/ 1063044 h 4222745"/>
              <a:gd name="connsiteX21" fmla="*/ 3833267 w 3973491"/>
              <a:gd name="connsiteY21" fmla="*/ 1767634 h 4222745"/>
              <a:gd name="connsiteX22" fmla="*/ 3910731 w 3973491"/>
              <a:gd name="connsiteY22" fmla="*/ 2504112 h 4222745"/>
              <a:gd name="connsiteX23" fmla="*/ 3060630 w 3973491"/>
              <a:gd name="connsiteY23" fmla="*/ 3062702 h 4222745"/>
              <a:gd name="connsiteX24" fmla="*/ 2663832 w 3973491"/>
              <a:gd name="connsiteY24" fmla="*/ 2990879 h 4222745"/>
              <a:gd name="connsiteX25" fmla="*/ 1868959 w 3973491"/>
              <a:gd name="connsiteY25" fmla="*/ 2456426 h 4222745"/>
              <a:gd name="connsiteX26" fmla="*/ 1812911 w 3973491"/>
              <a:gd name="connsiteY26" fmla="*/ 3298775 h 4222745"/>
              <a:gd name="connsiteX27" fmla="*/ 2311415 w 3973491"/>
              <a:gd name="connsiteY27" fmla="*/ 3762386 h 4222745"/>
              <a:gd name="connsiteX28" fmla="*/ 2495936 w 3973491"/>
              <a:gd name="connsiteY28" fmla="*/ 4156295 h 4222745"/>
              <a:gd name="connsiteX29" fmla="*/ 2516781 w 3973491"/>
              <a:gd name="connsiteY29" fmla="*/ 4222745 h 4222745"/>
              <a:gd name="connsiteX30" fmla="*/ 0 w 3973491"/>
              <a:gd name="connsiteY30" fmla="*/ 4222745 h 4222745"/>
              <a:gd name="connsiteX31" fmla="*/ 0 w 3973491"/>
              <a:gd name="connsiteY31" fmla="*/ 63181 h 4222745"/>
              <a:gd name="connsiteX32" fmla="*/ 104700 w 3973491"/>
              <a:gd name="connsiteY32" fmla="*/ 39626 h 4222745"/>
              <a:gd name="connsiteX33" fmla="*/ 949323 w 3973491"/>
              <a:gd name="connsiteY33" fmla="*/ 26 h 4222745"/>
              <a:gd name="connsiteX34" fmla="*/ 2463745 w 3973491"/>
              <a:gd name="connsiteY34" fmla="*/ 3198773 h 4222745"/>
              <a:gd name="connsiteX0" fmla="*/ 949323 w 3973491"/>
              <a:gd name="connsiteY0" fmla="*/ 26 h 4222745"/>
              <a:gd name="connsiteX1" fmla="*/ 1143413 w 3973491"/>
              <a:gd name="connsiteY1" fmla="*/ 16639 h 4222745"/>
              <a:gd name="connsiteX2" fmla="*/ 1250955 w 3973491"/>
              <a:gd name="connsiteY2" fmla="*/ 43791 h 4222745"/>
              <a:gd name="connsiteX3" fmla="*/ 1250521 w 3973491"/>
              <a:gd name="connsiteY3" fmla="*/ 42610 h 4222745"/>
              <a:gd name="connsiteX4" fmla="*/ 1251564 w 3973491"/>
              <a:gd name="connsiteY4" fmla="*/ 43945 h 4222745"/>
              <a:gd name="connsiteX5" fmla="*/ 1308164 w 3973491"/>
              <a:gd name="connsiteY5" fmla="*/ 58235 h 4222745"/>
              <a:gd name="connsiteX6" fmla="*/ 1597014 w 3973491"/>
              <a:gd name="connsiteY6" fmla="*/ 149265 h 4222745"/>
              <a:gd name="connsiteX7" fmla="*/ 2090962 w 3973491"/>
              <a:gd name="connsiteY7" fmla="*/ 250916 h 4222745"/>
              <a:gd name="connsiteX8" fmla="*/ 2111578 w 3973491"/>
              <a:gd name="connsiteY8" fmla="*/ 257381 h 4222745"/>
              <a:gd name="connsiteX9" fmla="*/ 2101035 w 3973491"/>
              <a:gd name="connsiteY9" fmla="*/ 250940 h 4222745"/>
              <a:gd name="connsiteX10" fmla="*/ 2094972 w 3973491"/>
              <a:gd name="connsiteY10" fmla="*/ 240908 h 4222745"/>
              <a:gd name="connsiteX11" fmla="*/ 2215443 w 3973491"/>
              <a:gd name="connsiteY11" fmla="*/ 289955 h 4222745"/>
              <a:gd name="connsiteX12" fmla="*/ 2223165 w 3973491"/>
              <a:gd name="connsiteY12" fmla="*/ 292377 h 4222745"/>
              <a:gd name="connsiteX13" fmla="*/ 2559027 w 3973491"/>
              <a:gd name="connsiteY13" fmla="*/ 400056 h 4222745"/>
              <a:gd name="connsiteX14" fmla="*/ 2608931 w 3973491"/>
              <a:gd name="connsiteY14" fmla="*/ 440940 h 4222745"/>
              <a:gd name="connsiteX15" fmla="*/ 2669873 w 3973491"/>
              <a:gd name="connsiteY15" fmla="*/ 462665 h 4222745"/>
              <a:gd name="connsiteX16" fmla="*/ 2631295 w 3973491"/>
              <a:gd name="connsiteY16" fmla="*/ 459262 h 4222745"/>
              <a:gd name="connsiteX17" fmla="*/ 2637857 w 3973491"/>
              <a:gd name="connsiteY17" fmla="*/ 464638 h 4222745"/>
              <a:gd name="connsiteX18" fmla="*/ 2781304 w 3973491"/>
              <a:gd name="connsiteY18" fmla="*/ 733463 h 4222745"/>
              <a:gd name="connsiteX19" fmla="*/ 2857127 w 3973491"/>
              <a:gd name="connsiteY19" fmla="*/ 1483678 h 4222745"/>
              <a:gd name="connsiteX20" fmla="*/ 3092618 w 3973491"/>
              <a:gd name="connsiteY20" fmla="*/ 1063044 h 4222745"/>
              <a:gd name="connsiteX21" fmla="*/ 3833267 w 3973491"/>
              <a:gd name="connsiteY21" fmla="*/ 1767634 h 4222745"/>
              <a:gd name="connsiteX22" fmla="*/ 3910731 w 3973491"/>
              <a:gd name="connsiteY22" fmla="*/ 2504112 h 4222745"/>
              <a:gd name="connsiteX23" fmla="*/ 3060630 w 3973491"/>
              <a:gd name="connsiteY23" fmla="*/ 3062702 h 4222745"/>
              <a:gd name="connsiteX24" fmla="*/ 2663832 w 3973491"/>
              <a:gd name="connsiteY24" fmla="*/ 2990879 h 4222745"/>
              <a:gd name="connsiteX25" fmla="*/ 1868959 w 3973491"/>
              <a:gd name="connsiteY25" fmla="*/ 2456426 h 4222745"/>
              <a:gd name="connsiteX26" fmla="*/ 1812911 w 3973491"/>
              <a:gd name="connsiteY26" fmla="*/ 3298775 h 4222745"/>
              <a:gd name="connsiteX27" fmla="*/ 2311415 w 3973491"/>
              <a:gd name="connsiteY27" fmla="*/ 3762386 h 4222745"/>
              <a:gd name="connsiteX28" fmla="*/ 2495936 w 3973491"/>
              <a:gd name="connsiteY28" fmla="*/ 4156295 h 4222745"/>
              <a:gd name="connsiteX29" fmla="*/ 2516781 w 3973491"/>
              <a:gd name="connsiteY29" fmla="*/ 4222745 h 4222745"/>
              <a:gd name="connsiteX30" fmla="*/ 0 w 3973491"/>
              <a:gd name="connsiteY30" fmla="*/ 4222745 h 4222745"/>
              <a:gd name="connsiteX31" fmla="*/ 0 w 3973491"/>
              <a:gd name="connsiteY31" fmla="*/ 63181 h 4222745"/>
              <a:gd name="connsiteX32" fmla="*/ 104700 w 3973491"/>
              <a:gd name="connsiteY32" fmla="*/ 39626 h 4222745"/>
              <a:gd name="connsiteX33" fmla="*/ 949323 w 3973491"/>
              <a:gd name="connsiteY33" fmla="*/ 26 h 422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973491" h="4222745">
                <a:close/>
                <a:moveTo>
                  <a:pt x="949323" y="26"/>
                </a:moveTo>
                <a:cubicBezTo>
                  <a:pt x="1020225" y="-464"/>
                  <a:pt x="1084264" y="6005"/>
                  <a:pt x="1143413" y="16639"/>
                </a:cubicBezTo>
                <a:lnTo>
                  <a:pt x="1250955" y="43791"/>
                </a:lnTo>
                <a:lnTo>
                  <a:pt x="1250521" y="42610"/>
                </a:lnTo>
                <a:lnTo>
                  <a:pt x="1251564" y="43945"/>
                </a:lnTo>
                <a:lnTo>
                  <a:pt x="1308164" y="58235"/>
                </a:lnTo>
                <a:cubicBezTo>
                  <a:pt x="1410849" y="90565"/>
                  <a:pt x="1501870" y="128366"/>
                  <a:pt x="1597014" y="149265"/>
                </a:cubicBezTo>
                <a:cubicBezTo>
                  <a:pt x="1787302" y="191063"/>
                  <a:pt x="1912612" y="181055"/>
                  <a:pt x="2090962" y="250916"/>
                </a:cubicBezTo>
                <a:lnTo>
                  <a:pt x="2111578" y="257381"/>
                </a:lnTo>
                <a:lnTo>
                  <a:pt x="2101035" y="250940"/>
                </a:lnTo>
                <a:cubicBezTo>
                  <a:pt x="2096203" y="246984"/>
                  <a:pt x="2094055" y="243612"/>
                  <a:pt x="2094972" y="240908"/>
                </a:cubicBezTo>
                <a:lnTo>
                  <a:pt x="2215443" y="289955"/>
                </a:lnTo>
                <a:lnTo>
                  <a:pt x="2223165" y="292377"/>
                </a:lnTo>
                <a:cubicBezTo>
                  <a:pt x="2352933" y="325290"/>
                  <a:pt x="2472769" y="339713"/>
                  <a:pt x="2559027" y="400056"/>
                </a:cubicBezTo>
                <a:lnTo>
                  <a:pt x="2608931" y="440940"/>
                </a:lnTo>
                <a:lnTo>
                  <a:pt x="2669873" y="462665"/>
                </a:lnTo>
                <a:cubicBezTo>
                  <a:pt x="2673600" y="465719"/>
                  <a:pt x="2636631" y="458933"/>
                  <a:pt x="2631295" y="459262"/>
                </a:cubicBezTo>
                <a:lnTo>
                  <a:pt x="2637857" y="464638"/>
                </a:lnTo>
                <a:cubicBezTo>
                  <a:pt x="2709125" y="533963"/>
                  <a:pt x="2757518" y="619032"/>
                  <a:pt x="2781304" y="733463"/>
                </a:cubicBezTo>
                <a:cubicBezTo>
                  <a:pt x="2813018" y="886038"/>
                  <a:pt x="2640137" y="1455715"/>
                  <a:pt x="2857127" y="1483678"/>
                </a:cubicBezTo>
                <a:cubicBezTo>
                  <a:pt x="3014607" y="1546671"/>
                  <a:pt x="2929944" y="1015751"/>
                  <a:pt x="3092618" y="1063044"/>
                </a:cubicBezTo>
                <a:cubicBezTo>
                  <a:pt x="3255293" y="1110337"/>
                  <a:pt x="3880019" y="1607798"/>
                  <a:pt x="3833267" y="1767634"/>
                </a:cubicBezTo>
                <a:cubicBezTo>
                  <a:pt x="3948187" y="1986831"/>
                  <a:pt x="4039504" y="2288251"/>
                  <a:pt x="3910731" y="2504112"/>
                </a:cubicBezTo>
                <a:cubicBezTo>
                  <a:pt x="3781958" y="2719973"/>
                  <a:pt x="3268416" y="2981557"/>
                  <a:pt x="3060630" y="3062702"/>
                </a:cubicBezTo>
                <a:cubicBezTo>
                  <a:pt x="2852844" y="3143846"/>
                  <a:pt x="2862413" y="3091941"/>
                  <a:pt x="2663832" y="2990879"/>
                </a:cubicBezTo>
                <a:cubicBezTo>
                  <a:pt x="2465250" y="2889816"/>
                  <a:pt x="1987524" y="2424734"/>
                  <a:pt x="1868959" y="2456426"/>
                </a:cubicBezTo>
                <a:cubicBezTo>
                  <a:pt x="1750393" y="2488217"/>
                  <a:pt x="1745563" y="3064173"/>
                  <a:pt x="1812911" y="3298775"/>
                </a:cubicBezTo>
                <a:cubicBezTo>
                  <a:pt x="1880259" y="3533377"/>
                  <a:pt x="2156943" y="3592542"/>
                  <a:pt x="2311415" y="3762386"/>
                </a:cubicBezTo>
                <a:cubicBezTo>
                  <a:pt x="2407961" y="3868538"/>
                  <a:pt x="2456518" y="4027620"/>
                  <a:pt x="2495936" y="4156295"/>
                </a:cubicBezTo>
                <a:lnTo>
                  <a:pt x="2516781" y="4222745"/>
                </a:lnTo>
                <a:lnTo>
                  <a:pt x="0" y="4222745"/>
                </a:lnTo>
                <a:lnTo>
                  <a:pt x="0" y="63181"/>
                </a:lnTo>
                <a:lnTo>
                  <a:pt x="104700" y="39626"/>
                </a:lnTo>
                <a:cubicBezTo>
                  <a:pt x="357611" y="-3432"/>
                  <a:pt x="736615" y="1498"/>
                  <a:pt x="949323" y="26"/>
                </a:cubicBezTo>
              </a:path>
            </a:pathLst>
          </a:custGeom>
          <a:solidFill>
            <a:schemeClr val="tx1">
              <a:lumMod val="95000"/>
              <a:lumOff val="5000"/>
            </a:schemeClr>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264620167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45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534193" y="1125923"/>
            <a:ext cx="4777395" cy="4613104"/>
          </a:xfrm>
          <a:custGeom>
            <a:avLst/>
            <a:gdLst>
              <a:gd name="connsiteX0" fmla="*/ 0 w 3429000"/>
              <a:gd name="connsiteY0" fmla="*/ 1714500 h 3429000"/>
              <a:gd name="connsiteX1" fmla="*/ 1714500 w 3429000"/>
              <a:gd name="connsiteY1" fmla="*/ 0 h 3429000"/>
              <a:gd name="connsiteX2" fmla="*/ 3429000 w 3429000"/>
              <a:gd name="connsiteY2" fmla="*/ 1714500 h 3429000"/>
              <a:gd name="connsiteX3" fmla="*/ 1714500 w 3429000"/>
              <a:gd name="connsiteY3" fmla="*/ 3429000 h 3429000"/>
              <a:gd name="connsiteX4" fmla="*/ 0 w 3429000"/>
              <a:gd name="connsiteY4" fmla="*/ 1714500 h 3429000"/>
              <a:gd name="connsiteX0" fmla="*/ 179756 w 3608756"/>
              <a:gd name="connsiteY0" fmla="*/ 1738816 h 3453316"/>
              <a:gd name="connsiteX1" fmla="*/ 245478 w 3608756"/>
              <a:gd name="connsiteY1" fmla="*/ 796793 h 3453316"/>
              <a:gd name="connsiteX2" fmla="*/ 1894256 w 3608756"/>
              <a:gd name="connsiteY2" fmla="*/ 24316 h 3453316"/>
              <a:gd name="connsiteX3" fmla="*/ 3608756 w 3608756"/>
              <a:gd name="connsiteY3" fmla="*/ 1738816 h 3453316"/>
              <a:gd name="connsiteX4" fmla="*/ 1894256 w 3608756"/>
              <a:gd name="connsiteY4" fmla="*/ 3453316 h 3453316"/>
              <a:gd name="connsiteX5" fmla="*/ 179756 w 3608756"/>
              <a:gd name="connsiteY5" fmla="*/ 1738816 h 3453316"/>
              <a:gd name="connsiteX0" fmla="*/ 179756 w 3620053"/>
              <a:gd name="connsiteY0" fmla="*/ 1735057 h 3449557"/>
              <a:gd name="connsiteX1" fmla="*/ 245478 w 3620053"/>
              <a:gd name="connsiteY1" fmla="*/ 793034 h 3449557"/>
              <a:gd name="connsiteX2" fmla="*/ 1894256 w 3620053"/>
              <a:gd name="connsiteY2" fmla="*/ 20557 h 3449557"/>
              <a:gd name="connsiteX3" fmla="*/ 3034398 w 3620053"/>
              <a:gd name="connsiteY3" fmla="*/ 356154 h 3449557"/>
              <a:gd name="connsiteX4" fmla="*/ 3608756 w 3620053"/>
              <a:gd name="connsiteY4" fmla="*/ 1735057 h 3449557"/>
              <a:gd name="connsiteX5" fmla="*/ 1894256 w 3620053"/>
              <a:gd name="connsiteY5" fmla="*/ 3449557 h 3449557"/>
              <a:gd name="connsiteX6" fmla="*/ 179756 w 3620053"/>
              <a:gd name="connsiteY6" fmla="*/ 1735057 h 3449557"/>
              <a:gd name="connsiteX0" fmla="*/ 179756 w 3631562"/>
              <a:gd name="connsiteY0" fmla="*/ 1735057 h 3455678"/>
              <a:gd name="connsiteX1" fmla="*/ 245478 w 3631562"/>
              <a:gd name="connsiteY1" fmla="*/ 793034 h 3455678"/>
              <a:gd name="connsiteX2" fmla="*/ 1894256 w 3631562"/>
              <a:gd name="connsiteY2" fmla="*/ 20557 h 3455678"/>
              <a:gd name="connsiteX3" fmla="*/ 3034398 w 3631562"/>
              <a:gd name="connsiteY3" fmla="*/ 356154 h 3455678"/>
              <a:gd name="connsiteX4" fmla="*/ 3608756 w 3631562"/>
              <a:gd name="connsiteY4" fmla="*/ 1735057 h 3455678"/>
              <a:gd name="connsiteX5" fmla="*/ 3212198 w 3631562"/>
              <a:gd name="connsiteY5" fmla="*/ 2286554 h 3455678"/>
              <a:gd name="connsiteX6" fmla="*/ 1894256 w 3631562"/>
              <a:gd name="connsiteY6" fmla="*/ 3449557 h 3455678"/>
              <a:gd name="connsiteX7" fmla="*/ 179756 w 3631562"/>
              <a:gd name="connsiteY7" fmla="*/ 1735057 h 3455678"/>
              <a:gd name="connsiteX0" fmla="*/ 179756 w 3614488"/>
              <a:gd name="connsiteY0" fmla="*/ 1730813 h 3451434"/>
              <a:gd name="connsiteX1" fmla="*/ 245478 w 3614488"/>
              <a:gd name="connsiteY1" fmla="*/ 788790 h 3451434"/>
              <a:gd name="connsiteX2" fmla="*/ 1894256 w 3614488"/>
              <a:gd name="connsiteY2" fmla="*/ 16313 h 3451434"/>
              <a:gd name="connsiteX3" fmla="*/ 3034398 w 3614488"/>
              <a:gd name="connsiteY3" fmla="*/ 351910 h 3451434"/>
              <a:gd name="connsiteX4" fmla="*/ 3318877 w 3614488"/>
              <a:gd name="connsiteY4" fmla="*/ 1357749 h 3451434"/>
              <a:gd name="connsiteX5" fmla="*/ 3608756 w 3614488"/>
              <a:gd name="connsiteY5" fmla="*/ 1730813 h 3451434"/>
              <a:gd name="connsiteX6" fmla="*/ 3212198 w 3614488"/>
              <a:gd name="connsiteY6" fmla="*/ 2282310 h 3451434"/>
              <a:gd name="connsiteX7" fmla="*/ 1894256 w 3614488"/>
              <a:gd name="connsiteY7" fmla="*/ 3445313 h 3451434"/>
              <a:gd name="connsiteX8" fmla="*/ 179756 w 3614488"/>
              <a:gd name="connsiteY8" fmla="*/ 1730813 h 3451434"/>
              <a:gd name="connsiteX0" fmla="*/ 116026 w 3550758"/>
              <a:gd name="connsiteY0" fmla="*/ 1730813 h 3448473"/>
              <a:gd name="connsiteX1" fmla="*/ 181748 w 3550758"/>
              <a:gd name="connsiteY1" fmla="*/ 788790 h 3448473"/>
              <a:gd name="connsiteX2" fmla="*/ 1830526 w 3550758"/>
              <a:gd name="connsiteY2" fmla="*/ 16313 h 3448473"/>
              <a:gd name="connsiteX3" fmla="*/ 2970668 w 3550758"/>
              <a:gd name="connsiteY3" fmla="*/ 351910 h 3448473"/>
              <a:gd name="connsiteX4" fmla="*/ 3255147 w 3550758"/>
              <a:gd name="connsiteY4" fmla="*/ 1357749 h 3448473"/>
              <a:gd name="connsiteX5" fmla="*/ 3545026 w 3550758"/>
              <a:gd name="connsiteY5" fmla="*/ 1730813 h 3448473"/>
              <a:gd name="connsiteX6" fmla="*/ 3148468 w 3550758"/>
              <a:gd name="connsiteY6" fmla="*/ 2282310 h 3448473"/>
              <a:gd name="connsiteX7" fmla="*/ 1830526 w 3550758"/>
              <a:gd name="connsiteY7" fmla="*/ 3445313 h 3448473"/>
              <a:gd name="connsiteX8" fmla="*/ 842147 w 3550758"/>
              <a:gd name="connsiteY8" fmla="*/ 2597269 h 3448473"/>
              <a:gd name="connsiteX9" fmla="*/ 116026 w 3550758"/>
              <a:gd name="connsiteY9" fmla="*/ 1730813 h 3448473"/>
              <a:gd name="connsiteX0" fmla="*/ 116026 w 3550758"/>
              <a:gd name="connsiteY0" fmla="*/ 1730813 h 3450930"/>
              <a:gd name="connsiteX1" fmla="*/ 181748 w 3550758"/>
              <a:gd name="connsiteY1" fmla="*/ 788790 h 3450930"/>
              <a:gd name="connsiteX2" fmla="*/ 1830526 w 3550758"/>
              <a:gd name="connsiteY2" fmla="*/ 16313 h 3450930"/>
              <a:gd name="connsiteX3" fmla="*/ 2970668 w 3550758"/>
              <a:gd name="connsiteY3" fmla="*/ 351910 h 3450930"/>
              <a:gd name="connsiteX4" fmla="*/ 3255147 w 3550758"/>
              <a:gd name="connsiteY4" fmla="*/ 1357749 h 3450930"/>
              <a:gd name="connsiteX5" fmla="*/ 3545026 w 3550758"/>
              <a:gd name="connsiteY5" fmla="*/ 1730813 h 3450930"/>
              <a:gd name="connsiteX6" fmla="*/ 3148468 w 3550758"/>
              <a:gd name="connsiteY6" fmla="*/ 2282310 h 3450930"/>
              <a:gd name="connsiteX7" fmla="*/ 2894467 w 3550758"/>
              <a:gd name="connsiteY7" fmla="*/ 2932550 h 3450930"/>
              <a:gd name="connsiteX8" fmla="*/ 1830526 w 3550758"/>
              <a:gd name="connsiteY8" fmla="*/ 3445313 h 3450930"/>
              <a:gd name="connsiteX9" fmla="*/ 842147 w 3550758"/>
              <a:gd name="connsiteY9" fmla="*/ 2597269 h 3450930"/>
              <a:gd name="connsiteX10" fmla="*/ 116026 w 3550758"/>
              <a:gd name="connsiteY10" fmla="*/ 1730813 h 3450930"/>
              <a:gd name="connsiteX0" fmla="*/ 116026 w 3550758"/>
              <a:gd name="connsiteY0" fmla="*/ 1717633 h 3437750"/>
              <a:gd name="connsiteX1" fmla="*/ 181748 w 3550758"/>
              <a:gd name="connsiteY1" fmla="*/ 775610 h 3437750"/>
              <a:gd name="connsiteX2" fmla="*/ 765947 w 3550758"/>
              <a:gd name="connsiteY2" fmla="*/ 206649 h 3437750"/>
              <a:gd name="connsiteX3" fmla="*/ 1830526 w 3550758"/>
              <a:gd name="connsiteY3" fmla="*/ 3133 h 3437750"/>
              <a:gd name="connsiteX4" fmla="*/ 2970668 w 3550758"/>
              <a:gd name="connsiteY4" fmla="*/ 338730 h 3437750"/>
              <a:gd name="connsiteX5" fmla="*/ 3255147 w 3550758"/>
              <a:gd name="connsiteY5" fmla="*/ 1344569 h 3437750"/>
              <a:gd name="connsiteX6" fmla="*/ 3545026 w 3550758"/>
              <a:gd name="connsiteY6" fmla="*/ 1717633 h 3437750"/>
              <a:gd name="connsiteX7" fmla="*/ 3148468 w 3550758"/>
              <a:gd name="connsiteY7" fmla="*/ 2269130 h 3437750"/>
              <a:gd name="connsiteX8" fmla="*/ 2894467 w 3550758"/>
              <a:gd name="connsiteY8" fmla="*/ 2919370 h 3437750"/>
              <a:gd name="connsiteX9" fmla="*/ 1830526 w 3550758"/>
              <a:gd name="connsiteY9" fmla="*/ 3432133 h 3437750"/>
              <a:gd name="connsiteX10" fmla="*/ 842147 w 3550758"/>
              <a:gd name="connsiteY10" fmla="*/ 2584089 h 3437750"/>
              <a:gd name="connsiteX11" fmla="*/ 116026 w 3550758"/>
              <a:gd name="connsiteY11" fmla="*/ 1717633 h 3437750"/>
              <a:gd name="connsiteX0" fmla="*/ 150619 w 3585351"/>
              <a:gd name="connsiteY0" fmla="*/ 1717633 h 3437750"/>
              <a:gd name="connsiteX1" fmla="*/ 2980 w 3585351"/>
              <a:gd name="connsiteY1" fmla="*/ 1438205 h 3437750"/>
              <a:gd name="connsiteX2" fmla="*/ 216341 w 3585351"/>
              <a:gd name="connsiteY2" fmla="*/ 775610 h 3437750"/>
              <a:gd name="connsiteX3" fmla="*/ 800540 w 3585351"/>
              <a:gd name="connsiteY3" fmla="*/ 206649 h 3437750"/>
              <a:gd name="connsiteX4" fmla="*/ 1865119 w 3585351"/>
              <a:gd name="connsiteY4" fmla="*/ 3133 h 3437750"/>
              <a:gd name="connsiteX5" fmla="*/ 3005261 w 3585351"/>
              <a:gd name="connsiteY5" fmla="*/ 338730 h 3437750"/>
              <a:gd name="connsiteX6" fmla="*/ 3289740 w 3585351"/>
              <a:gd name="connsiteY6" fmla="*/ 1344569 h 3437750"/>
              <a:gd name="connsiteX7" fmla="*/ 3579619 w 3585351"/>
              <a:gd name="connsiteY7" fmla="*/ 1717633 h 3437750"/>
              <a:gd name="connsiteX8" fmla="*/ 3183061 w 3585351"/>
              <a:gd name="connsiteY8" fmla="*/ 2269130 h 3437750"/>
              <a:gd name="connsiteX9" fmla="*/ 2929060 w 3585351"/>
              <a:gd name="connsiteY9" fmla="*/ 2919370 h 3437750"/>
              <a:gd name="connsiteX10" fmla="*/ 1865119 w 3585351"/>
              <a:gd name="connsiteY10" fmla="*/ 3432133 h 3437750"/>
              <a:gd name="connsiteX11" fmla="*/ 876740 w 3585351"/>
              <a:gd name="connsiteY11" fmla="*/ 2584089 h 3437750"/>
              <a:gd name="connsiteX12" fmla="*/ 150619 w 3585351"/>
              <a:gd name="connsiteY12" fmla="*/ 1717633 h 3437750"/>
              <a:gd name="connsiteX0" fmla="*/ 148314 w 3583046"/>
              <a:gd name="connsiteY0" fmla="*/ 1717633 h 3437750"/>
              <a:gd name="connsiteX1" fmla="*/ 675 w 3583046"/>
              <a:gd name="connsiteY1" fmla="*/ 1438205 h 3437750"/>
              <a:gd name="connsiteX2" fmla="*/ 214036 w 3583046"/>
              <a:gd name="connsiteY2" fmla="*/ 775610 h 3437750"/>
              <a:gd name="connsiteX3" fmla="*/ 798235 w 3583046"/>
              <a:gd name="connsiteY3" fmla="*/ 206649 h 3437750"/>
              <a:gd name="connsiteX4" fmla="*/ 1862814 w 3583046"/>
              <a:gd name="connsiteY4" fmla="*/ 3133 h 3437750"/>
              <a:gd name="connsiteX5" fmla="*/ 3002956 w 3583046"/>
              <a:gd name="connsiteY5" fmla="*/ 338730 h 3437750"/>
              <a:gd name="connsiteX6" fmla="*/ 3287435 w 3583046"/>
              <a:gd name="connsiteY6" fmla="*/ 1344569 h 3437750"/>
              <a:gd name="connsiteX7" fmla="*/ 3577314 w 3583046"/>
              <a:gd name="connsiteY7" fmla="*/ 1717633 h 3437750"/>
              <a:gd name="connsiteX8" fmla="*/ 3180756 w 3583046"/>
              <a:gd name="connsiteY8" fmla="*/ 2269130 h 3437750"/>
              <a:gd name="connsiteX9" fmla="*/ 2926755 w 3583046"/>
              <a:gd name="connsiteY9" fmla="*/ 2919370 h 3437750"/>
              <a:gd name="connsiteX10" fmla="*/ 1862814 w 3583046"/>
              <a:gd name="connsiteY10" fmla="*/ 3432133 h 3437750"/>
              <a:gd name="connsiteX11" fmla="*/ 874435 w 3583046"/>
              <a:gd name="connsiteY11" fmla="*/ 2584089 h 3437750"/>
              <a:gd name="connsiteX12" fmla="*/ 198796 w 3583046"/>
              <a:gd name="connsiteY12" fmla="*/ 2139245 h 3437750"/>
              <a:gd name="connsiteX13" fmla="*/ 148314 w 3583046"/>
              <a:gd name="connsiteY13" fmla="*/ 1717633 h 3437750"/>
              <a:gd name="connsiteX0" fmla="*/ 148314 w 3583046"/>
              <a:gd name="connsiteY0" fmla="*/ 1717633 h 3437750"/>
              <a:gd name="connsiteX1" fmla="*/ 675 w 3583046"/>
              <a:gd name="connsiteY1" fmla="*/ 1438205 h 3437750"/>
              <a:gd name="connsiteX2" fmla="*/ 214036 w 3583046"/>
              <a:gd name="connsiteY2" fmla="*/ 775610 h 3437750"/>
              <a:gd name="connsiteX3" fmla="*/ 798235 w 3583046"/>
              <a:gd name="connsiteY3" fmla="*/ 206649 h 3437750"/>
              <a:gd name="connsiteX4" fmla="*/ 1862814 w 3583046"/>
              <a:gd name="connsiteY4" fmla="*/ 3133 h 3437750"/>
              <a:gd name="connsiteX5" fmla="*/ 3002956 w 3583046"/>
              <a:gd name="connsiteY5" fmla="*/ 338730 h 3437750"/>
              <a:gd name="connsiteX6" fmla="*/ 3287435 w 3583046"/>
              <a:gd name="connsiteY6" fmla="*/ 1344569 h 3437750"/>
              <a:gd name="connsiteX7" fmla="*/ 3577314 w 3583046"/>
              <a:gd name="connsiteY7" fmla="*/ 1717633 h 3437750"/>
              <a:gd name="connsiteX8" fmla="*/ 3180756 w 3583046"/>
              <a:gd name="connsiteY8" fmla="*/ 2269130 h 3437750"/>
              <a:gd name="connsiteX9" fmla="*/ 2926755 w 3583046"/>
              <a:gd name="connsiteY9" fmla="*/ 2919370 h 3437750"/>
              <a:gd name="connsiteX10" fmla="*/ 1862814 w 3583046"/>
              <a:gd name="connsiteY10" fmla="*/ 3432133 h 3437750"/>
              <a:gd name="connsiteX11" fmla="*/ 874435 w 3583046"/>
              <a:gd name="connsiteY11" fmla="*/ 2584089 h 3437750"/>
              <a:gd name="connsiteX12" fmla="*/ 818555 w 3583046"/>
              <a:gd name="connsiteY12" fmla="*/ 1494085 h 3437750"/>
              <a:gd name="connsiteX13" fmla="*/ 198796 w 3583046"/>
              <a:gd name="connsiteY13" fmla="*/ 2139245 h 3437750"/>
              <a:gd name="connsiteX14" fmla="*/ 148314 w 3583046"/>
              <a:gd name="connsiteY14" fmla="*/ 1717633 h 3437750"/>
              <a:gd name="connsiteX0" fmla="*/ 148314 w 3583046"/>
              <a:gd name="connsiteY0" fmla="*/ 1717633 h 3437750"/>
              <a:gd name="connsiteX1" fmla="*/ 675 w 3583046"/>
              <a:gd name="connsiteY1" fmla="*/ 1438205 h 3437750"/>
              <a:gd name="connsiteX2" fmla="*/ 214036 w 3583046"/>
              <a:gd name="connsiteY2" fmla="*/ 775610 h 3437750"/>
              <a:gd name="connsiteX3" fmla="*/ 798235 w 3583046"/>
              <a:gd name="connsiteY3" fmla="*/ 206649 h 3437750"/>
              <a:gd name="connsiteX4" fmla="*/ 1862814 w 3583046"/>
              <a:gd name="connsiteY4" fmla="*/ 3133 h 3437750"/>
              <a:gd name="connsiteX5" fmla="*/ 3002956 w 3583046"/>
              <a:gd name="connsiteY5" fmla="*/ 338730 h 3437750"/>
              <a:gd name="connsiteX6" fmla="*/ 3287435 w 3583046"/>
              <a:gd name="connsiteY6" fmla="*/ 1344569 h 3437750"/>
              <a:gd name="connsiteX7" fmla="*/ 3577314 w 3583046"/>
              <a:gd name="connsiteY7" fmla="*/ 1717633 h 3437750"/>
              <a:gd name="connsiteX8" fmla="*/ 3180756 w 3583046"/>
              <a:gd name="connsiteY8" fmla="*/ 2269130 h 3437750"/>
              <a:gd name="connsiteX9" fmla="*/ 2926755 w 3583046"/>
              <a:gd name="connsiteY9" fmla="*/ 2919370 h 3437750"/>
              <a:gd name="connsiteX10" fmla="*/ 1862814 w 3583046"/>
              <a:gd name="connsiteY10" fmla="*/ 3432133 h 3437750"/>
              <a:gd name="connsiteX11" fmla="*/ 874435 w 3583046"/>
              <a:gd name="connsiteY11" fmla="*/ 2584089 h 3437750"/>
              <a:gd name="connsiteX12" fmla="*/ 818555 w 3583046"/>
              <a:gd name="connsiteY12" fmla="*/ 1494085 h 3437750"/>
              <a:gd name="connsiteX13" fmla="*/ 198796 w 3583046"/>
              <a:gd name="connsiteY13" fmla="*/ 2139245 h 3437750"/>
              <a:gd name="connsiteX14" fmla="*/ 148314 w 3583046"/>
              <a:gd name="connsiteY14" fmla="*/ 1717633 h 3437750"/>
              <a:gd name="connsiteX0" fmla="*/ 148314 w 3583046"/>
              <a:gd name="connsiteY0" fmla="*/ 1717633 h 3437750"/>
              <a:gd name="connsiteX1" fmla="*/ 675 w 3583046"/>
              <a:gd name="connsiteY1" fmla="*/ 1438205 h 3437750"/>
              <a:gd name="connsiteX2" fmla="*/ 214036 w 3583046"/>
              <a:gd name="connsiteY2" fmla="*/ 775610 h 3437750"/>
              <a:gd name="connsiteX3" fmla="*/ 798235 w 3583046"/>
              <a:gd name="connsiteY3" fmla="*/ 206649 h 3437750"/>
              <a:gd name="connsiteX4" fmla="*/ 1862814 w 3583046"/>
              <a:gd name="connsiteY4" fmla="*/ 3133 h 3437750"/>
              <a:gd name="connsiteX5" fmla="*/ 3002956 w 3583046"/>
              <a:gd name="connsiteY5" fmla="*/ 338730 h 3437750"/>
              <a:gd name="connsiteX6" fmla="*/ 3287435 w 3583046"/>
              <a:gd name="connsiteY6" fmla="*/ 1344569 h 3437750"/>
              <a:gd name="connsiteX7" fmla="*/ 3577314 w 3583046"/>
              <a:gd name="connsiteY7" fmla="*/ 1717633 h 3437750"/>
              <a:gd name="connsiteX8" fmla="*/ 3180756 w 3583046"/>
              <a:gd name="connsiteY8" fmla="*/ 2269130 h 3437750"/>
              <a:gd name="connsiteX9" fmla="*/ 2926755 w 3583046"/>
              <a:gd name="connsiteY9" fmla="*/ 2919370 h 3437750"/>
              <a:gd name="connsiteX10" fmla="*/ 1862814 w 3583046"/>
              <a:gd name="connsiteY10" fmla="*/ 3432133 h 3437750"/>
              <a:gd name="connsiteX11" fmla="*/ 874435 w 3583046"/>
              <a:gd name="connsiteY11" fmla="*/ 2584089 h 3437750"/>
              <a:gd name="connsiteX12" fmla="*/ 818555 w 3583046"/>
              <a:gd name="connsiteY12" fmla="*/ 1494085 h 3437750"/>
              <a:gd name="connsiteX13" fmla="*/ 198796 w 3583046"/>
              <a:gd name="connsiteY13" fmla="*/ 2139245 h 3437750"/>
              <a:gd name="connsiteX14" fmla="*/ 148314 w 3583046"/>
              <a:gd name="connsiteY14" fmla="*/ 1717633 h 3437750"/>
              <a:gd name="connsiteX0" fmla="*/ 148314 w 3583046"/>
              <a:gd name="connsiteY0" fmla="*/ 1717633 h 3433264"/>
              <a:gd name="connsiteX1" fmla="*/ 675 w 3583046"/>
              <a:gd name="connsiteY1" fmla="*/ 1438205 h 3433264"/>
              <a:gd name="connsiteX2" fmla="*/ 214036 w 3583046"/>
              <a:gd name="connsiteY2" fmla="*/ 775610 h 3433264"/>
              <a:gd name="connsiteX3" fmla="*/ 798235 w 3583046"/>
              <a:gd name="connsiteY3" fmla="*/ 206649 h 3433264"/>
              <a:gd name="connsiteX4" fmla="*/ 1862814 w 3583046"/>
              <a:gd name="connsiteY4" fmla="*/ 3133 h 3433264"/>
              <a:gd name="connsiteX5" fmla="*/ 3002956 w 3583046"/>
              <a:gd name="connsiteY5" fmla="*/ 338730 h 3433264"/>
              <a:gd name="connsiteX6" fmla="*/ 3287435 w 3583046"/>
              <a:gd name="connsiteY6" fmla="*/ 1344569 h 3433264"/>
              <a:gd name="connsiteX7" fmla="*/ 3577314 w 3583046"/>
              <a:gd name="connsiteY7" fmla="*/ 1717633 h 3433264"/>
              <a:gd name="connsiteX8" fmla="*/ 3180756 w 3583046"/>
              <a:gd name="connsiteY8" fmla="*/ 2269130 h 3433264"/>
              <a:gd name="connsiteX9" fmla="*/ 2926755 w 3583046"/>
              <a:gd name="connsiteY9" fmla="*/ 2919370 h 3433264"/>
              <a:gd name="connsiteX10" fmla="*/ 1862814 w 3583046"/>
              <a:gd name="connsiteY10" fmla="*/ 3432133 h 3433264"/>
              <a:gd name="connsiteX11" fmla="*/ 1489115 w 3583046"/>
              <a:gd name="connsiteY11" fmla="*/ 3043485 h 3433264"/>
              <a:gd name="connsiteX12" fmla="*/ 874435 w 3583046"/>
              <a:gd name="connsiteY12" fmla="*/ 2584089 h 3433264"/>
              <a:gd name="connsiteX13" fmla="*/ 818555 w 3583046"/>
              <a:gd name="connsiteY13" fmla="*/ 1494085 h 3433264"/>
              <a:gd name="connsiteX14" fmla="*/ 198796 w 3583046"/>
              <a:gd name="connsiteY14" fmla="*/ 2139245 h 3433264"/>
              <a:gd name="connsiteX15" fmla="*/ 148314 w 3583046"/>
              <a:gd name="connsiteY15" fmla="*/ 1717633 h 3433264"/>
              <a:gd name="connsiteX0" fmla="*/ 148314 w 3583046"/>
              <a:gd name="connsiteY0" fmla="*/ 1726066 h 3441697"/>
              <a:gd name="connsiteX1" fmla="*/ 675 w 3583046"/>
              <a:gd name="connsiteY1" fmla="*/ 1446638 h 3441697"/>
              <a:gd name="connsiteX2" fmla="*/ 214036 w 3583046"/>
              <a:gd name="connsiteY2" fmla="*/ 784043 h 3441697"/>
              <a:gd name="connsiteX3" fmla="*/ 798235 w 3583046"/>
              <a:gd name="connsiteY3" fmla="*/ 215082 h 3441697"/>
              <a:gd name="connsiteX4" fmla="*/ 1862814 w 3583046"/>
              <a:gd name="connsiteY4" fmla="*/ 11566 h 3441697"/>
              <a:gd name="connsiteX5" fmla="*/ 2576235 w 3583046"/>
              <a:gd name="connsiteY5" fmla="*/ 59798 h 3441697"/>
              <a:gd name="connsiteX6" fmla="*/ 3002956 w 3583046"/>
              <a:gd name="connsiteY6" fmla="*/ 347163 h 3441697"/>
              <a:gd name="connsiteX7" fmla="*/ 3287435 w 3583046"/>
              <a:gd name="connsiteY7" fmla="*/ 1353002 h 3441697"/>
              <a:gd name="connsiteX8" fmla="*/ 3577314 w 3583046"/>
              <a:gd name="connsiteY8" fmla="*/ 1726066 h 3441697"/>
              <a:gd name="connsiteX9" fmla="*/ 3180756 w 3583046"/>
              <a:gd name="connsiteY9" fmla="*/ 2277563 h 3441697"/>
              <a:gd name="connsiteX10" fmla="*/ 2926755 w 3583046"/>
              <a:gd name="connsiteY10" fmla="*/ 2927803 h 3441697"/>
              <a:gd name="connsiteX11" fmla="*/ 1862814 w 3583046"/>
              <a:gd name="connsiteY11" fmla="*/ 3440566 h 3441697"/>
              <a:gd name="connsiteX12" fmla="*/ 1489115 w 3583046"/>
              <a:gd name="connsiteY12" fmla="*/ 3051918 h 3441697"/>
              <a:gd name="connsiteX13" fmla="*/ 874435 w 3583046"/>
              <a:gd name="connsiteY13" fmla="*/ 2592522 h 3441697"/>
              <a:gd name="connsiteX14" fmla="*/ 818555 w 3583046"/>
              <a:gd name="connsiteY14" fmla="*/ 1502518 h 3441697"/>
              <a:gd name="connsiteX15" fmla="*/ 198796 w 3583046"/>
              <a:gd name="connsiteY15" fmla="*/ 2147678 h 3441697"/>
              <a:gd name="connsiteX16" fmla="*/ 148314 w 3583046"/>
              <a:gd name="connsiteY16" fmla="*/ 1726066 h 3441697"/>
              <a:gd name="connsiteX0" fmla="*/ 148314 w 3583046"/>
              <a:gd name="connsiteY0" fmla="*/ 1726066 h 3459828"/>
              <a:gd name="connsiteX1" fmla="*/ 675 w 3583046"/>
              <a:gd name="connsiteY1" fmla="*/ 1446638 h 3459828"/>
              <a:gd name="connsiteX2" fmla="*/ 214036 w 3583046"/>
              <a:gd name="connsiteY2" fmla="*/ 784043 h 3459828"/>
              <a:gd name="connsiteX3" fmla="*/ 798235 w 3583046"/>
              <a:gd name="connsiteY3" fmla="*/ 215082 h 3459828"/>
              <a:gd name="connsiteX4" fmla="*/ 1862814 w 3583046"/>
              <a:gd name="connsiteY4" fmla="*/ 11566 h 3459828"/>
              <a:gd name="connsiteX5" fmla="*/ 2576235 w 3583046"/>
              <a:gd name="connsiteY5" fmla="*/ 59798 h 3459828"/>
              <a:gd name="connsiteX6" fmla="*/ 3002956 w 3583046"/>
              <a:gd name="connsiteY6" fmla="*/ 347163 h 3459828"/>
              <a:gd name="connsiteX7" fmla="*/ 3287435 w 3583046"/>
              <a:gd name="connsiteY7" fmla="*/ 1353002 h 3459828"/>
              <a:gd name="connsiteX8" fmla="*/ 3577314 w 3583046"/>
              <a:gd name="connsiteY8" fmla="*/ 1726066 h 3459828"/>
              <a:gd name="connsiteX9" fmla="*/ 3180756 w 3583046"/>
              <a:gd name="connsiteY9" fmla="*/ 2277563 h 3459828"/>
              <a:gd name="connsiteX10" fmla="*/ 2926755 w 3583046"/>
              <a:gd name="connsiteY10" fmla="*/ 2927803 h 3459828"/>
              <a:gd name="connsiteX11" fmla="*/ 2423835 w 3583046"/>
              <a:gd name="connsiteY11" fmla="*/ 3351639 h 3459828"/>
              <a:gd name="connsiteX12" fmla="*/ 1862814 w 3583046"/>
              <a:gd name="connsiteY12" fmla="*/ 3440566 h 3459828"/>
              <a:gd name="connsiteX13" fmla="*/ 1489115 w 3583046"/>
              <a:gd name="connsiteY13" fmla="*/ 3051918 h 3459828"/>
              <a:gd name="connsiteX14" fmla="*/ 874435 w 3583046"/>
              <a:gd name="connsiteY14" fmla="*/ 2592522 h 3459828"/>
              <a:gd name="connsiteX15" fmla="*/ 818555 w 3583046"/>
              <a:gd name="connsiteY15" fmla="*/ 1502518 h 3459828"/>
              <a:gd name="connsiteX16" fmla="*/ 198796 w 3583046"/>
              <a:gd name="connsiteY16" fmla="*/ 2147678 h 3459828"/>
              <a:gd name="connsiteX17" fmla="*/ 148314 w 3583046"/>
              <a:gd name="connsiteY17" fmla="*/ 1726066 h 345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83046" h="3459828">
                <a:moveTo>
                  <a:pt x="148314" y="1726066"/>
                </a:moveTo>
                <a:cubicBezTo>
                  <a:pt x="115294" y="1609226"/>
                  <a:pt x="-10279" y="1603642"/>
                  <a:pt x="675" y="1446638"/>
                </a:cubicBezTo>
                <a:cubicBezTo>
                  <a:pt x="11629" y="1289634"/>
                  <a:pt x="88729" y="987609"/>
                  <a:pt x="214036" y="784043"/>
                </a:cubicBezTo>
                <a:cubicBezTo>
                  <a:pt x="358763" y="544913"/>
                  <a:pt x="523439" y="343828"/>
                  <a:pt x="798235" y="215082"/>
                </a:cubicBezTo>
                <a:cubicBezTo>
                  <a:pt x="1073031" y="86336"/>
                  <a:pt x="1566481" y="37447"/>
                  <a:pt x="1862814" y="11566"/>
                </a:cubicBezTo>
                <a:cubicBezTo>
                  <a:pt x="2159147" y="-14315"/>
                  <a:pt x="2386211" y="3865"/>
                  <a:pt x="2576235" y="59798"/>
                </a:cubicBezTo>
                <a:cubicBezTo>
                  <a:pt x="2766259" y="115731"/>
                  <a:pt x="2874263" y="140942"/>
                  <a:pt x="3002956" y="347163"/>
                </a:cubicBezTo>
                <a:cubicBezTo>
                  <a:pt x="3131649" y="553384"/>
                  <a:pt x="3191709" y="1123185"/>
                  <a:pt x="3287435" y="1353002"/>
                </a:cubicBezTo>
                <a:cubicBezTo>
                  <a:pt x="3383161" y="1582819"/>
                  <a:pt x="3623034" y="1575359"/>
                  <a:pt x="3577314" y="1726066"/>
                </a:cubicBezTo>
                <a:cubicBezTo>
                  <a:pt x="3531594" y="1876773"/>
                  <a:pt x="3349296" y="2077274"/>
                  <a:pt x="3180756" y="2277563"/>
                </a:cubicBezTo>
                <a:cubicBezTo>
                  <a:pt x="3012216" y="2477852"/>
                  <a:pt x="3053755" y="2767417"/>
                  <a:pt x="2926755" y="2927803"/>
                </a:cubicBezTo>
                <a:cubicBezTo>
                  <a:pt x="2799755" y="3088189"/>
                  <a:pt x="2601158" y="3266179"/>
                  <a:pt x="2423835" y="3351639"/>
                </a:cubicBezTo>
                <a:cubicBezTo>
                  <a:pt x="2246512" y="3437099"/>
                  <a:pt x="2018601" y="3490519"/>
                  <a:pt x="1862814" y="3440566"/>
                </a:cubicBezTo>
                <a:cubicBezTo>
                  <a:pt x="1707027" y="3390613"/>
                  <a:pt x="1653845" y="3193259"/>
                  <a:pt x="1489115" y="3051918"/>
                </a:cubicBezTo>
                <a:cubicBezTo>
                  <a:pt x="1324385" y="2910577"/>
                  <a:pt x="965028" y="2858375"/>
                  <a:pt x="874435" y="2592522"/>
                </a:cubicBezTo>
                <a:cubicBezTo>
                  <a:pt x="783842" y="2326669"/>
                  <a:pt x="880362" y="1525859"/>
                  <a:pt x="818555" y="1502518"/>
                </a:cubicBezTo>
                <a:cubicBezTo>
                  <a:pt x="756748" y="1479177"/>
                  <a:pt x="273249" y="2260280"/>
                  <a:pt x="198796" y="2147678"/>
                </a:cubicBezTo>
                <a:cubicBezTo>
                  <a:pt x="77776" y="2003269"/>
                  <a:pt x="181334" y="1842906"/>
                  <a:pt x="148314" y="1726066"/>
                </a:cubicBezTo>
                <a:close/>
              </a:path>
            </a:pathLst>
          </a:custGeom>
          <a:solidFill>
            <a:schemeClr val="tx1">
              <a:lumMod val="95000"/>
              <a:lumOff val="5000"/>
            </a:schemeClr>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1325168926"/>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6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3" y="1043517"/>
            <a:ext cx="10180912" cy="5814483"/>
          </a:xfrm>
          <a:custGeom>
            <a:avLst/>
            <a:gdLst>
              <a:gd name="connsiteX0" fmla="*/ 0 w 7127875"/>
              <a:gd name="connsiteY0" fmla="*/ 0 h 4360862"/>
              <a:gd name="connsiteX1" fmla="*/ 7127875 w 7127875"/>
              <a:gd name="connsiteY1" fmla="*/ 0 h 4360862"/>
              <a:gd name="connsiteX2" fmla="*/ 7127875 w 7127875"/>
              <a:gd name="connsiteY2" fmla="*/ 4360862 h 4360862"/>
              <a:gd name="connsiteX3" fmla="*/ 0 w 7127875"/>
              <a:gd name="connsiteY3" fmla="*/ 4360862 h 4360862"/>
              <a:gd name="connsiteX4" fmla="*/ 0 w 7127875"/>
              <a:gd name="connsiteY4" fmla="*/ 0 h 4360862"/>
              <a:gd name="connsiteX0" fmla="*/ 0 w 7127875"/>
              <a:gd name="connsiteY0" fmla="*/ 0 h 4360862"/>
              <a:gd name="connsiteX1" fmla="*/ 467360 w 7127875"/>
              <a:gd name="connsiteY1" fmla="*/ 619442 h 4360862"/>
              <a:gd name="connsiteX2" fmla="*/ 7127875 w 7127875"/>
              <a:gd name="connsiteY2" fmla="*/ 0 h 4360862"/>
              <a:gd name="connsiteX3" fmla="*/ 7127875 w 7127875"/>
              <a:gd name="connsiteY3" fmla="*/ 4360862 h 4360862"/>
              <a:gd name="connsiteX4" fmla="*/ 0 w 7127875"/>
              <a:gd name="connsiteY4" fmla="*/ 4360862 h 4360862"/>
              <a:gd name="connsiteX5" fmla="*/ 0 w 7127875"/>
              <a:gd name="connsiteY5" fmla="*/ 0 h 4360862"/>
              <a:gd name="connsiteX0" fmla="*/ 0 w 7127875"/>
              <a:gd name="connsiteY0" fmla="*/ 0 h 4360862"/>
              <a:gd name="connsiteX1" fmla="*/ 467360 w 7127875"/>
              <a:gd name="connsiteY1" fmla="*/ 619442 h 4360862"/>
              <a:gd name="connsiteX2" fmla="*/ 731520 w 7127875"/>
              <a:gd name="connsiteY2" fmla="*/ 949642 h 4360862"/>
              <a:gd name="connsiteX3" fmla="*/ 7127875 w 7127875"/>
              <a:gd name="connsiteY3" fmla="*/ 0 h 4360862"/>
              <a:gd name="connsiteX4" fmla="*/ 7127875 w 7127875"/>
              <a:gd name="connsiteY4" fmla="*/ 4360862 h 4360862"/>
              <a:gd name="connsiteX5" fmla="*/ 0 w 7127875"/>
              <a:gd name="connsiteY5" fmla="*/ 4360862 h 4360862"/>
              <a:gd name="connsiteX6" fmla="*/ 0 w 7127875"/>
              <a:gd name="connsiteY6"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7127875 w 7127875"/>
              <a:gd name="connsiteY4" fmla="*/ 0 h 4360862"/>
              <a:gd name="connsiteX5" fmla="*/ 7127875 w 7127875"/>
              <a:gd name="connsiteY5" fmla="*/ 4360862 h 4360862"/>
              <a:gd name="connsiteX6" fmla="*/ 0 w 7127875"/>
              <a:gd name="connsiteY6" fmla="*/ 4360862 h 4360862"/>
              <a:gd name="connsiteX7" fmla="*/ 0 w 7127875"/>
              <a:gd name="connsiteY7"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413000 w 7127875"/>
              <a:gd name="connsiteY4" fmla="*/ 1483042 h 4360862"/>
              <a:gd name="connsiteX5" fmla="*/ 7127875 w 7127875"/>
              <a:gd name="connsiteY5" fmla="*/ 0 h 4360862"/>
              <a:gd name="connsiteX6" fmla="*/ 7127875 w 7127875"/>
              <a:gd name="connsiteY6" fmla="*/ 4360862 h 4360862"/>
              <a:gd name="connsiteX7" fmla="*/ 0 w 7127875"/>
              <a:gd name="connsiteY7" fmla="*/ 4360862 h 4360862"/>
              <a:gd name="connsiteX8" fmla="*/ 0 w 7127875"/>
              <a:gd name="connsiteY8"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413000 w 7127875"/>
              <a:gd name="connsiteY4" fmla="*/ 1483042 h 4360862"/>
              <a:gd name="connsiteX5" fmla="*/ 4374515 w 7127875"/>
              <a:gd name="connsiteY5" fmla="*/ 2921000 h 4360862"/>
              <a:gd name="connsiteX6" fmla="*/ 7127875 w 7127875"/>
              <a:gd name="connsiteY6" fmla="*/ 4360862 h 4360862"/>
              <a:gd name="connsiteX7" fmla="*/ 0 w 7127875"/>
              <a:gd name="connsiteY7" fmla="*/ 4360862 h 4360862"/>
              <a:gd name="connsiteX8" fmla="*/ 0 w 7127875"/>
              <a:gd name="connsiteY8"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413000 w 7127875"/>
              <a:gd name="connsiteY4" fmla="*/ 1483042 h 4360862"/>
              <a:gd name="connsiteX5" fmla="*/ 2824480 w 7127875"/>
              <a:gd name="connsiteY5" fmla="*/ 2433002 h 4360862"/>
              <a:gd name="connsiteX6" fmla="*/ 4374515 w 7127875"/>
              <a:gd name="connsiteY6" fmla="*/ 2921000 h 4360862"/>
              <a:gd name="connsiteX7" fmla="*/ 7127875 w 7127875"/>
              <a:gd name="connsiteY7" fmla="*/ 4360862 h 4360862"/>
              <a:gd name="connsiteX8" fmla="*/ 0 w 7127875"/>
              <a:gd name="connsiteY8" fmla="*/ 4360862 h 4360862"/>
              <a:gd name="connsiteX9" fmla="*/ 0 w 7127875"/>
              <a:gd name="connsiteY9"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7127875 w 7127875"/>
              <a:gd name="connsiteY7" fmla="*/ 4360862 h 4360862"/>
              <a:gd name="connsiteX8" fmla="*/ 0 w 7127875"/>
              <a:gd name="connsiteY8" fmla="*/ 4360862 h 4360862"/>
              <a:gd name="connsiteX9" fmla="*/ 0 w 7127875"/>
              <a:gd name="connsiteY9"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7127875 w 7127875"/>
              <a:gd name="connsiteY7" fmla="*/ 4360862 h 4360862"/>
              <a:gd name="connsiteX8" fmla="*/ 0 w 7127875"/>
              <a:gd name="connsiteY8" fmla="*/ 4360862 h 4360862"/>
              <a:gd name="connsiteX9" fmla="*/ 0 w 7127875"/>
              <a:gd name="connsiteY9"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6131560 w 7127875"/>
              <a:gd name="connsiteY7" fmla="*/ 3057842 h 4360862"/>
              <a:gd name="connsiteX8" fmla="*/ 7127875 w 7127875"/>
              <a:gd name="connsiteY8" fmla="*/ 4360862 h 4360862"/>
              <a:gd name="connsiteX9" fmla="*/ 0 w 7127875"/>
              <a:gd name="connsiteY9" fmla="*/ 4360862 h 4360862"/>
              <a:gd name="connsiteX10" fmla="*/ 0 w 7127875"/>
              <a:gd name="connsiteY10"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5486400 w 7127875"/>
              <a:gd name="connsiteY7" fmla="*/ 3052762 h 4360862"/>
              <a:gd name="connsiteX8" fmla="*/ 6131560 w 7127875"/>
              <a:gd name="connsiteY8" fmla="*/ 3057842 h 4360862"/>
              <a:gd name="connsiteX9" fmla="*/ 7127875 w 7127875"/>
              <a:gd name="connsiteY9" fmla="*/ 4360862 h 4360862"/>
              <a:gd name="connsiteX10" fmla="*/ 0 w 7127875"/>
              <a:gd name="connsiteY10" fmla="*/ 4360862 h 4360862"/>
              <a:gd name="connsiteX11" fmla="*/ 0 w 7127875"/>
              <a:gd name="connsiteY11"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5486400 w 7127875"/>
              <a:gd name="connsiteY7" fmla="*/ 3052762 h 4360862"/>
              <a:gd name="connsiteX8" fmla="*/ 6131560 w 7127875"/>
              <a:gd name="connsiteY8" fmla="*/ 3057842 h 4360862"/>
              <a:gd name="connsiteX9" fmla="*/ 5567680 w 7127875"/>
              <a:gd name="connsiteY9" fmla="*/ 3291522 h 4360862"/>
              <a:gd name="connsiteX10" fmla="*/ 7127875 w 7127875"/>
              <a:gd name="connsiteY10" fmla="*/ 4360862 h 4360862"/>
              <a:gd name="connsiteX11" fmla="*/ 0 w 7127875"/>
              <a:gd name="connsiteY11" fmla="*/ 4360862 h 4360862"/>
              <a:gd name="connsiteX12" fmla="*/ 0 w 7127875"/>
              <a:gd name="connsiteY12"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5486400 w 7127875"/>
              <a:gd name="connsiteY7" fmla="*/ 3052762 h 4360862"/>
              <a:gd name="connsiteX8" fmla="*/ 6131560 w 7127875"/>
              <a:gd name="connsiteY8" fmla="*/ 3057842 h 4360862"/>
              <a:gd name="connsiteX9" fmla="*/ 5567680 w 7127875"/>
              <a:gd name="connsiteY9" fmla="*/ 3291522 h 4360862"/>
              <a:gd name="connsiteX10" fmla="*/ 5938520 w 7127875"/>
              <a:gd name="connsiteY10" fmla="*/ 3621722 h 4360862"/>
              <a:gd name="connsiteX11" fmla="*/ 7127875 w 7127875"/>
              <a:gd name="connsiteY11" fmla="*/ 4360862 h 4360862"/>
              <a:gd name="connsiteX12" fmla="*/ 0 w 7127875"/>
              <a:gd name="connsiteY12" fmla="*/ 4360862 h 4360862"/>
              <a:gd name="connsiteX13" fmla="*/ 0 w 7127875"/>
              <a:gd name="connsiteY13"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5486400 w 7127875"/>
              <a:gd name="connsiteY7" fmla="*/ 3052762 h 4360862"/>
              <a:gd name="connsiteX8" fmla="*/ 6131560 w 7127875"/>
              <a:gd name="connsiteY8" fmla="*/ 3057842 h 4360862"/>
              <a:gd name="connsiteX9" fmla="*/ 5567680 w 7127875"/>
              <a:gd name="connsiteY9" fmla="*/ 3291522 h 4360862"/>
              <a:gd name="connsiteX10" fmla="*/ 5938520 w 7127875"/>
              <a:gd name="connsiteY10" fmla="*/ 3621722 h 4360862"/>
              <a:gd name="connsiteX11" fmla="*/ 6685280 w 7127875"/>
              <a:gd name="connsiteY11" fmla="*/ 3763962 h 4360862"/>
              <a:gd name="connsiteX12" fmla="*/ 7127875 w 7127875"/>
              <a:gd name="connsiteY12" fmla="*/ 4360862 h 4360862"/>
              <a:gd name="connsiteX13" fmla="*/ 0 w 7127875"/>
              <a:gd name="connsiteY13" fmla="*/ 4360862 h 4360862"/>
              <a:gd name="connsiteX14" fmla="*/ 0 w 7127875"/>
              <a:gd name="connsiteY14" fmla="*/ 0 h 4360862"/>
              <a:gd name="connsiteX0" fmla="*/ 0 w 7127875"/>
              <a:gd name="connsiteY0" fmla="*/ 0 h 4360862"/>
              <a:gd name="connsiteX1" fmla="*/ 467360 w 7127875"/>
              <a:gd name="connsiteY1" fmla="*/ 619442 h 4360862"/>
              <a:gd name="connsiteX2" fmla="*/ 731520 w 7127875"/>
              <a:gd name="connsiteY2" fmla="*/ 949642 h 4360862"/>
              <a:gd name="connsiteX3" fmla="*/ 772160 w 7127875"/>
              <a:gd name="connsiteY3" fmla="*/ 334962 h 4360862"/>
              <a:gd name="connsiteX4" fmla="*/ 2362200 w 7127875"/>
              <a:gd name="connsiteY4" fmla="*/ 1798002 h 4360862"/>
              <a:gd name="connsiteX5" fmla="*/ 2824480 w 7127875"/>
              <a:gd name="connsiteY5" fmla="*/ 2433002 h 4360862"/>
              <a:gd name="connsiteX6" fmla="*/ 4374515 w 7127875"/>
              <a:gd name="connsiteY6" fmla="*/ 2921000 h 4360862"/>
              <a:gd name="connsiteX7" fmla="*/ 5486400 w 7127875"/>
              <a:gd name="connsiteY7" fmla="*/ 3052762 h 4360862"/>
              <a:gd name="connsiteX8" fmla="*/ 6131560 w 7127875"/>
              <a:gd name="connsiteY8" fmla="*/ 3057842 h 4360862"/>
              <a:gd name="connsiteX9" fmla="*/ 5567680 w 7127875"/>
              <a:gd name="connsiteY9" fmla="*/ 3291522 h 4360862"/>
              <a:gd name="connsiteX10" fmla="*/ 5938520 w 7127875"/>
              <a:gd name="connsiteY10" fmla="*/ 3621722 h 4360862"/>
              <a:gd name="connsiteX11" fmla="*/ 6685280 w 7127875"/>
              <a:gd name="connsiteY11" fmla="*/ 3763962 h 4360862"/>
              <a:gd name="connsiteX12" fmla="*/ 7127875 w 7127875"/>
              <a:gd name="connsiteY12" fmla="*/ 4360862 h 4360862"/>
              <a:gd name="connsiteX13" fmla="*/ 0 w 7127875"/>
              <a:gd name="connsiteY13" fmla="*/ 4360862 h 4360862"/>
              <a:gd name="connsiteX14" fmla="*/ 0 w 7127875"/>
              <a:gd name="connsiteY14" fmla="*/ 0 h 4360862"/>
              <a:gd name="connsiteX0" fmla="*/ 0 w 7426808"/>
              <a:gd name="connsiteY0" fmla="*/ 0 h 4360862"/>
              <a:gd name="connsiteX1" fmla="*/ 467360 w 7426808"/>
              <a:gd name="connsiteY1" fmla="*/ 619442 h 4360862"/>
              <a:gd name="connsiteX2" fmla="*/ 731520 w 7426808"/>
              <a:gd name="connsiteY2" fmla="*/ 949642 h 4360862"/>
              <a:gd name="connsiteX3" fmla="*/ 772160 w 7426808"/>
              <a:gd name="connsiteY3" fmla="*/ 334962 h 4360862"/>
              <a:gd name="connsiteX4" fmla="*/ 2362200 w 7426808"/>
              <a:gd name="connsiteY4" fmla="*/ 1798002 h 4360862"/>
              <a:gd name="connsiteX5" fmla="*/ 2824480 w 7426808"/>
              <a:gd name="connsiteY5" fmla="*/ 2433002 h 4360862"/>
              <a:gd name="connsiteX6" fmla="*/ 4374515 w 7426808"/>
              <a:gd name="connsiteY6" fmla="*/ 2921000 h 4360862"/>
              <a:gd name="connsiteX7" fmla="*/ 5486400 w 7426808"/>
              <a:gd name="connsiteY7" fmla="*/ 3052762 h 4360862"/>
              <a:gd name="connsiteX8" fmla="*/ 6131560 w 7426808"/>
              <a:gd name="connsiteY8" fmla="*/ 3057842 h 4360862"/>
              <a:gd name="connsiteX9" fmla="*/ 5567680 w 7426808"/>
              <a:gd name="connsiteY9" fmla="*/ 3291522 h 4360862"/>
              <a:gd name="connsiteX10" fmla="*/ 5938520 w 7426808"/>
              <a:gd name="connsiteY10" fmla="*/ 3621722 h 4360862"/>
              <a:gd name="connsiteX11" fmla="*/ 6685280 w 7426808"/>
              <a:gd name="connsiteY11" fmla="*/ 3763962 h 4360862"/>
              <a:gd name="connsiteX12" fmla="*/ 5902960 w 7426808"/>
              <a:gd name="connsiteY12" fmla="*/ 3901122 h 4360862"/>
              <a:gd name="connsiteX13" fmla="*/ 7127875 w 7426808"/>
              <a:gd name="connsiteY13" fmla="*/ 4360862 h 4360862"/>
              <a:gd name="connsiteX14" fmla="*/ 0 w 7426808"/>
              <a:gd name="connsiteY14" fmla="*/ 4360862 h 4360862"/>
              <a:gd name="connsiteX15" fmla="*/ 0 w 7426808"/>
              <a:gd name="connsiteY15" fmla="*/ 0 h 4360862"/>
              <a:gd name="connsiteX0" fmla="*/ 0 w 7583987"/>
              <a:gd name="connsiteY0" fmla="*/ 0 h 4360862"/>
              <a:gd name="connsiteX1" fmla="*/ 467360 w 7583987"/>
              <a:gd name="connsiteY1" fmla="*/ 619442 h 4360862"/>
              <a:gd name="connsiteX2" fmla="*/ 731520 w 7583987"/>
              <a:gd name="connsiteY2" fmla="*/ 949642 h 4360862"/>
              <a:gd name="connsiteX3" fmla="*/ 772160 w 7583987"/>
              <a:gd name="connsiteY3" fmla="*/ 334962 h 4360862"/>
              <a:gd name="connsiteX4" fmla="*/ 2362200 w 7583987"/>
              <a:gd name="connsiteY4" fmla="*/ 1798002 h 4360862"/>
              <a:gd name="connsiteX5" fmla="*/ 2824480 w 7583987"/>
              <a:gd name="connsiteY5" fmla="*/ 2433002 h 4360862"/>
              <a:gd name="connsiteX6" fmla="*/ 4374515 w 7583987"/>
              <a:gd name="connsiteY6" fmla="*/ 2921000 h 4360862"/>
              <a:gd name="connsiteX7" fmla="*/ 5486400 w 7583987"/>
              <a:gd name="connsiteY7" fmla="*/ 3052762 h 4360862"/>
              <a:gd name="connsiteX8" fmla="*/ 6131560 w 7583987"/>
              <a:gd name="connsiteY8" fmla="*/ 3057842 h 4360862"/>
              <a:gd name="connsiteX9" fmla="*/ 5567680 w 7583987"/>
              <a:gd name="connsiteY9" fmla="*/ 3291522 h 4360862"/>
              <a:gd name="connsiteX10" fmla="*/ 5938520 w 7583987"/>
              <a:gd name="connsiteY10" fmla="*/ 3621722 h 4360862"/>
              <a:gd name="connsiteX11" fmla="*/ 6685280 w 7583987"/>
              <a:gd name="connsiteY11" fmla="*/ 3763962 h 4360862"/>
              <a:gd name="connsiteX12" fmla="*/ 5902960 w 7583987"/>
              <a:gd name="connsiteY12" fmla="*/ 3901122 h 4360862"/>
              <a:gd name="connsiteX13" fmla="*/ 6756399 w 7583987"/>
              <a:gd name="connsiteY13" fmla="*/ 4271962 h 4360862"/>
              <a:gd name="connsiteX14" fmla="*/ 7127875 w 7583987"/>
              <a:gd name="connsiteY14" fmla="*/ 4360862 h 4360862"/>
              <a:gd name="connsiteX15" fmla="*/ 0 w 7583987"/>
              <a:gd name="connsiteY15" fmla="*/ 4360862 h 4360862"/>
              <a:gd name="connsiteX16" fmla="*/ 0 w 7583987"/>
              <a:gd name="connsiteY16" fmla="*/ 0 h 4360862"/>
              <a:gd name="connsiteX0" fmla="*/ 0 w 7635684"/>
              <a:gd name="connsiteY0" fmla="*/ 0 h 4360862"/>
              <a:gd name="connsiteX1" fmla="*/ 467360 w 7635684"/>
              <a:gd name="connsiteY1" fmla="*/ 619442 h 4360862"/>
              <a:gd name="connsiteX2" fmla="*/ 731520 w 7635684"/>
              <a:gd name="connsiteY2" fmla="*/ 949642 h 4360862"/>
              <a:gd name="connsiteX3" fmla="*/ 772160 w 7635684"/>
              <a:gd name="connsiteY3" fmla="*/ 334962 h 4360862"/>
              <a:gd name="connsiteX4" fmla="*/ 2362200 w 7635684"/>
              <a:gd name="connsiteY4" fmla="*/ 1798002 h 4360862"/>
              <a:gd name="connsiteX5" fmla="*/ 2824480 w 7635684"/>
              <a:gd name="connsiteY5" fmla="*/ 2433002 h 4360862"/>
              <a:gd name="connsiteX6" fmla="*/ 4374515 w 7635684"/>
              <a:gd name="connsiteY6" fmla="*/ 2921000 h 4360862"/>
              <a:gd name="connsiteX7" fmla="*/ 5486400 w 7635684"/>
              <a:gd name="connsiteY7" fmla="*/ 3052762 h 4360862"/>
              <a:gd name="connsiteX8" fmla="*/ 6131560 w 7635684"/>
              <a:gd name="connsiteY8" fmla="*/ 3057842 h 4360862"/>
              <a:gd name="connsiteX9" fmla="*/ 5567680 w 7635684"/>
              <a:gd name="connsiteY9" fmla="*/ 3291522 h 4360862"/>
              <a:gd name="connsiteX10" fmla="*/ 5938520 w 7635684"/>
              <a:gd name="connsiteY10" fmla="*/ 3621722 h 4360862"/>
              <a:gd name="connsiteX11" fmla="*/ 6685280 w 7635684"/>
              <a:gd name="connsiteY11" fmla="*/ 3763962 h 4360862"/>
              <a:gd name="connsiteX12" fmla="*/ 5902960 w 7635684"/>
              <a:gd name="connsiteY12" fmla="*/ 3901122 h 4360862"/>
              <a:gd name="connsiteX13" fmla="*/ 6756399 w 7635684"/>
              <a:gd name="connsiteY13" fmla="*/ 4271962 h 4360862"/>
              <a:gd name="connsiteX14" fmla="*/ 6873239 w 7635684"/>
              <a:gd name="connsiteY14" fmla="*/ 4292282 h 4360862"/>
              <a:gd name="connsiteX15" fmla="*/ 7127875 w 7635684"/>
              <a:gd name="connsiteY15" fmla="*/ 4360862 h 4360862"/>
              <a:gd name="connsiteX16" fmla="*/ 0 w 7635684"/>
              <a:gd name="connsiteY16" fmla="*/ 4360862 h 4360862"/>
              <a:gd name="connsiteX17" fmla="*/ 0 w 7635684"/>
              <a:gd name="connsiteY17" fmla="*/ 0 h 4360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35684" h="4360862">
                <a:moveTo>
                  <a:pt x="0" y="0"/>
                </a:moveTo>
                <a:cubicBezTo>
                  <a:pt x="116840" y="-106"/>
                  <a:pt x="350520" y="619548"/>
                  <a:pt x="467360" y="619442"/>
                </a:cubicBezTo>
                <a:cubicBezTo>
                  <a:pt x="536787" y="610975"/>
                  <a:pt x="662093" y="958109"/>
                  <a:pt x="731520" y="949642"/>
                </a:cubicBezTo>
                <a:cubicBezTo>
                  <a:pt x="870373" y="925935"/>
                  <a:pt x="633307" y="358669"/>
                  <a:pt x="772160" y="334962"/>
                </a:cubicBezTo>
                <a:cubicBezTo>
                  <a:pt x="1686560" y="284162"/>
                  <a:pt x="1666240" y="1477962"/>
                  <a:pt x="2362200" y="1798002"/>
                </a:cubicBezTo>
                <a:cubicBezTo>
                  <a:pt x="2585720" y="1965642"/>
                  <a:pt x="2600960" y="2265362"/>
                  <a:pt x="2824480" y="2433002"/>
                </a:cubicBezTo>
                <a:lnTo>
                  <a:pt x="4374515" y="2921000"/>
                </a:lnTo>
                <a:cubicBezTo>
                  <a:pt x="4813088" y="3011593"/>
                  <a:pt x="5193559" y="3029955"/>
                  <a:pt x="5486400" y="3052762"/>
                </a:cubicBezTo>
                <a:cubicBezTo>
                  <a:pt x="5779241" y="3075569"/>
                  <a:pt x="6000327" y="3024822"/>
                  <a:pt x="6131560" y="3057842"/>
                </a:cubicBezTo>
                <a:cubicBezTo>
                  <a:pt x="6178973" y="3122189"/>
                  <a:pt x="5520267" y="3227175"/>
                  <a:pt x="5567680" y="3291522"/>
                </a:cubicBezTo>
                <a:cubicBezTo>
                  <a:pt x="5669280" y="3362642"/>
                  <a:pt x="5836920" y="3550602"/>
                  <a:pt x="5938520" y="3621722"/>
                </a:cubicBezTo>
                <a:cubicBezTo>
                  <a:pt x="6082453" y="3711469"/>
                  <a:pt x="6541347" y="3674215"/>
                  <a:pt x="6685280" y="3763962"/>
                </a:cubicBezTo>
                <a:cubicBezTo>
                  <a:pt x="6786880" y="3816455"/>
                  <a:pt x="5829194" y="3801639"/>
                  <a:pt x="5902960" y="3901122"/>
                </a:cubicBezTo>
                <a:cubicBezTo>
                  <a:pt x="5917353" y="3957002"/>
                  <a:pt x="6552246" y="4195339"/>
                  <a:pt x="6756399" y="4271962"/>
                </a:cubicBezTo>
                <a:cubicBezTo>
                  <a:pt x="7022252" y="4342235"/>
                  <a:pt x="6811326" y="4277465"/>
                  <a:pt x="6873239" y="4292282"/>
                </a:cubicBezTo>
                <a:cubicBezTo>
                  <a:pt x="6935152" y="4307099"/>
                  <a:pt x="8377555" y="4354512"/>
                  <a:pt x="7127875" y="4360862"/>
                </a:cubicBezTo>
                <a:lnTo>
                  <a:pt x="0" y="4360862"/>
                </a:lnTo>
                <a:lnTo>
                  <a:pt x="0" y="0"/>
                </a:lnTo>
                <a:close/>
              </a:path>
            </a:pathLst>
          </a:custGeom>
          <a:solidFill>
            <a:schemeClr val="tx1">
              <a:lumMod val="95000"/>
              <a:lumOff val="5000"/>
            </a:schemeClr>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419147354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47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1" y="0"/>
            <a:ext cx="12069657" cy="6868163"/>
          </a:xfrm>
          <a:custGeom>
            <a:avLst/>
            <a:gdLst>
              <a:gd name="connsiteX0" fmla="*/ 0 w 2392363"/>
              <a:gd name="connsiteY0" fmla="*/ 0 h 5143500"/>
              <a:gd name="connsiteX1" fmla="*/ 2392363 w 2392363"/>
              <a:gd name="connsiteY1" fmla="*/ 0 h 5143500"/>
              <a:gd name="connsiteX2" fmla="*/ 2392363 w 2392363"/>
              <a:gd name="connsiteY2" fmla="*/ 5143500 h 5143500"/>
              <a:gd name="connsiteX3" fmla="*/ 0 w 2392363"/>
              <a:gd name="connsiteY3" fmla="*/ 5143500 h 5143500"/>
              <a:gd name="connsiteX4" fmla="*/ 0 w 2392363"/>
              <a:gd name="connsiteY4" fmla="*/ 0 h 5143500"/>
              <a:gd name="connsiteX0" fmla="*/ 0 w 9052243"/>
              <a:gd name="connsiteY0" fmla="*/ 0 h 5143500"/>
              <a:gd name="connsiteX1" fmla="*/ 9052243 w 9052243"/>
              <a:gd name="connsiteY1" fmla="*/ 5080 h 5143500"/>
              <a:gd name="connsiteX2" fmla="*/ 2392363 w 9052243"/>
              <a:gd name="connsiteY2" fmla="*/ 5143500 h 5143500"/>
              <a:gd name="connsiteX3" fmla="*/ 0 w 9052243"/>
              <a:gd name="connsiteY3" fmla="*/ 5143500 h 5143500"/>
              <a:gd name="connsiteX4" fmla="*/ 0 w 9052243"/>
              <a:gd name="connsiteY4" fmla="*/ 0 h 5143500"/>
              <a:gd name="connsiteX0" fmla="*/ 0 w 9052243"/>
              <a:gd name="connsiteY0" fmla="*/ 0 h 5143500"/>
              <a:gd name="connsiteX1" fmla="*/ 9052243 w 9052243"/>
              <a:gd name="connsiteY1" fmla="*/ 5080 h 5143500"/>
              <a:gd name="connsiteX2" fmla="*/ 7269480 w 9052243"/>
              <a:gd name="connsiteY2" fmla="*/ 944880 h 5143500"/>
              <a:gd name="connsiteX3" fmla="*/ 2392363 w 9052243"/>
              <a:gd name="connsiteY3" fmla="*/ 5143500 h 5143500"/>
              <a:gd name="connsiteX4" fmla="*/ 0 w 9052243"/>
              <a:gd name="connsiteY4" fmla="*/ 5143500 h 5143500"/>
              <a:gd name="connsiteX5" fmla="*/ 0 w 9052243"/>
              <a:gd name="connsiteY5" fmla="*/ 0 h 5143500"/>
              <a:gd name="connsiteX0" fmla="*/ 0 w 9052243"/>
              <a:gd name="connsiteY0" fmla="*/ 0 h 5143500"/>
              <a:gd name="connsiteX1" fmla="*/ 9052243 w 9052243"/>
              <a:gd name="connsiteY1" fmla="*/ 5080 h 5143500"/>
              <a:gd name="connsiteX2" fmla="*/ 7269480 w 9052243"/>
              <a:gd name="connsiteY2" fmla="*/ 944880 h 5143500"/>
              <a:gd name="connsiteX3" fmla="*/ 4932680 w 9052243"/>
              <a:gd name="connsiteY3" fmla="*/ 2677160 h 5143500"/>
              <a:gd name="connsiteX4" fmla="*/ 2392363 w 9052243"/>
              <a:gd name="connsiteY4" fmla="*/ 5143500 h 5143500"/>
              <a:gd name="connsiteX5" fmla="*/ 0 w 9052243"/>
              <a:gd name="connsiteY5" fmla="*/ 5143500 h 5143500"/>
              <a:gd name="connsiteX6" fmla="*/ 0 w 9052243"/>
              <a:gd name="connsiteY6" fmla="*/ 0 h 5143500"/>
              <a:gd name="connsiteX0" fmla="*/ 0 w 9052243"/>
              <a:gd name="connsiteY0" fmla="*/ 0 h 5143500"/>
              <a:gd name="connsiteX1" fmla="*/ 9052243 w 9052243"/>
              <a:gd name="connsiteY1" fmla="*/ 5080 h 5143500"/>
              <a:gd name="connsiteX2" fmla="*/ 7269480 w 9052243"/>
              <a:gd name="connsiteY2" fmla="*/ 944880 h 5143500"/>
              <a:gd name="connsiteX3" fmla="*/ 4932680 w 9052243"/>
              <a:gd name="connsiteY3" fmla="*/ 2677160 h 5143500"/>
              <a:gd name="connsiteX4" fmla="*/ 3505200 w 9052243"/>
              <a:gd name="connsiteY4" fmla="*/ 3642360 h 5143500"/>
              <a:gd name="connsiteX5" fmla="*/ 2392363 w 9052243"/>
              <a:gd name="connsiteY5" fmla="*/ 5143500 h 5143500"/>
              <a:gd name="connsiteX6" fmla="*/ 0 w 9052243"/>
              <a:gd name="connsiteY6" fmla="*/ 5143500 h 5143500"/>
              <a:gd name="connsiteX7" fmla="*/ 0 w 9052243"/>
              <a:gd name="connsiteY7" fmla="*/ 0 h 5143500"/>
              <a:gd name="connsiteX0" fmla="*/ 0 w 9052243"/>
              <a:gd name="connsiteY0" fmla="*/ 0 h 5143500"/>
              <a:gd name="connsiteX1" fmla="*/ 9052243 w 9052243"/>
              <a:gd name="connsiteY1" fmla="*/ 5080 h 5143500"/>
              <a:gd name="connsiteX2" fmla="*/ 7269480 w 9052243"/>
              <a:gd name="connsiteY2" fmla="*/ 944880 h 5143500"/>
              <a:gd name="connsiteX3" fmla="*/ 4932680 w 9052243"/>
              <a:gd name="connsiteY3" fmla="*/ 2677160 h 5143500"/>
              <a:gd name="connsiteX4" fmla="*/ 4465320 w 9052243"/>
              <a:gd name="connsiteY4" fmla="*/ 3073400 h 5143500"/>
              <a:gd name="connsiteX5" fmla="*/ 3505200 w 9052243"/>
              <a:gd name="connsiteY5" fmla="*/ 3642360 h 5143500"/>
              <a:gd name="connsiteX6" fmla="*/ 2392363 w 9052243"/>
              <a:gd name="connsiteY6" fmla="*/ 5143500 h 5143500"/>
              <a:gd name="connsiteX7" fmla="*/ 0 w 9052243"/>
              <a:gd name="connsiteY7" fmla="*/ 5143500 h 5143500"/>
              <a:gd name="connsiteX8" fmla="*/ 0 w 9052243"/>
              <a:gd name="connsiteY8" fmla="*/ 0 h 5143500"/>
              <a:gd name="connsiteX0" fmla="*/ 0 w 9052243"/>
              <a:gd name="connsiteY0" fmla="*/ 0 h 5143500"/>
              <a:gd name="connsiteX1" fmla="*/ 9052243 w 9052243"/>
              <a:gd name="connsiteY1" fmla="*/ 5080 h 5143500"/>
              <a:gd name="connsiteX2" fmla="*/ 7269480 w 9052243"/>
              <a:gd name="connsiteY2" fmla="*/ 944880 h 5143500"/>
              <a:gd name="connsiteX3" fmla="*/ 4932680 w 9052243"/>
              <a:gd name="connsiteY3" fmla="*/ 2677160 h 5143500"/>
              <a:gd name="connsiteX4" fmla="*/ 4465320 w 9052243"/>
              <a:gd name="connsiteY4" fmla="*/ 3073400 h 5143500"/>
              <a:gd name="connsiteX5" fmla="*/ 3505200 w 9052243"/>
              <a:gd name="connsiteY5" fmla="*/ 3642360 h 5143500"/>
              <a:gd name="connsiteX6" fmla="*/ 2392363 w 9052243"/>
              <a:gd name="connsiteY6" fmla="*/ 5143500 h 5143500"/>
              <a:gd name="connsiteX7" fmla="*/ 0 w 9052243"/>
              <a:gd name="connsiteY7" fmla="*/ 5143500 h 5143500"/>
              <a:gd name="connsiteX8" fmla="*/ 0 w 9052243"/>
              <a:gd name="connsiteY8" fmla="*/ 0 h 5143500"/>
              <a:gd name="connsiteX0" fmla="*/ 0 w 9052243"/>
              <a:gd name="connsiteY0" fmla="*/ 0 h 5143500"/>
              <a:gd name="connsiteX1" fmla="*/ 9052243 w 9052243"/>
              <a:gd name="connsiteY1" fmla="*/ 5080 h 5143500"/>
              <a:gd name="connsiteX2" fmla="*/ 7269480 w 9052243"/>
              <a:gd name="connsiteY2" fmla="*/ 944880 h 5143500"/>
              <a:gd name="connsiteX3" fmla="*/ 4932680 w 9052243"/>
              <a:gd name="connsiteY3" fmla="*/ 2677160 h 5143500"/>
              <a:gd name="connsiteX4" fmla="*/ 4465320 w 9052243"/>
              <a:gd name="connsiteY4" fmla="*/ 3073400 h 5143500"/>
              <a:gd name="connsiteX5" fmla="*/ 3505200 w 9052243"/>
              <a:gd name="connsiteY5" fmla="*/ 3642360 h 5143500"/>
              <a:gd name="connsiteX6" fmla="*/ 2118360 w 9052243"/>
              <a:gd name="connsiteY6" fmla="*/ 4450080 h 5143500"/>
              <a:gd name="connsiteX7" fmla="*/ 2392363 w 9052243"/>
              <a:gd name="connsiteY7" fmla="*/ 5143500 h 5143500"/>
              <a:gd name="connsiteX8" fmla="*/ 0 w 9052243"/>
              <a:gd name="connsiteY8" fmla="*/ 5143500 h 5143500"/>
              <a:gd name="connsiteX9" fmla="*/ 0 w 9052243"/>
              <a:gd name="connsiteY9" fmla="*/ 0 h 5143500"/>
              <a:gd name="connsiteX0" fmla="*/ 0 w 9052243"/>
              <a:gd name="connsiteY0" fmla="*/ 0 h 5151174"/>
              <a:gd name="connsiteX1" fmla="*/ 9052243 w 9052243"/>
              <a:gd name="connsiteY1" fmla="*/ 5080 h 5151174"/>
              <a:gd name="connsiteX2" fmla="*/ 7269480 w 9052243"/>
              <a:gd name="connsiteY2" fmla="*/ 944880 h 5151174"/>
              <a:gd name="connsiteX3" fmla="*/ 4932680 w 9052243"/>
              <a:gd name="connsiteY3" fmla="*/ 2677160 h 5151174"/>
              <a:gd name="connsiteX4" fmla="*/ 4465320 w 9052243"/>
              <a:gd name="connsiteY4" fmla="*/ 3073400 h 5151174"/>
              <a:gd name="connsiteX5" fmla="*/ 3505200 w 9052243"/>
              <a:gd name="connsiteY5" fmla="*/ 3642360 h 5151174"/>
              <a:gd name="connsiteX6" fmla="*/ 2118360 w 9052243"/>
              <a:gd name="connsiteY6" fmla="*/ 4450080 h 5151174"/>
              <a:gd name="connsiteX7" fmla="*/ 2392363 w 9052243"/>
              <a:gd name="connsiteY7" fmla="*/ 5143500 h 5151174"/>
              <a:gd name="connsiteX8" fmla="*/ 1209040 w 9052243"/>
              <a:gd name="connsiteY8" fmla="*/ 5151120 h 5151174"/>
              <a:gd name="connsiteX9" fmla="*/ 0 w 9052243"/>
              <a:gd name="connsiteY9" fmla="*/ 5143500 h 5151174"/>
              <a:gd name="connsiteX10" fmla="*/ 0 w 9052243"/>
              <a:gd name="connsiteY10" fmla="*/ 0 h 5151174"/>
              <a:gd name="connsiteX0" fmla="*/ 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462723 w 9052243"/>
              <a:gd name="connsiteY7" fmla="*/ 4955540 h 5151122"/>
              <a:gd name="connsiteX8" fmla="*/ 1209040 w 9052243"/>
              <a:gd name="connsiteY8" fmla="*/ 5151120 h 5151122"/>
              <a:gd name="connsiteX9" fmla="*/ 0 w 9052243"/>
              <a:gd name="connsiteY9" fmla="*/ 5143500 h 5151122"/>
              <a:gd name="connsiteX10" fmla="*/ 0 w 9052243"/>
              <a:gd name="connsiteY10" fmla="*/ 0 h 5151122"/>
              <a:gd name="connsiteX0" fmla="*/ 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0 w 9052243"/>
              <a:gd name="connsiteY11"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2352040 w 9052243"/>
              <a:gd name="connsiteY11"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1833880 w 9052243"/>
              <a:gd name="connsiteY11" fmla="*/ 213360 h 5151122"/>
              <a:gd name="connsiteX12" fmla="*/ 2352040 w 9052243"/>
              <a:gd name="connsiteY12"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1833880 w 9052243"/>
              <a:gd name="connsiteY11" fmla="*/ 213360 h 5151122"/>
              <a:gd name="connsiteX12" fmla="*/ 2273300 w 9052243"/>
              <a:gd name="connsiteY12" fmla="*/ 85725 h 5151122"/>
              <a:gd name="connsiteX13" fmla="*/ 2352040 w 9052243"/>
              <a:gd name="connsiteY13"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996950 w 9052243"/>
              <a:gd name="connsiteY11" fmla="*/ 920750 h 5151122"/>
              <a:gd name="connsiteX12" fmla="*/ 1833880 w 9052243"/>
              <a:gd name="connsiteY12" fmla="*/ 213360 h 5151122"/>
              <a:gd name="connsiteX13" fmla="*/ 2273300 w 9052243"/>
              <a:gd name="connsiteY13" fmla="*/ 85725 h 5151122"/>
              <a:gd name="connsiteX14" fmla="*/ 2352040 w 9052243"/>
              <a:gd name="connsiteY14" fmla="*/ 0 h 5151122"/>
              <a:gd name="connsiteX0" fmla="*/ 2352792 w 9052995"/>
              <a:gd name="connsiteY0" fmla="*/ 0 h 5151122"/>
              <a:gd name="connsiteX1" fmla="*/ 9052995 w 9052995"/>
              <a:gd name="connsiteY1" fmla="*/ 5080 h 5151122"/>
              <a:gd name="connsiteX2" fmla="*/ 7270232 w 9052995"/>
              <a:gd name="connsiteY2" fmla="*/ 944880 h 5151122"/>
              <a:gd name="connsiteX3" fmla="*/ 4933432 w 9052995"/>
              <a:gd name="connsiteY3" fmla="*/ 2677160 h 5151122"/>
              <a:gd name="connsiteX4" fmla="*/ 4466072 w 9052995"/>
              <a:gd name="connsiteY4" fmla="*/ 3073400 h 5151122"/>
              <a:gd name="connsiteX5" fmla="*/ 3505952 w 9052995"/>
              <a:gd name="connsiteY5" fmla="*/ 3642360 h 5151122"/>
              <a:gd name="connsiteX6" fmla="*/ 2119112 w 9052995"/>
              <a:gd name="connsiteY6" fmla="*/ 4450080 h 5151122"/>
              <a:gd name="connsiteX7" fmla="*/ 1753352 w 9052995"/>
              <a:gd name="connsiteY7" fmla="*/ 4775200 h 5151122"/>
              <a:gd name="connsiteX8" fmla="*/ 1463475 w 9052995"/>
              <a:gd name="connsiteY8" fmla="*/ 4955540 h 5151122"/>
              <a:gd name="connsiteX9" fmla="*/ 1209792 w 9052995"/>
              <a:gd name="connsiteY9" fmla="*/ 5151120 h 5151122"/>
              <a:gd name="connsiteX10" fmla="*/ 752 w 9052995"/>
              <a:gd name="connsiteY10" fmla="*/ 5143500 h 5151122"/>
              <a:gd name="connsiteX11" fmla="*/ 2642352 w 9052995"/>
              <a:gd name="connsiteY11" fmla="*/ 920750 h 5151122"/>
              <a:gd name="connsiteX12" fmla="*/ 997702 w 9052995"/>
              <a:gd name="connsiteY12" fmla="*/ 920750 h 5151122"/>
              <a:gd name="connsiteX13" fmla="*/ 1834632 w 9052995"/>
              <a:gd name="connsiteY13" fmla="*/ 213360 h 5151122"/>
              <a:gd name="connsiteX14" fmla="*/ 2274052 w 9052995"/>
              <a:gd name="connsiteY14" fmla="*/ 85725 h 5151122"/>
              <a:gd name="connsiteX15" fmla="*/ 2352792 w 9052995"/>
              <a:gd name="connsiteY15"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2641600 w 9052243"/>
              <a:gd name="connsiteY11" fmla="*/ 920750 h 5151122"/>
              <a:gd name="connsiteX12" fmla="*/ 996950 w 9052243"/>
              <a:gd name="connsiteY12" fmla="*/ 920750 h 5151122"/>
              <a:gd name="connsiteX13" fmla="*/ 1833880 w 9052243"/>
              <a:gd name="connsiteY13" fmla="*/ 213360 h 5151122"/>
              <a:gd name="connsiteX14" fmla="*/ 2273300 w 9052243"/>
              <a:gd name="connsiteY14" fmla="*/ 85725 h 5151122"/>
              <a:gd name="connsiteX15" fmla="*/ 2352040 w 9052243"/>
              <a:gd name="connsiteY15"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2641600 w 9052243"/>
              <a:gd name="connsiteY11" fmla="*/ 920750 h 5151122"/>
              <a:gd name="connsiteX12" fmla="*/ 996950 w 9052243"/>
              <a:gd name="connsiteY12" fmla="*/ 920750 h 5151122"/>
              <a:gd name="connsiteX13" fmla="*/ 1833880 w 9052243"/>
              <a:gd name="connsiteY13" fmla="*/ 213360 h 5151122"/>
              <a:gd name="connsiteX14" fmla="*/ 2273300 w 9052243"/>
              <a:gd name="connsiteY14" fmla="*/ 85725 h 5151122"/>
              <a:gd name="connsiteX15" fmla="*/ 2352040 w 9052243"/>
              <a:gd name="connsiteY15"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1612900 w 9052243"/>
              <a:gd name="connsiteY11" fmla="*/ 1320800 h 5151122"/>
              <a:gd name="connsiteX12" fmla="*/ 2641600 w 9052243"/>
              <a:gd name="connsiteY12" fmla="*/ 920750 h 5151122"/>
              <a:gd name="connsiteX13" fmla="*/ 996950 w 9052243"/>
              <a:gd name="connsiteY13" fmla="*/ 920750 h 5151122"/>
              <a:gd name="connsiteX14" fmla="*/ 1833880 w 9052243"/>
              <a:gd name="connsiteY14" fmla="*/ 213360 h 5151122"/>
              <a:gd name="connsiteX15" fmla="*/ 2273300 w 9052243"/>
              <a:gd name="connsiteY15" fmla="*/ 85725 h 5151122"/>
              <a:gd name="connsiteX16" fmla="*/ 2352040 w 9052243"/>
              <a:gd name="connsiteY16"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1612900 w 9052243"/>
              <a:gd name="connsiteY11" fmla="*/ 1320800 h 5151122"/>
              <a:gd name="connsiteX12" fmla="*/ 2641600 w 9052243"/>
              <a:gd name="connsiteY12" fmla="*/ 920750 h 5151122"/>
              <a:gd name="connsiteX13" fmla="*/ 996950 w 9052243"/>
              <a:gd name="connsiteY13" fmla="*/ 920750 h 5151122"/>
              <a:gd name="connsiteX14" fmla="*/ 1833880 w 9052243"/>
              <a:gd name="connsiteY14" fmla="*/ 213360 h 5151122"/>
              <a:gd name="connsiteX15" fmla="*/ 2273300 w 9052243"/>
              <a:gd name="connsiteY15" fmla="*/ 85725 h 5151122"/>
              <a:gd name="connsiteX16" fmla="*/ 2352040 w 9052243"/>
              <a:gd name="connsiteY16" fmla="*/ 0 h 5151122"/>
              <a:gd name="connsiteX0" fmla="*/ 2354832 w 9055035"/>
              <a:gd name="connsiteY0" fmla="*/ 0 h 5151122"/>
              <a:gd name="connsiteX1" fmla="*/ 9055035 w 9055035"/>
              <a:gd name="connsiteY1" fmla="*/ 5080 h 5151122"/>
              <a:gd name="connsiteX2" fmla="*/ 7272272 w 9055035"/>
              <a:gd name="connsiteY2" fmla="*/ 944880 h 5151122"/>
              <a:gd name="connsiteX3" fmla="*/ 4935472 w 9055035"/>
              <a:gd name="connsiteY3" fmla="*/ 2677160 h 5151122"/>
              <a:gd name="connsiteX4" fmla="*/ 4468112 w 9055035"/>
              <a:gd name="connsiteY4" fmla="*/ 3073400 h 5151122"/>
              <a:gd name="connsiteX5" fmla="*/ 3507992 w 9055035"/>
              <a:gd name="connsiteY5" fmla="*/ 3642360 h 5151122"/>
              <a:gd name="connsiteX6" fmla="*/ 2121152 w 9055035"/>
              <a:gd name="connsiteY6" fmla="*/ 4450080 h 5151122"/>
              <a:gd name="connsiteX7" fmla="*/ 1755392 w 9055035"/>
              <a:gd name="connsiteY7" fmla="*/ 4775200 h 5151122"/>
              <a:gd name="connsiteX8" fmla="*/ 1465515 w 9055035"/>
              <a:gd name="connsiteY8" fmla="*/ 4955540 h 5151122"/>
              <a:gd name="connsiteX9" fmla="*/ 1211832 w 9055035"/>
              <a:gd name="connsiteY9" fmla="*/ 5151120 h 5151122"/>
              <a:gd name="connsiteX10" fmla="*/ 2792 w 9055035"/>
              <a:gd name="connsiteY10" fmla="*/ 5143500 h 5151122"/>
              <a:gd name="connsiteX11" fmla="*/ 450467 w 9055035"/>
              <a:gd name="connsiteY11" fmla="*/ 1866900 h 5151122"/>
              <a:gd name="connsiteX12" fmla="*/ 1615692 w 9055035"/>
              <a:gd name="connsiteY12" fmla="*/ 1320800 h 5151122"/>
              <a:gd name="connsiteX13" fmla="*/ 2644392 w 9055035"/>
              <a:gd name="connsiteY13" fmla="*/ 920750 h 5151122"/>
              <a:gd name="connsiteX14" fmla="*/ 999742 w 9055035"/>
              <a:gd name="connsiteY14" fmla="*/ 920750 h 5151122"/>
              <a:gd name="connsiteX15" fmla="*/ 1836672 w 9055035"/>
              <a:gd name="connsiteY15" fmla="*/ 213360 h 5151122"/>
              <a:gd name="connsiteX16" fmla="*/ 2276092 w 9055035"/>
              <a:gd name="connsiteY16" fmla="*/ 85725 h 5151122"/>
              <a:gd name="connsiteX17" fmla="*/ 2354832 w 9055035"/>
              <a:gd name="connsiteY17" fmla="*/ 0 h 5151122"/>
              <a:gd name="connsiteX0" fmla="*/ 2354832 w 9055035"/>
              <a:gd name="connsiteY0" fmla="*/ 0 h 5151122"/>
              <a:gd name="connsiteX1" fmla="*/ 9055035 w 9055035"/>
              <a:gd name="connsiteY1" fmla="*/ 5080 h 5151122"/>
              <a:gd name="connsiteX2" fmla="*/ 7272272 w 9055035"/>
              <a:gd name="connsiteY2" fmla="*/ 944880 h 5151122"/>
              <a:gd name="connsiteX3" fmla="*/ 4935472 w 9055035"/>
              <a:gd name="connsiteY3" fmla="*/ 2677160 h 5151122"/>
              <a:gd name="connsiteX4" fmla="*/ 4468112 w 9055035"/>
              <a:gd name="connsiteY4" fmla="*/ 3073400 h 5151122"/>
              <a:gd name="connsiteX5" fmla="*/ 3507992 w 9055035"/>
              <a:gd name="connsiteY5" fmla="*/ 3642360 h 5151122"/>
              <a:gd name="connsiteX6" fmla="*/ 2121152 w 9055035"/>
              <a:gd name="connsiteY6" fmla="*/ 4450080 h 5151122"/>
              <a:gd name="connsiteX7" fmla="*/ 1755392 w 9055035"/>
              <a:gd name="connsiteY7" fmla="*/ 4775200 h 5151122"/>
              <a:gd name="connsiteX8" fmla="*/ 1465515 w 9055035"/>
              <a:gd name="connsiteY8" fmla="*/ 4955540 h 5151122"/>
              <a:gd name="connsiteX9" fmla="*/ 1211832 w 9055035"/>
              <a:gd name="connsiteY9" fmla="*/ 5151120 h 5151122"/>
              <a:gd name="connsiteX10" fmla="*/ 2792 w 9055035"/>
              <a:gd name="connsiteY10" fmla="*/ 5143500 h 5151122"/>
              <a:gd name="connsiteX11" fmla="*/ 450467 w 9055035"/>
              <a:gd name="connsiteY11" fmla="*/ 1866900 h 5151122"/>
              <a:gd name="connsiteX12" fmla="*/ 1615692 w 9055035"/>
              <a:gd name="connsiteY12" fmla="*/ 1320800 h 5151122"/>
              <a:gd name="connsiteX13" fmla="*/ 2644392 w 9055035"/>
              <a:gd name="connsiteY13" fmla="*/ 920750 h 5151122"/>
              <a:gd name="connsiteX14" fmla="*/ 999742 w 9055035"/>
              <a:gd name="connsiteY14" fmla="*/ 920750 h 5151122"/>
              <a:gd name="connsiteX15" fmla="*/ 1836672 w 9055035"/>
              <a:gd name="connsiteY15" fmla="*/ 213360 h 5151122"/>
              <a:gd name="connsiteX16" fmla="*/ 2276092 w 9055035"/>
              <a:gd name="connsiteY16" fmla="*/ 85725 h 5151122"/>
              <a:gd name="connsiteX17" fmla="*/ 2354832 w 9055035"/>
              <a:gd name="connsiteY17" fmla="*/ 0 h 5151122"/>
              <a:gd name="connsiteX0" fmla="*/ 2431878 w 9132081"/>
              <a:gd name="connsiteY0" fmla="*/ 0 h 5151122"/>
              <a:gd name="connsiteX1" fmla="*/ 9132081 w 9132081"/>
              <a:gd name="connsiteY1" fmla="*/ 5080 h 5151122"/>
              <a:gd name="connsiteX2" fmla="*/ 7349318 w 9132081"/>
              <a:gd name="connsiteY2" fmla="*/ 944880 h 5151122"/>
              <a:gd name="connsiteX3" fmla="*/ 5012518 w 9132081"/>
              <a:gd name="connsiteY3" fmla="*/ 2677160 h 5151122"/>
              <a:gd name="connsiteX4" fmla="*/ 4545158 w 9132081"/>
              <a:gd name="connsiteY4" fmla="*/ 3073400 h 5151122"/>
              <a:gd name="connsiteX5" fmla="*/ 3585038 w 9132081"/>
              <a:gd name="connsiteY5" fmla="*/ 3642360 h 5151122"/>
              <a:gd name="connsiteX6" fmla="*/ 2198198 w 9132081"/>
              <a:gd name="connsiteY6" fmla="*/ 4450080 h 5151122"/>
              <a:gd name="connsiteX7" fmla="*/ 1832438 w 9132081"/>
              <a:gd name="connsiteY7" fmla="*/ 4775200 h 5151122"/>
              <a:gd name="connsiteX8" fmla="*/ 1542561 w 9132081"/>
              <a:gd name="connsiteY8" fmla="*/ 4955540 h 5151122"/>
              <a:gd name="connsiteX9" fmla="*/ 1288878 w 9132081"/>
              <a:gd name="connsiteY9" fmla="*/ 5151120 h 5151122"/>
              <a:gd name="connsiteX10" fmla="*/ 79838 w 9132081"/>
              <a:gd name="connsiteY10" fmla="*/ 5143500 h 5151122"/>
              <a:gd name="connsiteX11" fmla="*/ 89363 w 9132081"/>
              <a:gd name="connsiteY11" fmla="*/ 2028825 h 5151122"/>
              <a:gd name="connsiteX12" fmla="*/ 527513 w 9132081"/>
              <a:gd name="connsiteY12" fmla="*/ 1866900 h 5151122"/>
              <a:gd name="connsiteX13" fmla="*/ 1692738 w 9132081"/>
              <a:gd name="connsiteY13" fmla="*/ 1320800 h 5151122"/>
              <a:gd name="connsiteX14" fmla="*/ 2721438 w 9132081"/>
              <a:gd name="connsiteY14" fmla="*/ 920750 h 5151122"/>
              <a:gd name="connsiteX15" fmla="*/ 1076788 w 9132081"/>
              <a:gd name="connsiteY15" fmla="*/ 920750 h 5151122"/>
              <a:gd name="connsiteX16" fmla="*/ 1913718 w 9132081"/>
              <a:gd name="connsiteY16" fmla="*/ 213360 h 5151122"/>
              <a:gd name="connsiteX17" fmla="*/ 2353138 w 9132081"/>
              <a:gd name="connsiteY17" fmla="*/ 85725 h 5151122"/>
              <a:gd name="connsiteX18" fmla="*/ 2431878 w 9132081"/>
              <a:gd name="connsiteY18" fmla="*/ 0 h 5151122"/>
              <a:gd name="connsiteX0" fmla="*/ 2412786 w 9112989"/>
              <a:gd name="connsiteY0" fmla="*/ 0 h 5151122"/>
              <a:gd name="connsiteX1" fmla="*/ 9112989 w 9112989"/>
              <a:gd name="connsiteY1" fmla="*/ 5080 h 5151122"/>
              <a:gd name="connsiteX2" fmla="*/ 7330226 w 9112989"/>
              <a:gd name="connsiteY2" fmla="*/ 944880 h 5151122"/>
              <a:gd name="connsiteX3" fmla="*/ 4993426 w 9112989"/>
              <a:gd name="connsiteY3" fmla="*/ 2677160 h 5151122"/>
              <a:gd name="connsiteX4" fmla="*/ 4526066 w 9112989"/>
              <a:gd name="connsiteY4" fmla="*/ 3073400 h 5151122"/>
              <a:gd name="connsiteX5" fmla="*/ 3565946 w 9112989"/>
              <a:gd name="connsiteY5" fmla="*/ 3642360 h 5151122"/>
              <a:gd name="connsiteX6" fmla="*/ 2179106 w 9112989"/>
              <a:gd name="connsiteY6" fmla="*/ 4450080 h 5151122"/>
              <a:gd name="connsiteX7" fmla="*/ 1813346 w 9112989"/>
              <a:gd name="connsiteY7" fmla="*/ 4775200 h 5151122"/>
              <a:gd name="connsiteX8" fmla="*/ 1523469 w 9112989"/>
              <a:gd name="connsiteY8" fmla="*/ 4955540 h 5151122"/>
              <a:gd name="connsiteX9" fmla="*/ 1269786 w 9112989"/>
              <a:gd name="connsiteY9" fmla="*/ 5151120 h 5151122"/>
              <a:gd name="connsiteX10" fmla="*/ 60746 w 9112989"/>
              <a:gd name="connsiteY10" fmla="*/ 5143500 h 5151122"/>
              <a:gd name="connsiteX11" fmla="*/ 70271 w 9112989"/>
              <a:gd name="connsiteY11" fmla="*/ 2028825 h 5151122"/>
              <a:gd name="connsiteX12" fmla="*/ 508421 w 9112989"/>
              <a:gd name="connsiteY12" fmla="*/ 1866900 h 5151122"/>
              <a:gd name="connsiteX13" fmla="*/ 1673646 w 9112989"/>
              <a:gd name="connsiteY13" fmla="*/ 1320800 h 5151122"/>
              <a:gd name="connsiteX14" fmla="*/ 2702346 w 9112989"/>
              <a:gd name="connsiteY14" fmla="*/ 920750 h 5151122"/>
              <a:gd name="connsiteX15" fmla="*/ 1057696 w 9112989"/>
              <a:gd name="connsiteY15" fmla="*/ 920750 h 5151122"/>
              <a:gd name="connsiteX16" fmla="*/ 1894626 w 9112989"/>
              <a:gd name="connsiteY16" fmla="*/ 213360 h 5151122"/>
              <a:gd name="connsiteX17" fmla="*/ 2334046 w 9112989"/>
              <a:gd name="connsiteY17" fmla="*/ 85725 h 5151122"/>
              <a:gd name="connsiteX18" fmla="*/ 2412786 w 9112989"/>
              <a:gd name="connsiteY18" fmla="*/ 0 h 5151122"/>
              <a:gd name="connsiteX0" fmla="*/ 2352040 w 9052243"/>
              <a:gd name="connsiteY0" fmla="*/ 0 h 5151122"/>
              <a:gd name="connsiteX1" fmla="*/ 9052243 w 9052243"/>
              <a:gd name="connsiteY1" fmla="*/ 5080 h 5151122"/>
              <a:gd name="connsiteX2" fmla="*/ 7269480 w 9052243"/>
              <a:gd name="connsiteY2" fmla="*/ 944880 h 5151122"/>
              <a:gd name="connsiteX3" fmla="*/ 4932680 w 9052243"/>
              <a:gd name="connsiteY3" fmla="*/ 2677160 h 5151122"/>
              <a:gd name="connsiteX4" fmla="*/ 4465320 w 9052243"/>
              <a:gd name="connsiteY4" fmla="*/ 3073400 h 5151122"/>
              <a:gd name="connsiteX5" fmla="*/ 3505200 w 9052243"/>
              <a:gd name="connsiteY5" fmla="*/ 3642360 h 5151122"/>
              <a:gd name="connsiteX6" fmla="*/ 2118360 w 9052243"/>
              <a:gd name="connsiteY6" fmla="*/ 4450080 h 5151122"/>
              <a:gd name="connsiteX7" fmla="*/ 1752600 w 9052243"/>
              <a:gd name="connsiteY7" fmla="*/ 4775200 h 5151122"/>
              <a:gd name="connsiteX8" fmla="*/ 1462723 w 9052243"/>
              <a:gd name="connsiteY8" fmla="*/ 4955540 h 5151122"/>
              <a:gd name="connsiteX9" fmla="*/ 1209040 w 9052243"/>
              <a:gd name="connsiteY9" fmla="*/ 5151120 h 5151122"/>
              <a:gd name="connsiteX10" fmla="*/ 0 w 9052243"/>
              <a:gd name="connsiteY10" fmla="*/ 5143500 h 5151122"/>
              <a:gd name="connsiteX11" fmla="*/ 9525 w 9052243"/>
              <a:gd name="connsiteY11" fmla="*/ 2028825 h 5151122"/>
              <a:gd name="connsiteX12" fmla="*/ 447675 w 9052243"/>
              <a:gd name="connsiteY12" fmla="*/ 1866900 h 5151122"/>
              <a:gd name="connsiteX13" fmla="*/ 1612900 w 9052243"/>
              <a:gd name="connsiteY13" fmla="*/ 1320800 h 5151122"/>
              <a:gd name="connsiteX14" fmla="*/ 2641600 w 9052243"/>
              <a:gd name="connsiteY14" fmla="*/ 920750 h 5151122"/>
              <a:gd name="connsiteX15" fmla="*/ 996950 w 9052243"/>
              <a:gd name="connsiteY15" fmla="*/ 920750 h 5151122"/>
              <a:gd name="connsiteX16" fmla="*/ 1833880 w 9052243"/>
              <a:gd name="connsiteY16" fmla="*/ 213360 h 5151122"/>
              <a:gd name="connsiteX17" fmla="*/ 2273300 w 9052243"/>
              <a:gd name="connsiteY17" fmla="*/ 85725 h 5151122"/>
              <a:gd name="connsiteX18" fmla="*/ 2352040 w 9052243"/>
              <a:gd name="connsiteY18" fmla="*/ 0 h 515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52243" h="5151122">
                <a:moveTo>
                  <a:pt x="2352040" y="0"/>
                </a:moveTo>
                <a:lnTo>
                  <a:pt x="9052243" y="5080"/>
                </a:lnTo>
                <a:cubicBezTo>
                  <a:pt x="8539269" y="397933"/>
                  <a:pt x="7782454" y="552027"/>
                  <a:pt x="7269480" y="944880"/>
                </a:cubicBezTo>
                <a:cubicBezTo>
                  <a:pt x="6607387" y="1517227"/>
                  <a:pt x="5594773" y="2104813"/>
                  <a:pt x="4932680" y="2677160"/>
                </a:cubicBezTo>
                <a:cubicBezTo>
                  <a:pt x="4463627" y="3022600"/>
                  <a:pt x="4703233" y="2912533"/>
                  <a:pt x="4465320" y="3073400"/>
                </a:cubicBezTo>
                <a:cubicBezTo>
                  <a:pt x="4227407" y="3234267"/>
                  <a:pt x="3814233" y="3438313"/>
                  <a:pt x="3505200" y="3642360"/>
                </a:cubicBezTo>
                <a:cubicBezTo>
                  <a:pt x="3196167" y="3846407"/>
                  <a:pt x="2414693" y="4268047"/>
                  <a:pt x="2118360" y="4450080"/>
                </a:cubicBezTo>
                <a:cubicBezTo>
                  <a:pt x="1822027" y="4632113"/>
                  <a:pt x="1861873" y="4690957"/>
                  <a:pt x="1752600" y="4775200"/>
                </a:cubicBezTo>
                <a:cubicBezTo>
                  <a:pt x="1643327" y="4859443"/>
                  <a:pt x="1549083" y="4886113"/>
                  <a:pt x="1462723" y="4955540"/>
                </a:cubicBezTo>
                <a:cubicBezTo>
                  <a:pt x="1435735" y="4954693"/>
                  <a:pt x="1236028" y="5151967"/>
                  <a:pt x="1209040" y="5151120"/>
                </a:cubicBezTo>
                <a:lnTo>
                  <a:pt x="0" y="5143500"/>
                </a:lnTo>
                <a:cubicBezTo>
                  <a:pt x="15981" y="4621001"/>
                  <a:pt x="11113" y="2571750"/>
                  <a:pt x="9525" y="2028825"/>
                </a:cubicBezTo>
                <a:cubicBezTo>
                  <a:pt x="84137" y="1482725"/>
                  <a:pt x="237596" y="2001838"/>
                  <a:pt x="447675" y="1866900"/>
                </a:cubicBezTo>
                <a:cubicBezTo>
                  <a:pt x="1011767" y="1629833"/>
                  <a:pt x="1247246" y="1478492"/>
                  <a:pt x="1612900" y="1320800"/>
                </a:cubicBezTo>
                <a:cubicBezTo>
                  <a:pt x="1978554" y="1163108"/>
                  <a:pt x="2744258" y="987425"/>
                  <a:pt x="2641600" y="920750"/>
                </a:cubicBezTo>
                <a:cubicBezTo>
                  <a:pt x="2538942" y="854075"/>
                  <a:pt x="842116" y="1082569"/>
                  <a:pt x="996950" y="920750"/>
                </a:cubicBezTo>
                <a:cubicBezTo>
                  <a:pt x="1151784" y="758931"/>
                  <a:pt x="1715876" y="339302"/>
                  <a:pt x="1833880" y="213360"/>
                </a:cubicBezTo>
                <a:cubicBezTo>
                  <a:pt x="1947545" y="165523"/>
                  <a:pt x="2159635" y="133562"/>
                  <a:pt x="2273300" y="85725"/>
                </a:cubicBezTo>
                <a:lnTo>
                  <a:pt x="2352040" y="0"/>
                </a:lnTo>
                <a:close/>
              </a:path>
            </a:pathLst>
          </a:custGeom>
          <a:solidFill>
            <a:schemeClr val="tx1">
              <a:lumMod val="95000"/>
              <a:lumOff val="5000"/>
            </a:schemeClr>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393890017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48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1277128" y="1"/>
            <a:ext cx="10914873" cy="4198135"/>
          </a:xfrm>
          <a:custGeom>
            <a:avLst/>
            <a:gdLst>
              <a:gd name="connsiteX0" fmla="*/ 0 w 8164512"/>
              <a:gd name="connsiteY0" fmla="*/ 0 h 3262313"/>
              <a:gd name="connsiteX1" fmla="*/ 8164512 w 8164512"/>
              <a:gd name="connsiteY1" fmla="*/ 0 h 3262313"/>
              <a:gd name="connsiteX2" fmla="*/ 8164512 w 8164512"/>
              <a:gd name="connsiteY2" fmla="*/ 3262313 h 3262313"/>
              <a:gd name="connsiteX3" fmla="*/ 0 w 8164512"/>
              <a:gd name="connsiteY3" fmla="*/ 3262313 h 3262313"/>
              <a:gd name="connsiteX4" fmla="*/ 0 w 8164512"/>
              <a:gd name="connsiteY4" fmla="*/ 0 h 3262313"/>
              <a:gd name="connsiteX0" fmla="*/ 7 w 8164519"/>
              <a:gd name="connsiteY0" fmla="*/ 0 h 3262313"/>
              <a:gd name="connsiteX1" fmla="*/ 8164519 w 8164519"/>
              <a:gd name="connsiteY1" fmla="*/ 0 h 3262313"/>
              <a:gd name="connsiteX2" fmla="*/ 8164519 w 8164519"/>
              <a:gd name="connsiteY2" fmla="*/ 3262313 h 3262313"/>
              <a:gd name="connsiteX3" fmla="*/ 7 w 8164519"/>
              <a:gd name="connsiteY3" fmla="*/ 3262313 h 3262313"/>
              <a:gd name="connsiteX4" fmla="*/ 356950 w 8164519"/>
              <a:gd name="connsiteY4" fmla="*/ 1174111 h 3262313"/>
              <a:gd name="connsiteX5" fmla="*/ 7 w 8164519"/>
              <a:gd name="connsiteY5" fmla="*/ 0 h 3262313"/>
              <a:gd name="connsiteX0" fmla="*/ 495971 w 8660483"/>
              <a:gd name="connsiteY0" fmla="*/ 0 h 3262313"/>
              <a:gd name="connsiteX1" fmla="*/ 8660483 w 8660483"/>
              <a:gd name="connsiteY1" fmla="*/ 0 h 3262313"/>
              <a:gd name="connsiteX2" fmla="*/ 8660483 w 8660483"/>
              <a:gd name="connsiteY2" fmla="*/ 3262313 h 3262313"/>
              <a:gd name="connsiteX3" fmla="*/ 495971 w 8660483"/>
              <a:gd name="connsiteY3" fmla="*/ 3262313 h 3262313"/>
              <a:gd name="connsiteX4" fmla="*/ 1004413 w 8660483"/>
              <a:gd name="connsiteY4" fmla="*/ 2321169 h 3262313"/>
              <a:gd name="connsiteX5" fmla="*/ 852914 w 8660483"/>
              <a:gd name="connsiteY5" fmla="*/ 1174111 h 3262313"/>
              <a:gd name="connsiteX6" fmla="*/ 495971 w 8660483"/>
              <a:gd name="connsiteY6" fmla="*/ 0 h 3262313"/>
              <a:gd name="connsiteX0" fmla="*/ 382424 w 8546936"/>
              <a:gd name="connsiteY0" fmla="*/ 0 h 3262313"/>
              <a:gd name="connsiteX1" fmla="*/ 8546936 w 8546936"/>
              <a:gd name="connsiteY1" fmla="*/ 0 h 3262313"/>
              <a:gd name="connsiteX2" fmla="*/ 8546936 w 8546936"/>
              <a:gd name="connsiteY2" fmla="*/ 3262313 h 3262313"/>
              <a:gd name="connsiteX3" fmla="*/ 382424 w 8546936"/>
              <a:gd name="connsiteY3" fmla="*/ 3262313 h 3262313"/>
              <a:gd name="connsiteX4" fmla="*/ 890866 w 8546936"/>
              <a:gd name="connsiteY4" fmla="*/ 2321169 h 3262313"/>
              <a:gd name="connsiteX5" fmla="*/ 739367 w 8546936"/>
              <a:gd name="connsiteY5" fmla="*/ 1174111 h 3262313"/>
              <a:gd name="connsiteX6" fmla="*/ 382424 w 8546936"/>
              <a:gd name="connsiteY6" fmla="*/ 0 h 3262313"/>
              <a:gd name="connsiteX0" fmla="*/ 0 w 8164512"/>
              <a:gd name="connsiteY0" fmla="*/ 0 h 3262313"/>
              <a:gd name="connsiteX1" fmla="*/ 8164512 w 8164512"/>
              <a:gd name="connsiteY1" fmla="*/ 0 h 3262313"/>
              <a:gd name="connsiteX2" fmla="*/ 8164512 w 8164512"/>
              <a:gd name="connsiteY2" fmla="*/ 3262313 h 3262313"/>
              <a:gd name="connsiteX3" fmla="*/ 3527744 w 8164512"/>
              <a:gd name="connsiteY3" fmla="*/ 2824050 h 3262313"/>
              <a:gd name="connsiteX4" fmla="*/ 508442 w 8164512"/>
              <a:gd name="connsiteY4" fmla="*/ 2321169 h 3262313"/>
              <a:gd name="connsiteX5" fmla="*/ 356943 w 8164512"/>
              <a:gd name="connsiteY5" fmla="*/ 1174111 h 3262313"/>
              <a:gd name="connsiteX6" fmla="*/ 0 w 8164512"/>
              <a:gd name="connsiteY6" fmla="*/ 0 h 3262313"/>
              <a:gd name="connsiteX0" fmla="*/ 0 w 8164512"/>
              <a:gd name="connsiteY0" fmla="*/ 0 h 3262313"/>
              <a:gd name="connsiteX1" fmla="*/ 8164512 w 8164512"/>
              <a:gd name="connsiteY1" fmla="*/ 0 h 3262313"/>
              <a:gd name="connsiteX2" fmla="*/ 8164512 w 8164512"/>
              <a:gd name="connsiteY2" fmla="*/ 3262313 h 3262313"/>
              <a:gd name="connsiteX3" fmla="*/ 3527744 w 8164512"/>
              <a:gd name="connsiteY3" fmla="*/ 2824050 h 3262313"/>
              <a:gd name="connsiteX4" fmla="*/ 508442 w 8164512"/>
              <a:gd name="connsiteY4" fmla="*/ 2321169 h 3262313"/>
              <a:gd name="connsiteX5" fmla="*/ 308247 w 8164512"/>
              <a:gd name="connsiteY5" fmla="*/ 1801747 h 3262313"/>
              <a:gd name="connsiteX6" fmla="*/ 356943 w 8164512"/>
              <a:gd name="connsiteY6" fmla="*/ 1174111 h 3262313"/>
              <a:gd name="connsiteX7" fmla="*/ 0 w 8164512"/>
              <a:gd name="connsiteY7" fmla="*/ 0 h 3262313"/>
              <a:gd name="connsiteX0" fmla="*/ 0 w 8164512"/>
              <a:gd name="connsiteY0" fmla="*/ 0 h 3262313"/>
              <a:gd name="connsiteX1" fmla="*/ 8164512 w 8164512"/>
              <a:gd name="connsiteY1" fmla="*/ 0 h 3262313"/>
              <a:gd name="connsiteX2" fmla="*/ 8164512 w 8164512"/>
              <a:gd name="connsiteY2" fmla="*/ 3262313 h 3262313"/>
              <a:gd name="connsiteX3" fmla="*/ 3781885 w 8164512"/>
              <a:gd name="connsiteY3" fmla="*/ 2932573 h 3262313"/>
              <a:gd name="connsiteX4" fmla="*/ 3527744 w 8164512"/>
              <a:gd name="connsiteY4" fmla="*/ 2824050 h 3262313"/>
              <a:gd name="connsiteX5" fmla="*/ 508442 w 8164512"/>
              <a:gd name="connsiteY5" fmla="*/ 2321169 h 3262313"/>
              <a:gd name="connsiteX6" fmla="*/ 308247 w 8164512"/>
              <a:gd name="connsiteY6" fmla="*/ 1801747 h 3262313"/>
              <a:gd name="connsiteX7" fmla="*/ 356943 w 8164512"/>
              <a:gd name="connsiteY7" fmla="*/ 1174111 h 3262313"/>
              <a:gd name="connsiteX8" fmla="*/ 0 w 8164512"/>
              <a:gd name="connsiteY8" fmla="*/ 0 h 3262313"/>
              <a:gd name="connsiteX0" fmla="*/ 0 w 8164512"/>
              <a:gd name="connsiteY0" fmla="*/ 0 h 3262313"/>
              <a:gd name="connsiteX1" fmla="*/ 8164512 w 8164512"/>
              <a:gd name="connsiteY1" fmla="*/ 0 h 3262313"/>
              <a:gd name="connsiteX2" fmla="*/ 8164512 w 8164512"/>
              <a:gd name="connsiteY2" fmla="*/ 3262313 h 3262313"/>
              <a:gd name="connsiteX3" fmla="*/ 3781885 w 8164512"/>
              <a:gd name="connsiteY3" fmla="*/ 2932573 h 3262313"/>
              <a:gd name="connsiteX4" fmla="*/ 3527744 w 8164512"/>
              <a:gd name="connsiteY4" fmla="*/ 2824050 h 3262313"/>
              <a:gd name="connsiteX5" fmla="*/ 2694344 w 8164512"/>
              <a:gd name="connsiteY5" fmla="*/ 2607934 h 3262313"/>
              <a:gd name="connsiteX6" fmla="*/ 508442 w 8164512"/>
              <a:gd name="connsiteY6" fmla="*/ 2321169 h 3262313"/>
              <a:gd name="connsiteX7" fmla="*/ 308247 w 8164512"/>
              <a:gd name="connsiteY7" fmla="*/ 1801747 h 3262313"/>
              <a:gd name="connsiteX8" fmla="*/ 356943 w 8164512"/>
              <a:gd name="connsiteY8" fmla="*/ 1174111 h 3262313"/>
              <a:gd name="connsiteX9" fmla="*/ 0 w 8164512"/>
              <a:gd name="connsiteY9" fmla="*/ 0 h 3262313"/>
              <a:gd name="connsiteX0" fmla="*/ 0 w 8164512"/>
              <a:gd name="connsiteY0" fmla="*/ 0 h 3262313"/>
              <a:gd name="connsiteX1" fmla="*/ 8164512 w 8164512"/>
              <a:gd name="connsiteY1" fmla="*/ 0 h 3262313"/>
              <a:gd name="connsiteX2" fmla="*/ 8164512 w 8164512"/>
              <a:gd name="connsiteY2" fmla="*/ 3262313 h 3262313"/>
              <a:gd name="connsiteX3" fmla="*/ 3781885 w 8164512"/>
              <a:gd name="connsiteY3" fmla="*/ 2932573 h 3262313"/>
              <a:gd name="connsiteX4" fmla="*/ 3527744 w 8164512"/>
              <a:gd name="connsiteY4" fmla="*/ 2824050 h 3262313"/>
              <a:gd name="connsiteX5" fmla="*/ 2694344 w 8164512"/>
              <a:gd name="connsiteY5" fmla="*/ 2607934 h 3262313"/>
              <a:gd name="connsiteX6" fmla="*/ 881776 w 8164512"/>
              <a:gd name="connsiteY6" fmla="*/ 2256241 h 3262313"/>
              <a:gd name="connsiteX7" fmla="*/ 508442 w 8164512"/>
              <a:gd name="connsiteY7" fmla="*/ 2321169 h 3262313"/>
              <a:gd name="connsiteX8" fmla="*/ 308247 w 8164512"/>
              <a:gd name="connsiteY8" fmla="*/ 1801747 h 3262313"/>
              <a:gd name="connsiteX9" fmla="*/ 356943 w 8164512"/>
              <a:gd name="connsiteY9" fmla="*/ 1174111 h 3262313"/>
              <a:gd name="connsiteX10" fmla="*/ 0 w 8164512"/>
              <a:gd name="connsiteY10" fmla="*/ 0 h 3262313"/>
              <a:gd name="connsiteX0" fmla="*/ 0 w 8164512"/>
              <a:gd name="connsiteY0" fmla="*/ 0 h 3262313"/>
              <a:gd name="connsiteX1" fmla="*/ 8164512 w 8164512"/>
              <a:gd name="connsiteY1" fmla="*/ 0 h 3262313"/>
              <a:gd name="connsiteX2" fmla="*/ 8164512 w 8164512"/>
              <a:gd name="connsiteY2" fmla="*/ 3262313 h 3262313"/>
              <a:gd name="connsiteX3" fmla="*/ 3781885 w 8164512"/>
              <a:gd name="connsiteY3" fmla="*/ 2932573 h 3262313"/>
              <a:gd name="connsiteX4" fmla="*/ 3527744 w 8164512"/>
              <a:gd name="connsiteY4" fmla="*/ 2824050 h 3262313"/>
              <a:gd name="connsiteX5" fmla="*/ 2694344 w 8164512"/>
              <a:gd name="connsiteY5" fmla="*/ 2607934 h 3262313"/>
              <a:gd name="connsiteX6" fmla="*/ 881776 w 8164512"/>
              <a:gd name="connsiteY6" fmla="*/ 2256241 h 3262313"/>
              <a:gd name="connsiteX7" fmla="*/ 519263 w 8164512"/>
              <a:gd name="connsiteY7" fmla="*/ 2218367 h 3262313"/>
              <a:gd name="connsiteX8" fmla="*/ 308247 w 8164512"/>
              <a:gd name="connsiteY8" fmla="*/ 1801747 h 3262313"/>
              <a:gd name="connsiteX9" fmla="*/ 356943 w 8164512"/>
              <a:gd name="connsiteY9" fmla="*/ 1174111 h 3262313"/>
              <a:gd name="connsiteX10" fmla="*/ 0 w 8164512"/>
              <a:gd name="connsiteY10" fmla="*/ 0 h 3262313"/>
              <a:gd name="connsiteX0" fmla="*/ 0 w 8164512"/>
              <a:gd name="connsiteY0" fmla="*/ 0 h 3409733"/>
              <a:gd name="connsiteX1" fmla="*/ 8164512 w 8164512"/>
              <a:gd name="connsiteY1" fmla="*/ 0 h 3409733"/>
              <a:gd name="connsiteX2" fmla="*/ 8164512 w 8164512"/>
              <a:gd name="connsiteY2" fmla="*/ 3262313 h 3409733"/>
              <a:gd name="connsiteX3" fmla="*/ 4528555 w 8164512"/>
              <a:gd name="connsiteY3" fmla="*/ 2781075 h 3409733"/>
              <a:gd name="connsiteX4" fmla="*/ 3781885 w 8164512"/>
              <a:gd name="connsiteY4" fmla="*/ 2932573 h 3409733"/>
              <a:gd name="connsiteX5" fmla="*/ 3527744 w 8164512"/>
              <a:gd name="connsiteY5" fmla="*/ 2824050 h 3409733"/>
              <a:gd name="connsiteX6" fmla="*/ 2694344 w 8164512"/>
              <a:gd name="connsiteY6" fmla="*/ 2607934 h 3409733"/>
              <a:gd name="connsiteX7" fmla="*/ 881776 w 8164512"/>
              <a:gd name="connsiteY7" fmla="*/ 2256241 h 3409733"/>
              <a:gd name="connsiteX8" fmla="*/ 519263 w 8164512"/>
              <a:gd name="connsiteY8" fmla="*/ 2218367 h 3409733"/>
              <a:gd name="connsiteX9" fmla="*/ 308247 w 8164512"/>
              <a:gd name="connsiteY9" fmla="*/ 1801747 h 3409733"/>
              <a:gd name="connsiteX10" fmla="*/ 356943 w 8164512"/>
              <a:gd name="connsiteY10" fmla="*/ 1174111 h 3409733"/>
              <a:gd name="connsiteX11" fmla="*/ 0 w 8164512"/>
              <a:gd name="connsiteY11" fmla="*/ 0 h 3409733"/>
              <a:gd name="connsiteX0" fmla="*/ 0 w 8164512"/>
              <a:gd name="connsiteY0" fmla="*/ 0 h 3483927"/>
              <a:gd name="connsiteX1" fmla="*/ 8164512 w 8164512"/>
              <a:gd name="connsiteY1" fmla="*/ 0 h 3483927"/>
              <a:gd name="connsiteX2" fmla="*/ 8164512 w 8164512"/>
              <a:gd name="connsiteY2" fmla="*/ 3262313 h 3483927"/>
              <a:gd name="connsiteX3" fmla="*/ 6757743 w 8164512"/>
              <a:gd name="connsiteY3" fmla="*/ 3094892 h 3483927"/>
              <a:gd name="connsiteX4" fmla="*/ 4528555 w 8164512"/>
              <a:gd name="connsiteY4" fmla="*/ 2781075 h 3483927"/>
              <a:gd name="connsiteX5" fmla="*/ 3781885 w 8164512"/>
              <a:gd name="connsiteY5" fmla="*/ 2932573 h 3483927"/>
              <a:gd name="connsiteX6" fmla="*/ 3527744 w 8164512"/>
              <a:gd name="connsiteY6" fmla="*/ 2824050 h 3483927"/>
              <a:gd name="connsiteX7" fmla="*/ 2694344 w 8164512"/>
              <a:gd name="connsiteY7" fmla="*/ 2607934 h 3483927"/>
              <a:gd name="connsiteX8" fmla="*/ 881776 w 8164512"/>
              <a:gd name="connsiteY8" fmla="*/ 2256241 h 3483927"/>
              <a:gd name="connsiteX9" fmla="*/ 519263 w 8164512"/>
              <a:gd name="connsiteY9" fmla="*/ 2218367 h 3483927"/>
              <a:gd name="connsiteX10" fmla="*/ 308247 w 8164512"/>
              <a:gd name="connsiteY10" fmla="*/ 1801747 h 3483927"/>
              <a:gd name="connsiteX11" fmla="*/ 356943 w 8164512"/>
              <a:gd name="connsiteY11" fmla="*/ 1174111 h 3483927"/>
              <a:gd name="connsiteX12" fmla="*/ 0 w 8164512"/>
              <a:gd name="connsiteY12" fmla="*/ 0 h 3483927"/>
              <a:gd name="connsiteX0" fmla="*/ 0 w 8164512"/>
              <a:gd name="connsiteY0" fmla="*/ 0 h 3483927"/>
              <a:gd name="connsiteX1" fmla="*/ 8164512 w 8164512"/>
              <a:gd name="connsiteY1" fmla="*/ 0 h 3483927"/>
              <a:gd name="connsiteX2" fmla="*/ 8164512 w 8164512"/>
              <a:gd name="connsiteY2" fmla="*/ 3262313 h 3483927"/>
              <a:gd name="connsiteX3" fmla="*/ 6757743 w 8164512"/>
              <a:gd name="connsiteY3" fmla="*/ 3094892 h 3483927"/>
              <a:gd name="connsiteX4" fmla="*/ 6021894 w 8164512"/>
              <a:gd name="connsiteY4" fmla="*/ 3143588 h 3483927"/>
              <a:gd name="connsiteX5" fmla="*/ 4528555 w 8164512"/>
              <a:gd name="connsiteY5" fmla="*/ 2781075 h 3483927"/>
              <a:gd name="connsiteX6" fmla="*/ 3781885 w 8164512"/>
              <a:gd name="connsiteY6" fmla="*/ 2932573 h 3483927"/>
              <a:gd name="connsiteX7" fmla="*/ 3527744 w 8164512"/>
              <a:gd name="connsiteY7" fmla="*/ 2824050 h 3483927"/>
              <a:gd name="connsiteX8" fmla="*/ 2694344 w 8164512"/>
              <a:gd name="connsiteY8" fmla="*/ 2607934 h 3483927"/>
              <a:gd name="connsiteX9" fmla="*/ 881776 w 8164512"/>
              <a:gd name="connsiteY9" fmla="*/ 2256241 h 3483927"/>
              <a:gd name="connsiteX10" fmla="*/ 519263 w 8164512"/>
              <a:gd name="connsiteY10" fmla="*/ 2218367 h 3483927"/>
              <a:gd name="connsiteX11" fmla="*/ 308247 w 8164512"/>
              <a:gd name="connsiteY11" fmla="*/ 1801747 h 3483927"/>
              <a:gd name="connsiteX12" fmla="*/ 356943 w 8164512"/>
              <a:gd name="connsiteY12" fmla="*/ 1174111 h 3483927"/>
              <a:gd name="connsiteX13" fmla="*/ 0 w 8164512"/>
              <a:gd name="connsiteY13" fmla="*/ 0 h 3483927"/>
              <a:gd name="connsiteX0" fmla="*/ 0 w 8164512"/>
              <a:gd name="connsiteY0" fmla="*/ 0 h 3431061"/>
              <a:gd name="connsiteX1" fmla="*/ 8164512 w 8164512"/>
              <a:gd name="connsiteY1" fmla="*/ 0 h 3431061"/>
              <a:gd name="connsiteX2" fmla="*/ 8164512 w 8164512"/>
              <a:gd name="connsiteY2" fmla="*/ 3262313 h 3431061"/>
              <a:gd name="connsiteX3" fmla="*/ 7596394 w 8164512"/>
              <a:gd name="connsiteY3" fmla="*/ 2818949 h 3431061"/>
              <a:gd name="connsiteX4" fmla="*/ 6757743 w 8164512"/>
              <a:gd name="connsiteY4" fmla="*/ 3094892 h 3431061"/>
              <a:gd name="connsiteX5" fmla="*/ 6021894 w 8164512"/>
              <a:gd name="connsiteY5" fmla="*/ 3143588 h 3431061"/>
              <a:gd name="connsiteX6" fmla="*/ 4528555 w 8164512"/>
              <a:gd name="connsiteY6" fmla="*/ 2781075 h 3431061"/>
              <a:gd name="connsiteX7" fmla="*/ 3781885 w 8164512"/>
              <a:gd name="connsiteY7" fmla="*/ 2932573 h 3431061"/>
              <a:gd name="connsiteX8" fmla="*/ 3527744 w 8164512"/>
              <a:gd name="connsiteY8" fmla="*/ 2824050 h 3431061"/>
              <a:gd name="connsiteX9" fmla="*/ 2694344 w 8164512"/>
              <a:gd name="connsiteY9" fmla="*/ 2607934 h 3431061"/>
              <a:gd name="connsiteX10" fmla="*/ 881776 w 8164512"/>
              <a:gd name="connsiteY10" fmla="*/ 2256241 h 3431061"/>
              <a:gd name="connsiteX11" fmla="*/ 519263 w 8164512"/>
              <a:gd name="connsiteY11" fmla="*/ 2218367 h 3431061"/>
              <a:gd name="connsiteX12" fmla="*/ 308247 w 8164512"/>
              <a:gd name="connsiteY12" fmla="*/ 1801747 h 3431061"/>
              <a:gd name="connsiteX13" fmla="*/ 356943 w 8164512"/>
              <a:gd name="connsiteY13" fmla="*/ 1174111 h 3431061"/>
              <a:gd name="connsiteX14" fmla="*/ 0 w 8164512"/>
              <a:gd name="connsiteY14" fmla="*/ 0 h 3431061"/>
              <a:gd name="connsiteX0" fmla="*/ 0 w 8164512"/>
              <a:gd name="connsiteY0" fmla="*/ 0 h 3445296"/>
              <a:gd name="connsiteX1" fmla="*/ 8164512 w 8164512"/>
              <a:gd name="connsiteY1" fmla="*/ 0 h 3445296"/>
              <a:gd name="connsiteX2" fmla="*/ 8164512 w 8164512"/>
              <a:gd name="connsiteY2" fmla="*/ 3262313 h 3445296"/>
              <a:gd name="connsiteX3" fmla="*/ 8094174 w 8164512"/>
              <a:gd name="connsiteY3" fmla="*/ 2818949 h 3445296"/>
              <a:gd name="connsiteX4" fmla="*/ 7596394 w 8164512"/>
              <a:gd name="connsiteY4" fmla="*/ 2818949 h 3445296"/>
              <a:gd name="connsiteX5" fmla="*/ 6757743 w 8164512"/>
              <a:gd name="connsiteY5" fmla="*/ 3094892 h 3445296"/>
              <a:gd name="connsiteX6" fmla="*/ 6021894 w 8164512"/>
              <a:gd name="connsiteY6" fmla="*/ 3143588 h 3445296"/>
              <a:gd name="connsiteX7" fmla="*/ 4528555 w 8164512"/>
              <a:gd name="connsiteY7" fmla="*/ 2781075 h 3445296"/>
              <a:gd name="connsiteX8" fmla="*/ 3781885 w 8164512"/>
              <a:gd name="connsiteY8" fmla="*/ 2932573 h 3445296"/>
              <a:gd name="connsiteX9" fmla="*/ 3527744 w 8164512"/>
              <a:gd name="connsiteY9" fmla="*/ 2824050 h 3445296"/>
              <a:gd name="connsiteX10" fmla="*/ 2694344 w 8164512"/>
              <a:gd name="connsiteY10" fmla="*/ 2607934 h 3445296"/>
              <a:gd name="connsiteX11" fmla="*/ 881776 w 8164512"/>
              <a:gd name="connsiteY11" fmla="*/ 2256241 h 3445296"/>
              <a:gd name="connsiteX12" fmla="*/ 519263 w 8164512"/>
              <a:gd name="connsiteY12" fmla="*/ 2218367 h 3445296"/>
              <a:gd name="connsiteX13" fmla="*/ 308247 w 8164512"/>
              <a:gd name="connsiteY13" fmla="*/ 1801747 h 3445296"/>
              <a:gd name="connsiteX14" fmla="*/ 356943 w 8164512"/>
              <a:gd name="connsiteY14" fmla="*/ 1174111 h 3445296"/>
              <a:gd name="connsiteX15" fmla="*/ 0 w 8164512"/>
              <a:gd name="connsiteY15" fmla="*/ 0 h 3445296"/>
              <a:gd name="connsiteX0" fmla="*/ 0 w 8186155"/>
              <a:gd name="connsiteY0" fmla="*/ 0 h 3148601"/>
              <a:gd name="connsiteX1" fmla="*/ 8164512 w 8186155"/>
              <a:gd name="connsiteY1" fmla="*/ 0 h 3148601"/>
              <a:gd name="connsiteX2" fmla="*/ 8186155 w 8186155"/>
              <a:gd name="connsiteY2" fmla="*/ 2364145 h 3148601"/>
              <a:gd name="connsiteX3" fmla="*/ 8094174 w 8186155"/>
              <a:gd name="connsiteY3" fmla="*/ 2818949 h 3148601"/>
              <a:gd name="connsiteX4" fmla="*/ 7596394 w 8186155"/>
              <a:gd name="connsiteY4" fmla="*/ 2818949 h 3148601"/>
              <a:gd name="connsiteX5" fmla="*/ 6757743 w 8186155"/>
              <a:gd name="connsiteY5" fmla="*/ 3094892 h 3148601"/>
              <a:gd name="connsiteX6" fmla="*/ 6021894 w 8186155"/>
              <a:gd name="connsiteY6" fmla="*/ 3143588 h 3148601"/>
              <a:gd name="connsiteX7" fmla="*/ 4528555 w 8186155"/>
              <a:gd name="connsiteY7" fmla="*/ 2781075 h 3148601"/>
              <a:gd name="connsiteX8" fmla="*/ 3781885 w 8186155"/>
              <a:gd name="connsiteY8" fmla="*/ 2932573 h 3148601"/>
              <a:gd name="connsiteX9" fmla="*/ 3527744 w 8186155"/>
              <a:gd name="connsiteY9" fmla="*/ 2824050 h 3148601"/>
              <a:gd name="connsiteX10" fmla="*/ 2694344 w 8186155"/>
              <a:gd name="connsiteY10" fmla="*/ 2607934 h 3148601"/>
              <a:gd name="connsiteX11" fmla="*/ 881776 w 8186155"/>
              <a:gd name="connsiteY11" fmla="*/ 2256241 h 3148601"/>
              <a:gd name="connsiteX12" fmla="*/ 519263 w 8186155"/>
              <a:gd name="connsiteY12" fmla="*/ 2218367 h 3148601"/>
              <a:gd name="connsiteX13" fmla="*/ 308247 w 8186155"/>
              <a:gd name="connsiteY13" fmla="*/ 1801747 h 3148601"/>
              <a:gd name="connsiteX14" fmla="*/ 356943 w 8186155"/>
              <a:gd name="connsiteY14" fmla="*/ 1174111 h 3148601"/>
              <a:gd name="connsiteX15" fmla="*/ 0 w 8186155"/>
              <a:gd name="connsiteY15" fmla="*/ 0 h 3148601"/>
              <a:gd name="connsiteX0" fmla="*/ 0 w 8186155"/>
              <a:gd name="connsiteY0" fmla="*/ 0 h 3148601"/>
              <a:gd name="connsiteX1" fmla="*/ 2846776 w 8186155"/>
              <a:gd name="connsiteY1" fmla="*/ 14344 h 3148601"/>
              <a:gd name="connsiteX2" fmla="*/ 8164512 w 8186155"/>
              <a:gd name="connsiteY2" fmla="*/ 0 h 3148601"/>
              <a:gd name="connsiteX3" fmla="*/ 8186155 w 8186155"/>
              <a:gd name="connsiteY3" fmla="*/ 2364145 h 3148601"/>
              <a:gd name="connsiteX4" fmla="*/ 8094174 w 8186155"/>
              <a:gd name="connsiteY4" fmla="*/ 2818949 h 3148601"/>
              <a:gd name="connsiteX5" fmla="*/ 7596394 w 8186155"/>
              <a:gd name="connsiteY5" fmla="*/ 2818949 h 3148601"/>
              <a:gd name="connsiteX6" fmla="*/ 6757743 w 8186155"/>
              <a:gd name="connsiteY6" fmla="*/ 3094892 h 3148601"/>
              <a:gd name="connsiteX7" fmla="*/ 6021894 w 8186155"/>
              <a:gd name="connsiteY7" fmla="*/ 3143588 h 3148601"/>
              <a:gd name="connsiteX8" fmla="*/ 4528555 w 8186155"/>
              <a:gd name="connsiteY8" fmla="*/ 2781075 h 3148601"/>
              <a:gd name="connsiteX9" fmla="*/ 3781885 w 8186155"/>
              <a:gd name="connsiteY9" fmla="*/ 2932573 h 3148601"/>
              <a:gd name="connsiteX10" fmla="*/ 3527744 w 8186155"/>
              <a:gd name="connsiteY10" fmla="*/ 2824050 h 3148601"/>
              <a:gd name="connsiteX11" fmla="*/ 2694344 w 8186155"/>
              <a:gd name="connsiteY11" fmla="*/ 2607934 h 3148601"/>
              <a:gd name="connsiteX12" fmla="*/ 881776 w 8186155"/>
              <a:gd name="connsiteY12" fmla="*/ 2256241 h 3148601"/>
              <a:gd name="connsiteX13" fmla="*/ 519263 w 8186155"/>
              <a:gd name="connsiteY13" fmla="*/ 2218367 h 3148601"/>
              <a:gd name="connsiteX14" fmla="*/ 308247 w 8186155"/>
              <a:gd name="connsiteY14" fmla="*/ 1801747 h 3148601"/>
              <a:gd name="connsiteX15" fmla="*/ 356943 w 8186155"/>
              <a:gd name="connsiteY15" fmla="*/ 1174111 h 3148601"/>
              <a:gd name="connsiteX16" fmla="*/ 0 w 8186155"/>
              <a:gd name="connsiteY16" fmla="*/ 0 h 3148601"/>
              <a:gd name="connsiteX0" fmla="*/ 0 w 8186155"/>
              <a:gd name="connsiteY0" fmla="*/ 0 h 3148601"/>
              <a:gd name="connsiteX1" fmla="*/ 2846776 w 8186155"/>
              <a:gd name="connsiteY1" fmla="*/ 14344 h 3148601"/>
              <a:gd name="connsiteX2" fmla="*/ 4324160 w 8186155"/>
              <a:gd name="connsiteY2" fmla="*/ 606014 h 3148601"/>
              <a:gd name="connsiteX3" fmla="*/ 8164512 w 8186155"/>
              <a:gd name="connsiteY3" fmla="*/ 0 h 3148601"/>
              <a:gd name="connsiteX4" fmla="*/ 8186155 w 8186155"/>
              <a:gd name="connsiteY4" fmla="*/ 2364145 h 3148601"/>
              <a:gd name="connsiteX5" fmla="*/ 8094174 w 8186155"/>
              <a:gd name="connsiteY5" fmla="*/ 2818949 h 3148601"/>
              <a:gd name="connsiteX6" fmla="*/ 7596394 w 8186155"/>
              <a:gd name="connsiteY6" fmla="*/ 2818949 h 3148601"/>
              <a:gd name="connsiteX7" fmla="*/ 6757743 w 8186155"/>
              <a:gd name="connsiteY7" fmla="*/ 3094892 h 3148601"/>
              <a:gd name="connsiteX8" fmla="*/ 6021894 w 8186155"/>
              <a:gd name="connsiteY8" fmla="*/ 3143588 h 3148601"/>
              <a:gd name="connsiteX9" fmla="*/ 4528555 w 8186155"/>
              <a:gd name="connsiteY9" fmla="*/ 2781075 h 3148601"/>
              <a:gd name="connsiteX10" fmla="*/ 3781885 w 8186155"/>
              <a:gd name="connsiteY10" fmla="*/ 2932573 h 3148601"/>
              <a:gd name="connsiteX11" fmla="*/ 3527744 w 8186155"/>
              <a:gd name="connsiteY11" fmla="*/ 2824050 h 3148601"/>
              <a:gd name="connsiteX12" fmla="*/ 2694344 w 8186155"/>
              <a:gd name="connsiteY12" fmla="*/ 2607934 h 3148601"/>
              <a:gd name="connsiteX13" fmla="*/ 881776 w 8186155"/>
              <a:gd name="connsiteY13" fmla="*/ 2256241 h 3148601"/>
              <a:gd name="connsiteX14" fmla="*/ 519263 w 8186155"/>
              <a:gd name="connsiteY14" fmla="*/ 2218367 h 3148601"/>
              <a:gd name="connsiteX15" fmla="*/ 308247 w 8186155"/>
              <a:gd name="connsiteY15" fmla="*/ 1801747 h 3148601"/>
              <a:gd name="connsiteX16" fmla="*/ 356943 w 8186155"/>
              <a:gd name="connsiteY16" fmla="*/ 1174111 h 3148601"/>
              <a:gd name="connsiteX17" fmla="*/ 0 w 8186155"/>
              <a:gd name="connsiteY17" fmla="*/ 0 h 3148601"/>
              <a:gd name="connsiteX0" fmla="*/ 0 w 8186155"/>
              <a:gd name="connsiteY0" fmla="*/ 0 h 3148601"/>
              <a:gd name="connsiteX1" fmla="*/ 2846776 w 8186155"/>
              <a:gd name="connsiteY1" fmla="*/ 14344 h 3148601"/>
              <a:gd name="connsiteX2" fmla="*/ 3094202 w 8186155"/>
              <a:gd name="connsiteY2" fmla="*/ 225911 h 3148601"/>
              <a:gd name="connsiteX3" fmla="*/ 4324160 w 8186155"/>
              <a:gd name="connsiteY3" fmla="*/ 606014 h 3148601"/>
              <a:gd name="connsiteX4" fmla="*/ 8164512 w 8186155"/>
              <a:gd name="connsiteY4" fmla="*/ 0 h 3148601"/>
              <a:gd name="connsiteX5" fmla="*/ 8186155 w 8186155"/>
              <a:gd name="connsiteY5" fmla="*/ 2364145 h 3148601"/>
              <a:gd name="connsiteX6" fmla="*/ 8094174 w 8186155"/>
              <a:gd name="connsiteY6" fmla="*/ 2818949 h 3148601"/>
              <a:gd name="connsiteX7" fmla="*/ 7596394 w 8186155"/>
              <a:gd name="connsiteY7" fmla="*/ 2818949 h 3148601"/>
              <a:gd name="connsiteX8" fmla="*/ 6757743 w 8186155"/>
              <a:gd name="connsiteY8" fmla="*/ 3094892 h 3148601"/>
              <a:gd name="connsiteX9" fmla="*/ 6021894 w 8186155"/>
              <a:gd name="connsiteY9" fmla="*/ 3143588 h 3148601"/>
              <a:gd name="connsiteX10" fmla="*/ 4528555 w 8186155"/>
              <a:gd name="connsiteY10" fmla="*/ 2781075 h 3148601"/>
              <a:gd name="connsiteX11" fmla="*/ 3781885 w 8186155"/>
              <a:gd name="connsiteY11" fmla="*/ 2932573 h 3148601"/>
              <a:gd name="connsiteX12" fmla="*/ 3527744 w 8186155"/>
              <a:gd name="connsiteY12" fmla="*/ 2824050 h 3148601"/>
              <a:gd name="connsiteX13" fmla="*/ 2694344 w 8186155"/>
              <a:gd name="connsiteY13" fmla="*/ 2607934 h 3148601"/>
              <a:gd name="connsiteX14" fmla="*/ 881776 w 8186155"/>
              <a:gd name="connsiteY14" fmla="*/ 2256241 h 3148601"/>
              <a:gd name="connsiteX15" fmla="*/ 519263 w 8186155"/>
              <a:gd name="connsiteY15" fmla="*/ 2218367 h 3148601"/>
              <a:gd name="connsiteX16" fmla="*/ 308247 w 8186155"/>
              <a:gd name="connsiteY16" fmla="*/ 1801747 h 3148601"/>
              <a:gd name="connsiteX17" fmla="*/ 356943 w 8186155"/>
              <a:gd name="connsiteY17" fmla="*/ 1174111 h 3148601"/>
              <a:gd name="connsiteX18" fmla="*/ 0 w 8186155"/>
              <a:gd name="connsiteY18"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324160 w 8186155"/>
              <a:gd name="connsiteY4" fmla="*/ 606014 h 3148601"/>
              <a:gd name="connsiteX5" fmla="*/ 8164512 w 8186155"/>
              <a:gd name="connsiteY5" fmla="*/ 0 h 3148601"/>
              <a:gd name="connsiteX6" fmla="*/ 8186155 w 8186155"/>
              <a:gd name="connsiteY6" fmla="*/ 2364145 h 3148601"/>
              <a:gd name="connsiteX7" fmla="*/ 8094174 w 8186155"/>
              <a:gd name="connsiteY7" fmla="*/ 2818949 h 3148601"/>
              <a:gd name="connsiteX8" fmla="*/ 7596394 w 8186155"/>
              <a:gd name="connsiteY8" fmla="*/ 2818949 h 3148601"/>
              <a:gd name="connsiteX9" fmla="*/ 6757743 w 8186155"/>
              <a:gd name="connsiteY9" fmla="*/ 3094892 h 3148601"/>
              <a:gd name="connsiteX10" fmla="*/ 6021894 w 8186155"/>
              <a:gd name="connsiteY10" fmla="*/ 3143588 h 3148601"/>
              <a:gd name="connsiteX11" fmla="*/ 4528555 w 8186155"/>
              <a:gd name="connsiteY11" fmla="*/ 2781075 h 3148601"/>
              <a:gd name="connsiteX12" fmla="*/ 3781885 w 8186155"/>
              <a:gd name="connsiteY12" fmla="*/ 2932573 h 3148601"/>
              <a:gd name="connsiteX13" fmla="*/ 3527744 w 8186155"/>
              <a:gd name="connsiteY13" fmla="*/ 2824050 h 3148601"/>
              <a:gd name="connsiteX14" fmla="*/ 2694344 w 8186155"/>
              <a:gd name="connsiteY14" fmla="*/ 2607934 h 3148601"/>
              <a:gd name="connsiteX15" fmla="*/ 881776 w 8186155"/>
              <a:gd name="connsiteY15" fmla="*/ 2256241 h 3148601"/>
              <a:gd name="connsiteX16" fmla="*/ 519263 w 8186155"/>
              <a:gd name="connsiteY16" fmla="*/ 2218367 h 3148601"/>
              <a:gd name="connsiteX17" fmla="*/ 308247 w 8186155"/>
              <a:gd name="connsiteY17" fmla="*/ 1801747 h 3148601"/>
              <a:gd name="connsiteX18" fmla="*/ 356943 w 8186155"/>
              <a:gd name="connsiteY18" fmla="*/ 1174111 h 3148601"/>
              <a:gd name="connsiteX19" fmla="*/ 0 w 8186155"/>
              <a:gd name="connsiteY19"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8164512 w 8186155"/>
              <a:gd name="connsiteY6" fmla="*/ 0 h 3148601"/>
              <a:gd name="connsiteX7" fmla="*/ 8186155 w 8186155"/>
              <a:gd name="connsiteY7" fmla="*/ 2364145 h 3148601"/>
              <a:gd name="connsiteX8" fmla="*/ 8094174 w 8186155"/>
              <a:gd name="connsiteY8" fmla="*/ 2818949 h 3148601"/>
              <a:gd name="connsiteX9" fmla="*/ 7596394 w 8186155"/>
              <a:gd name="connsiteY9" fmla="*/ 2818949 h 3148601"/>
              <a:gd name="connsiteX10" fmla="*/ 6757743 w 8186155"/>
              <a:gd name="connsiteY10" fmla="*/ 3094892 h 3148601"/>
              <a:gd name="connsiteX11" fmla="*/ 6021894 w 8186155"/>
              <a:gd name="connsiteY11" fmla="*/ 3143588 h 3148601"/>
              <a:gd name="connsiteX12" fmla="*/ 4528555 w 8186155"/>
              <a:gd name="connsiteY12" fmla="*/ 2781075 h 3148601"/>
              <a:gd name="connsiteX13" fmla="*/ 3781885 w 8186155"/>
              <a:gd name="connsiteY13" fmla="*/ 2932573 h 3148601"/>
              <a:gd name="connsiteX14" fmla="*/ 3527744 w 8186155"/>
              <a:gd name="connsiteY14" fmla="*/ 2824050 h 3148601"/>
              <a:gd name="connsiteX15" fmla="*/ 2694344 w 8186155"/>
              <a:gd name="connsiteY15" fmla="*/ 2607934 h 3148601"/>
              <a:gd name="connsiteX16" fmla="*/ 881776 w 8186155"/>
              <a:gd name="connsiteY16" fmla="*/ 2256241 h 3148601"/>
              <a:gd name="connsiteX17" fmla="*/ 519263 w 8186155"/>
              <a:gd name="connsiteY17" fmla="*/ 2218367 h 3148601"/>
              <a:gd name="connsiteX18" fmla="*/ 308247 w 8186155"/>
              <a:gd name="connsiteY18" fmla="*/ 1801747 h 3148601"/>
              <a:gd name="connsiteX19" fmla="*/ 356943 w 8186155"/>
              <a:gd name="connsiteY19" fmla="*/ 1174111 h 3148601"/>
              <a:gd name="connsiteX20" fmla="*/ 0 w 8186155"/>
              <a:gd name="connsiteY20"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6221091 w 8186155"/>
              <a:gd name="connsiteY6" fmla="*/ 1258645 h 3148601"/>
              <a:gd name="connsiteX7" fmla="*/ 8164512 w 8186155"/>
              <a:gd name="connsiteY7" fmla="*/ 0 h 3148601"/>
              <a:gd name="connsiteX8" fmla="*/ 8186155 w 8186155"/>
              <a:gd name="connsiteY8" fmla="*/ 2364145 h 3148601"/>
              <a:gd name="connsiteX9" fmla="*/ 8094174 w 8186155"/>
              <a:gd name="connsiteY9" fmla="*/ 2818949 h 3148601"/>
              <a:gd name="connsiteX10" fmla="*/ 7596394 w 8186155"/>
              <a:gd name="connsiteY10" fmla="*/ 2818949 h 3148601"/>
              <a:gd name="connsiteX11" fmla="*/ 6757743 w 8186155"/>
              <a:gd name="connsiteY11" fmla="*/ 3094892 h 3148601"/>
              <a:gd name="connsiteX12" fmla="*/ 6021894 w 8186155"/>
              <a:gd name="connsiteY12" fmla="*/ 3143588 h 3148601"/>
              <a:gd name="connsiteX13" fmla="*/ 4528555 w 8186155"/>
              <a:gd name="connsiteY13" fmla="*/ 2781075 h 3148601"/>
              <a:gd name="connsiteX14" fmla="*/ 3781885 w 8186155"/>
              <a:gd name="connsiteY14" fmla="*/ 2932573 h 3148601"/>
              <a:gd name="connsiteX15" fmla="*/ 3527744 w 8186155"/>
              <a:gd name="connsiteY15" fmla="*/ 2824050 h 3148601"/>
              <a:gd name="connsiteX16" fmla="*/ 2694344 w 8186155"/>
              <a:gd name="connsiteY16" fmla="*/ 2607934 h 3148601"/>
              <a:gd name="connsiteX17" fmla="*/ 881776 w 8186155"/>
              <a:gd name="connsiteY17" fmla="*/ 2256241 h 3148601"/>
              <a:gd name="connsiteX18" fmla="*/ 519263 w 8186155"/>
              <a:gd name="connsiteY18" fmla="*/ 2218367 h 3148601"/>
              <a:gd name="connsiteX19" fmla="*/ 308247 w 8186155"/>
              <a:gd name="connsiteY19" fmla="*/ 1801747 h 3148601"/>
              <a:gd name="connsiteX20" fmla="*/ 356943 w 8186155"/>
              <a:gd name="connsiteY20" fmla="*/ 1174111 h 3148601"/>
              <a:gd name="connsiteX21" fmla="*/ 0 w 8186155"/>
              <a:gd name="connsiteY21"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847699 w 8186155"/>
              <a:gd name="connsiteY6" fmla="*/ 889299 h 3148601"/>
              <a:gd name="connsiteX7" fmla="*/ 6221091 w 8186155"/>
              <a:gd name="connsiteY7" fmla="*/ 1258645 h 3148601"/>
              <a:gd name="connsiteX8" fmla="*/ 8164512 w 8186155"/>
              <a:gd name="connsiteY8" fmla="*/ 0 h 3148601"/>
              <a:gd name="connsiteX9" fmla="*/ 8186155 w 8186155"/>
              <a:gd name="connsiteY9" fmla="*/ 2364145 h 3148601"/>
              <a:gd name="connsiteX10" fmla="*/ 8094174 w 8186155"/>
              <a:gd name="connsiteY10" fmla="*/ 2818949 h 3148601"/>
              <a:gd name="connsiteX11" fmla="*/ 7596394 w 8186155"/>
              <a:gd name="connsiteY11" fmla="*/ 2818949 h 3148601"/>
              <a:gd name="connsiteX12" fmla="*/ 6757743 w 8186155"/>
              <a:gd name="connsiteY12" fmla="*/ 3094892 h 3148601"/>
              <a:gd name="connsiteX13" fmla="*/ 6021894 w 8186155"/>
              <a:gd name="connsiteY13" fmla="*/ 3143588 h 3148601"/>
              <a:gd name="connsiteX14" fmla="*/ 4528555 w 8186155"/>
              <a:gd name="connsiteY14" fmla="*/ 2781075 h 3148601"/>
              <a:gd name="connsiteX15" fmla="*/ 3781885 w 8186155"/>
              <a:gd name="connsiteY15" fmla="*/ 2932573 h 3148601"/>
              <a:gd name="connsiteX16" fmla="*/ 3527744 w 8186155"/>
              <a:gd name="connsiteY16" fmla="*/ 2824050 h 3148601"/>
              <a:gd name="connsiteX17" fmla="*/ 2694344 w 8186155"/>
              <a:gd name="connsiteY17" fmla="*/ 2607934 h 3148601"/>
              <a:gd name="connsiteX18" fmla="*/ 881776 w 8186155"/>
              <a:gd name="connsiteY18" fmla="*/ 2256241 h 3148601"/>
              <a:gd name="connsiteX19" fmla="*/ 519263 w 8186155"/>
              <a:gd name="connsiteY19" fmla="*/ 2218367 h 3148601"/>
              <a:gd name="connsiteX20" fmla="*/ 308247 w 8186155"/>
              <a:gd name="connsiteY20" fmla="*/ 1801747 h 3148601"/>
              <a:gd name="connsiteX21" fmla="*/ 356943 w 8186155"/>
              <a:gd name="connsiteY21" fmla="*/ 1174111 h 3148601"/>
              <a:gd name="connsiteX22" fmla="*/ 0 w 8186155"/>
              <a:gd name="connsiteY22"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847699 w 8186155"/>
              <a:gd name="connsiteY6" fmla="*/ 889299 h 3148601"/>
              <a:gd name="connsiteX7" fmla="*/ 5740583 w 8186155"/>
              <a:gd name="connsiteY7" fmla="*/ 1125967 h 3148601"/>
              <a:gd name="connsiteX8" fmla="*/ 6221091 w 8186155"/>
              <a:gd name="connsiteY8" fmla="*/ 1258645 h 3148601"/>
              <a:gd name="connsiteX9" fmla="*/ 8164512 w 8186155"/>
              <a:gd name="connsiteY9" fmla="*/ 0 h 3148601"/>
              <a:gd name="connsiteX10" fmla="*/ 8186155 w 8186155"/>
              <a:gd name="connsiteY10" fmla="*/ 2364145 h 3148601"/>
              <a:gd name="connsiteX11" fmla="*/ 8094174 w 8186155"/>
              <a:gd name="connsiteY11" fmla="*/ 2818949 h 3148601"/>
              <a:gd name="connsiteX12" fmla="*/ 7596394 w 8186155"/>
              <a:gd name="connsiteY12" fmla="*/ 2818949 h 3148601"/>
              <a:gd name="connsiteX13" fmla="*/ 6757743 w 8186155"/>
              <a:gd name="connsiteY13" fmla="*/ 3094892 h 3148601"/>
              <a:gd name="connsiteX14" fmla="*/ 6021894 w 8186155"/>
              <a:gd name="connsiteY14" fmla="*/ 3143588 h 3148601"/>
              <a:gd name="connsiteX15" fmla="*/ 4528555 w 8186155"/>
              <a:gd name="connsiteY15" fmla="*/ 2781075 h 3148601"/>
              <a:gd name="connsiteX16" fmla="*/ 3781885 w 8186155"/>
              <a:gd name="connsiteY16" fmla="*/ 2932573 h 3148601"/>
              <a:gd name="connsiteX17" fmla="*/ 3527744 w 8186155"/>
              <a:gd name="connsiteY17" fmla="*/ 2824050 h 3148601"/>
              <a:gd name="connsiteX18" fmla="*/ 2694344 w 8186155"/>
              <a:gd name="connsiteY18" fmla="*/ 2607934 h 3148601"/>
              <a:gd name="connsiteX19" fmla="*/ 881776 w 8186155"/>
              <a:gd name="connsiteY19" fmla="*/ 2256241 h 3148601"/>
              <a:gd name="connsiteX20" fmla="*/ 519263 w 8186155"/>
              <a:gd name="connsiteY20" fmla="*/ 2218367 h 3148601"/>
              <a:gd name="connsiteX21" fmla="*/ 308247 w 8186155"/>
              <a:gd name="connsiteY21" fmla="*/ 1801747 h 3148601"/>
              <a:gd name="connsiteX22" fmla="*/ 356943 w 8186155"/>
              <a:gd name="connsiteY22" fmla="*/ 1174111 h 3148601"/>
              <a:gd name="connsiteX23" fmla="*/ 0 w 8186155"/>
              <a:gd name="connsiteY23"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847699 w 8186155"/>
              <a:gd name="connsiteY6" fmla="*/ 889299 h 3148601"/>
              <a:gd name="connsiteX7" fmla="*/ 5740583 w 8186155"/>
              <a:gd name="connsiteY7" fmla="*/ 1125967 h 3148601"/>
              <a:gd name="connsiteX8" fmla="*/ 6221091 w 8186155"/>
              <a:gd name="connsiteY8" fmla="*/ 1258645 h 3148601"/>
              <a:gd name="connsiteX9" fmla="*/ 7271627 w 8186155"/>
              <a:gd name="connsiteY9" fmla="*/ 1789355 h 3148601"/>
              <a:gd name="connsiteX10" fmla="*/ 8186155 w 8186155"/>
              <a:gd name="connsiteY10" fmla="*/ 2364145 h 3148601"/>
              <a:gd name="connsiteX11" fmla="*/ 8094174 w 8186155"/>
              <a:gd name="connsiteY11" fmla="*/ 2818949 h 3148601"/>
              <a:gd name="connsiteX12" fmla="*/ 7596394 w 8186155"/>
              <a:gd name="connsiteY12" fmla="*/ 2818949 h 3148601"/>
              <a:gd name="connsiteX13" fmla="*/ 6757743 w 8186155"/>
              <a:gd name="connsiteY13" fmla="*/ 3094892 h 3148601"/>
              <a:gd name="connsiteX14" fmla="*/ 6021894 w 8186155"/>
              <a:gd name="connsiteY14" fmla="*/ 3143588 h 3148601"/>
              <a:gd name="connsiteX15" fmla="*/ 4528555 w 8186155"/>
              <a:gd name="connsiteY15" fmla="*/ 2781075 h 3148601"/>
              <a:gd name="connsiteX16" fmla="*/ 3781885 w 8186155"/>
              <a:gd name="connsiteY16" fmla="*/ 2932573 h 3148601"/>
              <a:gd name="connsiteX17" fmla="*/ 3527744 w 8186155"/>
              <a:gd name="connsiteY17" fmla="*/ 2824050 h 3148601"/>
              <a:gd name="connsiteX18" fmla="*/ 2694344 w 8186155"/>
              <a:gd name="connsiteY18" fmla="*/ 2607934 h 3148601"/>
              <a:gd name="connsiteX19" fmla="*/ 881776 w 8186155"/>
              <a:gd name="connsiteY19" fmla="*/ 2256241 h 3148601"/>
              <a:gd name="connsiteX20" fmla="*/ 519263 w 8186155"/>
              <a:gd name="connsiteY20" fmla="*/ 2218367 h 3148601"/>
              <a:gd name="connsiteX21" fmla="*/ 308247 w 8186155"/>
              <a:gd name="connsiteY21" fmla="*/ 1801747 h 3148601"/>
              <a:gd name="connsiteX22" fmla="*/ 356943 w 8186155"/>
              <a:gd name="connsiteY22" fmla="*/ 1174111 h 3148601"/>
              <a:gd name="connsiteX23" fmla="*/ 0 w 8186155"/>
              <a:gd name="connsiteY23"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847699 w 8186155"/>
              <a:gd name="connsiteY6" fmla="*/ 889299 h 3148601"/>
              <a:gd name="connsiteX7" fmla="*/ 5740583 w 8186155"/>
              <a:gd name="connsiteY7" fmla="*/ 1125967 h 3148601"/>
              <a:gd name="connsiteX8" fmla="*/ 6221091 w 8186155"/>
              <a:gd name="connsiteY8" fmla="*/ 1258645 h 3148601"/>
              <a:gd name="connsiteX9" fmla="*/ 7271627 w 8186155"/>
              <a:gd name="connsiteY9" fmla="*/ 1789355 h 3148601"/>
              <a:gd name="connsiteX10" fmla="*/ 8039134 w 8186155"/>
              <a:gd name="connsiteY10" fmla="*/ 2083398 h 3148601"/>
              <a:gd name="connsiteX11" fmla="*/ 8186155 w 8186155"/>
              <a:gd name="connsiteY11" fmla="*/ 2364145 h 3148601"/>
              <a:gd name="connsiteX12" fmla="*/ 8094174 w 8186155"/>
              <a:gd name="connsiteY12" fmla="*/ 2818949 h 3148601"/>
              <a:gd name="connsiteX13" fmla="*/ 7596394 w 8186155"/>
              <a:gd name="connsiteY13" fmla="*/ 2818949 h 3148601"/>
              <a:gd name="connsiteX14" fmla="*/ 6757743 w 8186155"/>
              <a:gd name="connsiteY14" fmla="*/ 3094892 h 3148601"/>
              <a:gd name="connsiteX15" fmla="*/ 6021894 w 8186155"/>
              <a:gd name="connsiteY15" fmla="*/ 3143588 h 3148601"/>
              <a:gd name="connsiteX16" fmla="*/ 4528555 w 8186155"/>
              <a:gd name="connsiteY16" fmla="*/ 2781075 h 3148601"/>
              <a:gd name="connsiteX17" fmla="*/ 3781885 w 8186155"/>
              <a:gd name="connsiteY17" fmla="*/ 2932573 h 3148601"/>
              <a:gd name="connsiteX18" fmla="*/ 3527744 w 8186155"/>
              <a:gd name="connsiteY18" fmla="*/ 2824050 h 3148601"/>
              <a:gd name="connsiteX19" fmla="*/ 2694344 w 8186155"/>
              <a:gd name="connsiteY19" fmla="*/ 2607934 h 3148601"/>
              <a:gd name="connsiteX20" fmla="*/ 881776 w 8186155"/>
              <a:gd name="connsiteY20" fmla="*/ 2256241 h 3148601"/>
              <a:gd name="connsiteX21" fmla="*/ 519263 w 8186155"/>
              <a:gd name="connsiteY21" fmla="*/ 2218367 h 3148601"/>
              <a:gd name="connsiteX22" fmla="*/ 308247 w 8186155"/>
              <a:gd name="connsiteY22" fmla="*/ 1801747 h 3148601"/>
              <a:gd name="connsiteX23" fmla="*/ 356943 w 8186155"/>
              <a:gd name="connsiteY23" fmla="*/ 1174111 h 3148601"/>
              <a:gd name="connsiteX24" fmla="*/ 0 w 8186155"/>
              <a:gd name="connsiteY24"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847699 w 8186155"/>
              <a:gd name="connsiteY6" fmla="*/ 889299 h 3148601"/>
              <a:gd name="connsiteX7" fmla="*/ 5740583 w 8186155"/>
              <a:gd name="connsiteY7" fmla="*/ 1125967 h 3148601"/>
              <a:gd name="connsiteX8" fmla="*/ 6221091 w 8186155"/>
              <a:gd name="connsiteY8" fmla="*/ 1258645 h 3148601"/>
              <a:gd name="connsiteX9" fmla="*/ 7271627 w 8186155"/>
              <a:gd name="connsiteY9" fmla="*/ 1789355 h 3148601"/>
              <a:gd name="connsiteX10" fmla="*/ 8039134 w 8186155"/>
              <a:gd name="connsiteY10" fmla="*/ 2083398 h 3148601"/>
              <a:gd name="connsiteX11" fmla="*/ 8186155 w 8186155"/>
              <a:gd name="connsiteY11" fmla="*/ 2364145 h 3148601"/>
              <a:gd name="connsiteX12" fmla="*/ 8094174 w 8186155"/>
              <a:gd name="connsiteY12" fmla="*/ 2818949 h 3148601"/>
              <a:gd name="connsiteX13" fmla="*/ 7596394 w 8186155"/>
              <a:gd name="connsiteY13" fmla="*/ 2818949 h 3148601"/>
              <a:gd name="connsiteX14" fmla="*/ 6757743 w 8186155"/>
              <a:gd name="connsiteY14" fmla="*/ 3094892 h 3148601"/>
              <a:gd name="connsiteX15" fmla="*/ 6021894 w 8186155"/>
              <a:gd name="connsiteY15" fmla="*/ 3143588 h 3148601"/>
              <a:gd name="connsiteX16" fmla="*/ 4528555 w 8186155"/>
              <a:gd name="connsiteY16" fmla="*/ 2781075 h 3148601"/>
              <a:gd name="connsiteX17" fmla="*/ 3781885 w 8186155"/>
              <a:gd name="connsiteY17" fmla="*/ 2932573 h 3148601"/>
              <a:gd name="connsiteX18" fmla="*/ 3527744 w 8186155"/>
              <a:gd name="connsiteY18" fmla="*/ 2824050 h 3148601"/>
              <a:gd name="connsiteX19" fmla="*/ 2694344 w 8186155"/>
              <a:gd name="connsiteY19" fmla="*/ 2607934 h 3148601"/>
              <a:gd name="connsiteX20" fmla="*/ 881776 w 8186155"/>
              <a:gd name="connsiteY20" fmla="*/ 2256241 h 3148601"/>
              <a:gd name="connsiteX21" fmla="*/ 519263 w 8186155"/>
              <a:gd name="connsiteY21" fmla="*/ 2218367 h 3148601"/>
              <a:gd name="connsiteX22" fmla="*/ 308247 w 8186155"/>
              <a:gd name="connsiteY22" fmla="*/ 1801747 h 3148601"/>
              <a:gd name="connsiteX23" fmla="*/ 356943 w 8186155"/>
              <a:gd name="connsiteY23" fmla="*/ 1174111 h 3148601"/>
              <a:gd name="connsiteX24" fmla="*/ 0 w 8186155"/>
              <a:gd name="connsiteY24"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847699 w 8186155"/>
              <a:gd name="connsiteY6" fmla="*/ 889299 h 3148601"/>
              <a:gd name="connsiteX7" fmla="*/ 5740583 w 8186155"/>
              <a:gd name="connsiteY7" fmla="*/ 1125967 h 3148601"/>
              <a:gd name="connsiteX8" fmla="*/ 6221091 w 8186155"/>
              <a:gd name="connsiteY8" fmla="*/ 1258645 h 3148601"/>
              <a:gd name="connsiteX9" fmla="*/ 6776903 w 8186155"/>
              <a:gd name="connsiteY9" fmla="*/ 1455868 h 3148601"/>
              <a:gd name="connsiteX10" fmla="*/ 7271627 w 8186155"/>
              <a:gd name="connsiteY10" fmla="*/ 1789355 h 3148601"/>
              <a:gd name="connsiteX11" fmla="*/ 8039134 w 8186155"/>
              <a:gd name="connsiteY11" fmla="*/ 2083398 h 3148601"/>
              <a:gd name="connsiteX12" fmla="*/ 8186155 w 8186155"/>
              <a:gd name="connsiteY12" fmla="*/ 2364145 h 3148601"/>
              <a:gd name="connsiteX13" fmla="*/ 8094174 w 8186155"/>
              <a:gd name="connsiteY13" fmla="*/ 2818949 h 3148601"/>
              <a:gd name="connsiteX14" fmla="*/ 7596394 w 8186155"/>
              <a:gd name="connsiteY14" fmla="*/ 2818949 h 3148601"/>
              <a:gd name="connsiteX15" fmla="*/ 6757743 w 8186155"/>
              <a:gd name="connsiteY15" fmla="*/ 3094892 h 3148601"/>
              <a:gd name="connsiteX16" fmla="*/ 6021894 w 8186155"/>
              <a:gd name="connsiteY16" fmla="*/ 3143588 h 3148601"/>
              <a:gd name="connsiteX17" fmla="*/ 4528555 w 8186155"/>
              <a:gd name="connsiteY17" fmla="*/ 2781075 h 3148601"/>
              <a:gd name="connsiteX18" fmla="*/ 3781885 w 8186155"/>
              <a:gd name="connsiteY18" fmla="*/ 2932573 h 3148601"/>
              <a:gd name="connsiteX19" fmla="*/ 3527744 w 8186155"/>
              <a:gd name="connsiteY19" fmla="*/ 2824050 h 3148601"/>
              <a:gd name="connsiteX20" fmla="*/ 2694344 w 8186155"/>
              <a:gd name="connsiteY20" fmla="*/ 2607934 h 3148601"/>
              <a:gd name="connsiteX21" fmla="*/ 881776 w 8186155"/>
              <a:gd name="connsiteY21" fmla="*/ 2256241 h 3148601"/>
              <a:gd name="connsiteX22" fmla="*/ 519263 w 8186155"/>
              <a:gd name="connsiteY22" fmla="*/ 2218367 h 3148601"/>
              <a:gd name="connsiteX23" fmla="*/ 308247 w 8186155"/>
              <a:gd name="connsiteY23" fmla="*/ 1801747 h 3148601"/>
              <a:gd name="connsiteX24" fmla="*/ 356943 w 8186155"/>
              <a:gd name="connsiteY24" fmla="*/ 1174111 h 3148601"/>
              <a:gd name="connsiteX25" fmla="*/ 0 w 8186155"/>
              <a:gd name="connsiteY25"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507040 w 8186155"/>
              <a:gd name="connsiteY6" fmla="*/ 817581 h 3148601"/>
              <a:gd name="connsiteX7" fmla="*/ 4847699 w 8186155"/>
              <a:gd name="connsiteY7" fmla="*/ 889299 h 3148601"/>
              <a:gd name="connsiteX8" fmla="*/ 5740583 w 8186155"/>
              <a:gd name="connsiteY8" fmla="*/ 1125967 h 3148601"/>
              <a:gd name="connsiteX9" fmla="*/ 6221091 w 8186155"/>
              <a:gd name="connsiteY9" fmla="*/ 1258645 h 3148601"/>
              <a:gd name="connsiteX10" fmla="*/ 6776903 w 8186155"/>
              <a:gd name="connsiteY10" fmla="*/ 1455868 h 3148601"/>
              <a:gd name="connsiteX11" fmla="*/ 7271627 w 8186155"/>
              <a:gd name="connsiteY11" fmla="*/ 1789355 h 3148601"/>
              <a:gd name="connsiteX12" fmla="*/ 8039134 w 8186155"/>
              <a:gd name="connsiteY12" fmla="*/ 2083398 h 3148601"/>
              <a:gd name="connsiteX13" fmla="*/ 8186155 w 8186155"/>
              <a:gd name="connsiteY13" fmla="*/ 2364145 h 3148601"/>
              <a:gd name="connsiteX14" fmla="*/ 8094174 w 8186155"/>
              <a:gd name="connsiteY14" fmla="*/ 2818949 h 3148601"/>
              <a:gd name="connsiteX15" fmla="*/ 7596394 w 8186155"/>
              <a:gd name="connsiteY15" fmla="*/ 2818949 h 3148601"/>
              <a:gd name="connsiteX16" fmla="*/ 6757743 w 8186155"/>
              <a:gd name="connsiteY16" fmla="*/ 3094892 h 3148601"/>
              <a:gd name="connsiteX17" fmla="*/ 6021894 w 8186155"/>
              <a:gd name="connsiteY17" fmla="*/ 3143588 h 3148601"/>
              <a:gd name="connsiteX18" fmla="*/ 4528555 w 8186155"/>
              <a:gd name="connsiteY18" fmla="*/ 2781075 h 3148601"/>
              <a:gd name="connsiteX19" fmla="*/ 3781885 w 8186155"/>
              <a:gd name="connsiteY19" fmla="*/ 2932573 h 3148601"/>
              <a:gd name="connsiteX20" fmla="*/ 3527744 w 8186155"/>
              <a:gd name="connsiteY20" fmla="*/ 2824050 h 3148601"/>
              <a:gd name="connsiteX21" fmla="*/ 2694344 w 8186155"/>
              <a:gd name="connsiteY21" fmla="*/ 2607934 h 3148601"/>
              <a:gd name="connsiteX22" fmla="*/ 881776 w 8186155"/>
              <a:gd name="connsiteY22" fmla="*/ 2256241 h 3148601"/>
              <a:gd name="connsiteX23" fmla="*/ 519263 w 8186155"/>
              <a:gd name="connsiteY23" fmla="*/ 2218367 h 3148601"/>
              <a:gd name="connsiteX24" fmla="*/ 308247 w 8186155"/>
              <a:gd name="connsiteY24" fmla="*/ 1801747 h 3148601"/>
              <a:gd name="connsiteX25" fmla="*/ 356943 w 8186155"/>
              <a:gd name="connsiteY25" fmla="*/ 1174111 h 3148601"/>
              <a:gd name="connsiteX26" fmla="*/ 0 w 8186155"/>
              <a:gd name="connsiteY26"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507040 w 8186155"/>
              <a:gd name="connsiteY6" fmla="*/ 817581 h 3148601"/>
              <a:gd name="connsiteX7" fmla="*/ 4625374 w 8186155"/>
              <a:gd name="connsiteY7" fmla="*/ 939501 h 3148601"/>
              <a:gd name="connsiteX8" fmla="*/ 4847699 w 8186155"/>
              <a:gd name="connsiteY8" fmla="*/ 889299 h 3148601"/>
              <a:gd name="connsiteX9" fmla="*/ 5740583 w 8186155"/>
              <a:gd name="connsiteY9" fmla="*/ 1125967 h 3148601"/>
              <a:gd name="connsiteX10" fmla="*/ 6221091 w 8186155"/>
              <a:gd name="connsiteY10" fmla="*/ 1258645 h 3148601"/>
              <a:gd name="connsiteX11" fmla="*/ 6776903 w 8186155"/>
              <a:gd name="connsiteY11" fmla="*/ 1455868 h 3148601"/>
              <a:gd name="connsiteX12" fmla="*/ 7271627 w 8186155"/>
              <a:gd name="connsiteY12" fmla="*/ 1789355 h 3148601"/>
              <a:gd name="connsiteX13" fmla="*/ 8039134 w 8186155"/>
              <a:gd name="connsiteY13" fmla="*/ 2083398 h 3148601"/>
              <a:gd name="connsiteX14" fmla="*/ 8186155 w 8186155"/>
              <a:gd name="connsiteY14" fmla="*/ 2364145 h 3148601"/>
              <a:gd name="connsiteX15" fmla="*/ 8094174 w 8186155"/>
              <a:gd name="connsiteY15" fmla="*/ 2818949 h 3148601"/>
              <a:gd name="connsiteX16" fmla="*/ 7596394 w 8186155"/>
              <a:gd name="connsiteY16" fmla="*/ 2818949 h 3148601"/>
              <a:gd name="connsiteX17" fmla="*/ 6757743 w 8186155"/>
              <a:gd name="connsiteY17" fmla="*/ 3094892 h 3148601"/>
              <a:gd name="connsiteX18" fmla="*/ 6021894 w 8186155"/>
              <a:gd name="connsiteY18" fmla="*/ 3143588 h 3148601"/>
              <a:gd name="connsiteX19" fmla="*/ 4528555 w 8186155"/>
              <a:gd name="connsiteY19" fmla="*/ 2781075 h 3148601"/>
              <a:gd name="connsiteX20" fmla="*/ 3781885 w 8186155"/>
              <a:gd name="connsiteY20" fmla="*/ 2932573 h 3148601"/>
              <a:gd name="connsiteX21" fmla="*/ 3527744 w 8186155"/>
              <a:gd name="connsiteY21" fmla="*/ 2824050 h 3148601"/>
              <a:gd name="connsiteX22" fmla="*/ 2694344 w 8186155"/>
              <a:gd name="connsiteY22" fmla="*/ 2607934 h 3148601"/>
              <a:gd name="connsiteX23" fmla="*/ 881776 w 8186155"/>
              <a:gd name="connsiteY23" fmla="*/ 2256241 h 3148601"/>
              <a:gd name="connsiteX24" fmla="*/ 519263 w 8186155"/>
              <a:gd name="connsiteY24" fmla="*/ 2218367 h 3148601"/>
              <a:gd name="connsiteX25" fmla="*/ 308247 w 8186155"/>
              <a:gd name="connsiteY25" fmla="*/ 1801747 h 3148601"/>
              <a:gd name="connsiteX26" fmla="*/ 356943 w 8186155"/>
              <a:gd name="connsiteY26" fmla="*/ 1174111 h 3148601"/>
              <a:gd name="connsiteX27" fmla="*/ 0 w 8186155"/>
              <a:gd name="connsiteY27" fmla="*/ 0 h 3148601"/>
              <a:gd name="connsiteX0" fmla="*/ 0 w 8186155"/>
              <a:gd name="connsiteY0" fmla="*/ 0 h 3148601"/>
              <a:gd name="connsiteX1" fmla="*/ 2846776 w 8186155"/>
              <a:gd name="connsiteY1" fmla="*/ 14344 h 3148601"/>
              <a:gd name="connsiteX2" fmla="*/ 3094202 w 8186155"/>
              <a:gd name="connsiteY2" fmla="*/ 225911 h 3148601"/>
              <a:gd name="connsiteX3" fmla="*/ 3883096 w 8186155"/>
              <a:gd name="connsiteY3" fmla="*/ 437478 h 3148601"/>
              <a:gd name="connsiteX4" fmla="*/ 4162795 w 8186155"/>
              <a:gd name="connsiteY4" fmla="*/ 588085 h 3148601"/>
              <a:gd name="connsiteX5" fmla="*/ 4324160 w 8186155"/>
              <a:gd name="connsiteY5" fmla="*/ 606014 h 3148601"/>
              <a:gd name="connsiteX6" fmla="*/ 4507040 w 8186155"/>
              <a:gd name="connsiteY6" fmla="*/ 817581 h 3148601"/>
              <a:gd name="connsiteX7" fmla="*/ 4625374 w 8186155"/>
              <a:gd name="connsiteY7" fmla="*/ 939501 h 3148601"/>
              <a:gd name="connsiteX8" fmla="*/ 4783153 w 8186155"/>
              <a:gd name="connsiteY8" fmla="*/ 892885 h 3148601"/>
              <a:gd name="connsiteX9" fmla="*/ 4847699 w 8186155"/>
              <a:gd name="connsiteY9" fmla="*/ 889299 h 3148601"/>
              <a:gd name="connsiteX10" fmla="*/ 5740583 w 8186155"/>
              <a:gd name="connsiteY10" fmla="*/ 1125967 h 3148601"/>
              <a:gd name="connsiteX11" fmla="*/ 6221091 w 8186155"/>
              <a:gd name="connsiteY11" fmla="*/ 1258645 h 3148601"/>
              <a:gd name="connsiteX12" fmla="*/ 6776903 w 8186155"/>
              <a:gd name="connsiteY12" fmla="*/ 1455868 h 3148601"/>
              <a:gd name="connsiteX13" fmla="*/ 7271627 w 8186155"/>
              <a:gd name="connsiteY13" fmla="*/ 1789355 h 3148601"/>
              <a:gd name="connsiteX14" fmla="*/ 8039134 w 8186155"/>
              <a:gd name="connsiteY14" fmla="*/ 2083398 h 3148601"/>
              <a:gd name="connsiteX15" fmla="*/ 8186155 w 8186155"/>
              <a:gd name="connsiteY15" fmla="*/ 2364145 h 3148601"/>
              <a:gd name="connsiteX16" fmla="*/ 8094174 w 8186155"/>
              <a:gd name="connsiteY16" fmla="*/ 2818949 h 3148601"/>
              <a:gd name="connsiteX17" fmla="*/ 7596394 w 8186155"/>
              <a:gd name="connsiteY17" fmla="*/ 2818949 h 3148601"/>
              <a:gd name="connsiteX18" fmla="*/ 6757743 w 8186155"/>
              <a:gd name="connsiteY18" fmla="*/ 3094892 h 3148601"/>
              <a:gd name="connsiteX19" fmla="*/ 6021894 w 8186155"/>
              <a:gd name="connsiteY19" fmla="*/ 3143588 h 3148601"/>
              <a:gd name="connsiteX20" fmla="*/ 4528555 w 8186155"/>
              <a:gd name="connsiteY20" fmla="*/ 2781075 h 3148601"/>
              <a:gd name="connsiteX21" fmla="*/ 3781885 w 8186155"/>
              <a:gd name="connsiteY21" fmla="*/ 2932573 h 3148601"/>
              <a:gd name="connsiteX22" fmla="*/ 3527744 w 8186155"/>
              <a:gd name="connsiteY22" fmla="*/ 2824050 h 3148601"/>
              <a:gd name="connsiteX23" fmla="*/ 2694344 w 8186155"/>
              <a:gd name="connsiteY23" fmla="*/ 2607934 h 3148601"/>
              <a:gd name="connsiteX24" fmla="*/ 881776 w 8186155"/>
              <a:gd name="connsiteY24" fmla="*/ 2256241 h 3148601"/>
              <a:gd name="connsiteX25" fmla="*/ 519263 w 8186155"/>
              <a:gd name="connsiteY25" fmla="*/ 2218367 h 3148601"/>
              <a:gd name="connsiteX26" fmla="*/ 308247 w 8186155"/>
              <a:gd name="connsiteY26" fmla="*/ 1801747 h 3148601"/>
              <a:gd name="connsiteX27" fmla="*/ 356943 w 8186155"/>
              <a:gd name="connsiteY27" fmla="*/ 1174111 h 3148601"/>
              <a:gd name="connsiteX28" fmla="*/ 0 w 8186155"/>
              <a:gd name="connsiteY28" fmla="*/ 0 h 3148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186155" h="3148601">
                <a:moveTo>
                  <a:pt x="0" y="0"/>
                </a:moveTo>
                <a:lnTo>
                  <a:pt x="2846776" y="14344"/>
                </a:lnTo>
                <a:cubicBezTo>
                  <a:pt x="3383394" y="35262"/>
                  <a:pt x="2847971" y="127299"/>
                  <a:pt x="3094202" y="225911"/>
                </a:cubicBezTo>
                <a:cubicBezTo>
                  <a:pt x="3228673" y="310777"/>
                  <a:pt x="3678103" y="374128"/>
                  <a:pt x="3883096" y="437478"/>
                </a:cubicBezTo>
                <a:cubicBezTo>
                  <a:pt x="4020555" y="502024"/>
                  <a:pt x="4089284" y="559996"/>
                  <a:pt x="4162795" y="588085"/>
                </a:cubicBezTo>
                <a:cubicBezTo>
                  <a:pt x="4236306" y="616174"/>
                  <a:pt x="4263200" y="586889"/>
                  <a:pt x="4324160" y="606014"/>
                </a:cubicBezTo>
                <a:cubicBezTo>
                  <a:pt x="4385120" y="625139"/>
                  <a:pt x="4450264" y="778136"/>
                  <a:pt x="4507040" y="817581"/>
                </a:cubicBezTo>
                <a:cubicBezTo>
                  <a:pt x="4563816" y="857026"/>
                  <a:pt x="4584136" y="928743"/>
                  <a:pt x="4625374" y="939501"/>
                </a:cubicBezTo>
                <a:cubicBezTo>
                  <a:pt x="4666612" y="950259"/>
                  <a:pt x="4746099" y="901252"/>
                  <a:pt x="4783153" y="892885"/>
                </a:cubicBezTo>
                <a:cubicBezTo>
                  <a:pt x="4820207" y="884518"/>
                  <a:pt x="4683346" y="848659"/>
                  <a:pt x="4847699" y="889299"/>
                </a:cubicBezTo>
                <a:lnTo>
                  <a:pt x="5740583" y="1125967"/>
                </a:lnTo>
                <a:cubicBezTo>
                  <a:pt x="5969482" y="1187525"/>
                  <a:pt x="6068093" y="1200076"/>
                  <a:pt x="6221091" y="1258645"/>
                </a:cubicBezTo>
                <a:cubicBezTo>
                  <a:pt x="6366917" y="1331558"/>
                  <a:pt x="6631077" y="1382955"/>
                  <a:pt x="6776903" y="1455868"/>
                </a:cubicBezTo>
                <a:lnTo>
                  <a:pt x="7271627" y="1789355"/>
                </a:lnTo>
                <a:cubicBezTo>
                  <a:pt x="7453354" y="1906494"/>
                  <a:pt x="7857407" y="1966259"/>
                  <a:pt x="8039134" y="2083398"/>
                </a:cubicBezTo>
                <a:cubicBezTo>
                  <a:pt x="8202889" y="2105263"/>
                  <a:pt x="8137148" y="2270563"/>
                  <a:pt x="8186155" y="2364145"/>
                </a:cubicBezTo>
                <a:cubicBezTo>
                  <a:pt x="8166316" y="2934969"/>
                  <a:pt x="8188860" y="2892843"/>
                  <a:pt x="8094174" y="2818949"/>
                </a:cubicBezTo>
                <a:cubicBezTo>
                  <a:pt x="7999488" y="2745055"/>
                  <a:pt x="7811016" y="2873957"/>
                  <a:pt x="7596394" y="2818949"/>
                </a:cubicBezTo>
                <a:cubicBezTo>
                  <a:pt x="7381772" y="2763941"/>
                  <a:pt x="6976874" y="3120142"/>
                  <a:pt x="6757743" y="3094892"/>
                </a:cubicBezTo>
                <a:cubicBezTo>
                  <a:pt x="6526888" y="3066035"/>
                  <a:pt x="6252749" y="3172445"/>
                  <a:pt x="6021894" y="3143588"/>
                </a:cubicBezTo>
                <a:lnTo>
                  <a:pt x="4528555" y="2781075"/>
                </a:lnTo>
                <a:cubicBezTo>
                  <a:pt x="4040695" y="2719754"/>
                  <a:pt x="3949589" y="2961482"/>
                  <a:pt x="3781885" y="2932573"/>
                </a:cubicBezTo>
                <a:lnTo>
                  <a:pt x="3527744" y="2824050"/>
                </a:lnTo>
                <a:cubicBezTo>
                  <a:pt x="3349193" y="2787979"/>
                  <a:pt x="3197561" y="2691748"/>
                  <a:pt x="2694344" y="2607934"/>
                </a:cubicBezTo>
                <a:cubicBezTo>
                  <a:pt x="2236216" y="2534942"/>
                  <a:pt x="1246093" y="2304035"/>
                  <a:pt x="881776" y="2256241"/>
                </a:cubicBezTo>
                <a:cubicBezTo>
                  <a:pt x="517459" y="2208447"/>
                  <a:pt x="597717" y="2315759"/>
                  <a:pt x="519263" y="2218367"/>
                </a:cubicBezTo>
                <a:cubicBezTo>
                  <a:pt x="8832" y="2051590"/>
                  <a:pt x="333497" y="1992923"/>
                  <a:pt x="308247" y="1801747"/>
                </a:cubicBezTo>
                <a:cubicBezTo>
                  <a:pt x="282997" y="1610571"/>
                  <a:pt x="434469" y="1478009"/>
                  <a:pt x="356943" y="1174111"/>
                </a:cubicBezTo>
                <a:lnTo>
                  <a:pt x="0" y="0"/>
                </a:lnTo>
                <a:close/>
              </a:path>
            </a:pathLst>
          </a:custGeom>
          <a:solidFill>
            <a:schemeClr val="tx1">
              <a:lumMod val="95000"/>
              <a:lumOff val="5000"/>
            </a:schemeClr>
          </a:solidFill>
        </p:spPr>
        <p:txBody>
          <a:bodyPr/>
          <a:lstStyle>
            <a:lvl1pPr marL="0" indent="0">
              <a:buNone/>
              <a:defRPr baseline="0"/>
            </a:lvl1pPr>
          </a:lstStyle>
          <a:p>
            <a:r>
              <a:rPr lang="en-US"/>
              <a:t> </a:t>
            </a:r>
            <a:endParaRPr lang="ru-RU" dirty="0"/>
          </a:p>
        </p:txBody>
      </p:sp>
    </p:spTree>
    <p:extLst>
      <p:ext uri="{BB962C8B-B14F-4D97-AF65-F5344CB8AC3E}">
        <p14:creationId xmlns:p14="http://schemas.microsoft.com/office/powerpoint/2010/main" val="193138739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49_Пользовательский макет">
    <p:spTree>
      <p:nvGrpSpPr>
        <p:cNvPr id="1" name=""/>
        <p:cNvGrpSpPr/>
        <p:nvPr/>
      </p:nvGrpSpPr>
      <p:grpSpPr>
        <a:xfrm>
          <a:off x="0" y="0"/>
          <a:ext cx="0" cy="0"/>
          <a:chOff x="0" y="0"/>
          <a:chExt cx="0" cy="0"/>
        </a:xfrm>
      </p:grpSpPr>
      <p:sp>
        <p:nvSpPr>
          <p:cNvPr id="10" name="Рисунок 9"/>
          <p:cNvSpPr>
            <a:spLocks noGrp="1"/>
          </p:cNvSpPr>
          <p:nvPr>
            <p:ph type="pic" sz="quarter" idx="14" hasCustomPrompt="1"/>
          </p:nvPr>
        </p:nvSpPr>
        <p:spPr>
          <a:xfrm>
            <a:off x="1190258" y="966755"/>
            <a:ext cx="3448388" cy="4965036"/>
          </a:xfrm>
          <a:custGeom>
            <a:avLst/>
            <a:gdLst>
              <a:gd name="connsiteX0" fmla="*/ 2115148 w 2586291"/>
              <a:gd name="connsiteY0" fmla="*/ 2839506 h 3723777"/>
              <a:gd name="connsiteX1" fmla="*/ 2387241 w 2586291"/>
              <a:gd name="connsiteY1" fmla="*/ 2839506 h 3723777"/>
              <a:gd name="connsiteX2" fmla="*/ 2497324 w 2586291"/>
              <a:gd name="connsiteY2" fmla="*/ 3059672 h 3723777"/>
              <a:gd name="connsiteX3" fmla="*/ 2387241 w 2586291"/>
              <a:gd name="connsiteY3" fmla="*/ 3279838 h 3723777"/>
              <a:gd name="connsiteX4" fmla="*/ 2115148 w 2586291"/>
              <a:gd name="connsiteY4" fmla="*/ 3279838 h 3723777"/>
              <a:gd name="connsiteX5" fmla="*/ 2005065 w 2586291"/>
              <a:gd name="connsiteY5" fmla="*/ 3059672 h 3723777"/>
              <a:gd name="connsiteX6" fmla="*/ 1149517 w 2586291"/>
              <a:gd name="connsiteY6" fmla="*/ 2835899 h 3723777"/>
              <a:gd name="connsiteX7" fmla="*/ 1698161 w 2586291"/>
              <a:gd name="connsiteY7" fmla="*/ 2835899 h 3723777"/>
              <a:gd name="connsiteX8" fmla="*/ 1920130 w 2586291"/>
              <a:gd name="connsiteY8" fmla="*/ 3279838 h 3723777"/>
              <a:gd name="connsiteX9" fmla="*/ 1698161 w 2586291"/>
              <a:gd name="connsiteY9" fmla="*/ 3723777 h 3723777"/>
              <a:gd name="connsiteX10" fmla="*/ 1149517 w 2586291"/>
              <a:gd name="connsiteY10" fmla="*/ 3723777 h 3723777"/>
              <a:gd name="connsiteX11" fmla="*/ 927547 w 2586291"/>
              <a:gd name="connsiteY11" fmla="*/ 3279838 h 3723777"/>
              <a:gd name="connsiteX12" fmla="*/ 418429 w 2586291"/>
              <a:gd name="connsiteY12" fmla="*/ 1796071 h 3723777"/>
              <a:gd name="connsiteX13" fmla="*/ 967073 w 2586291"/>
              <a:gd name="connsiteY13" fmla="*/ 1796071 h 3723777"/>
              <a:gd name="connsiteX14" fmla="*/ 1189042 w 2586291"/>
              <a:gd name="connsiteY14" fmla="*/ 2240010 h 3723777"/>
              <a:gd name="connsiteX15" fmla="*/ 967073 w 2586291"/>
              <a:gd name="connsiteY15" fmla="*/ 2683949 h 3723777"/>
              <a:gd name="connsiteX16" fmla="*/ 418429 w 2586291"/>
              <a:gd name="connsiteY16" fmla="*/ 2683949 h 3723777"/>
              <a:gd name="connsiteX17" fmla="*/ 196459 w 2586291"/>
              <a:gd name="connsiteY17" fmla="*/ 2240010 h 3723777"/>
              <a:gd name="connsiteX18" fmla="*/ 1683796 w 2586291"/>
              <a:gd name="connsiteY18" fmla="*/ 1514944 h 3723777"/>
              <a:gd name="connsiteX19" fmla="*/ 2326334 w 2586291"/>
              <a:gd name="connsiteY19" fmla="*/ 1514944 h 3723777"/>
              <a:gd name="connsiteX20" fmla="*/ 2586291 w 2586291"/>
              <a:gd name="connsiteY20" fmla="*/ 2034858 h 3723777"/>
              <a:gd name="connsiteX21" fmla="*/ 2326334 w 2586291"/>
              <a:gd name="connsiteY21" fmla="*/ 2554772 h 3723777"/>
              <a:gd name="connsiteX22" fmla="*/ 1683796 w 2586291"/>
              <a:gd name="connsiteY22" fmla="*/ 2554772 h 3723777"/>
              <a:gd name="connsiteX23" fmla="*/ 1423839 w 2586291"/>
              <a:gd name="connsiteY23" fmla="*/ 2034858 h 3723777"/>
              <a:gd name="connsiteX24" fmla="*/ 378736 w 2586291"/>
              <a:gd name="connsiteY24" fmla="*/ 0 h 3723777"/>
              <a:gd name="connsiteX25" fmla="*/ 1314862 w 2586291"/>
              <a:gd name="connsiteY25" fmla="*/ 0 h 3723777"/>
              <a:gd name="connsiteX26" fmla="*/ 1693598 w 2586291"/>
              <a:gd name="connsiteY26" fmla="*/ 757472 h 3723777"/>
              <a:gd name="connsiteX27" fmla="*/ 1314862 w 2586291"/>
              <a:gd name="connsiteY27" fmla="*/ 1514944 h 3723777"/>
              <a:gd name="connsiteX28" fmla="*/ 378736 w 2586291"/>
              <a:gd name="connsiteY28" fmla="*/ 1514944 h 3723777"/>
              <a:gd name="connsiteX29" fmla="*/ 0 w 2586291"/>
              <a:gd name="connsiteY29" fmla="*/ 757472 h 372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86291" h="3723777">
                <a:moveTo>
                  <a:pt x="2115148" y="2839506"/>
                </a:moveTo>
                <a:lnTo>
                  <a:pt x="2387241" y="2839506"/>
                </a:lnTo>
                <a:lnTo>
                  <a:pt x="2497324" y="3059672"/>
                </a:lnTo>
                <a:lnTo>
                  <a:pt x="2387241" y="3279838"/>
                </a:lnTo>
                <a:lnTo>
                  <a:pt x="2115148" y="3279838"/>
                </a:lnTo>
                <a:lnTo>
                  <a:pt x="2005065" y="3059672"/>
                </a:lnTo>
                <a:close/>
                <a:moveTo>
                  <a:pt x="1149517" y="2835899"/>
                </a:moveTo>
                <a:lnTo>
                  <a:pt x="1698161" y="2835899"/>
                </a:lnTo>
                <a:lnTo>
                  <a:pt x="1920130" y="3279838"/>
                </a:lnTo>
                <a:lnTo>
                  <a:pt x="1698161" y="3723777"/>
                </a:lnTo>
                <a:lnTo>
                  <a:pt x="1149517" y="3723777"/>
                </a:lnTo>
                <a:lnTo>
                  <a:pt x="927547" y="3279838"/>
                </a:lnTo>
                <a:close/>
                <a:moveTo>
                  <a:pt x="418429" y="1796071"/>
                </a:moveTo>
                <a:lnTo>
                  <a:pt x="967073" y="1796071"/>
                </a:lnTo>
                <a:lnTo>
                  <a:pt x="1189042" y="2240010"/>
                </a:lnTo>
                <a:lnTo>
                  <a:pt x="967073" y="2683949"/>
                </a:lnTo>
                <a:lnTo>
                  <a:pt x="418429" y="2683949"/>
                </a:lnTo>
                <a:lnTo>
                  <a:pt x="196459" y="2240010"/>
                </a:lnTo>
                <a:close/>
                <a:moveTo>
                  <a:pt x="1683796" y="1514944"/>
                </a:moveTo>
                <a:lnTo>
                  <a:pt x="2326334" y="1514944"/>
                </a:lnTo>
                <a:lnTo>
                  <a:pt x="2586291" y="2034858"/>
                </a:lnTo>
                <a:lnTo>
                  <a:pt x="2326334" y="2554772"/>
                </a:lnTo>
                <a:lnTo>
                  <a:pt x="1683796" y="2554772"/>
                </a:lnTo>
                <a:lnTo>
                  <a:pt x="1423839" y="2034858"/>
                </a:lnTo>
                <a:close/>
                <a:moveTo>
                  <a:pt x="378736" y="0"/>
                </a:moveTo>
                <a:lnTo>
                  <a:pt x="1314862" y="0"/>
                </a:lnTo>
                <a:lnTo>
                  <a:pt x="1693598" y="757472"/>
                </a:lnTo>
                <a:lnTo>
                  <a:pt x="1314862" y="1514944"/>
                </a:lnTo>
                <a:lnTo>
                  <a:pt x="378736" y="1514944"/>
                </a:lnTo>
                <a:lnTo>
                  <a:pt x="0" y="757472"/>
                </a:lnTo>
                <a:close/>
              </a:path>
            </a:pathLst>
          </a:custGeom>
          <a:solidFill>
            <a:schemeClr val="tx1">
              <a:lumMod val="95000"/>
              <a:lumOff val="5000"/>
            </a:schemeClr>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400450015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50_Пользовательский макет">
    <p:spTree>
      <p:nvGrpSpPr>
        <p:cNvPr id="1" name=""/>
        <p:cNvGrpSpPr/>
        <p:nvPr/>
      </p:nvGrpSpPr>
      <p:grpSpPr>
        <a:xfrm>
          <a:off x="0" y="0"/>
          <a:ext cx="0" cy="0"/>
          <a:chOff x="0" y="0"/>
          <a:chExt cx="0" cy="0"/>
        </a:xfrm>
      </p:grpSpPr>
      <p:sp>
        <p:nvSpPr>
          <p:cNvPr id="14" name="Рисунок 13"/>
          <p:cNvSpPr>
            <a:spLocks noGrp="1" noChangeAspect="1"/>
          </p:cNvSpPr>
          <p:nvPr>
            <p:ph type="pic" sz="quarter" idx="10" hasCustomPrompt="1"/>
          </p:nvPr>
        </p:nvSpPr>
        <p:spPr>
          <a:xfrm rot="13560000">
            <a:off x="-1394261" y="-1468747"/>
            <a:ext cx="9546903" cy="9689233"/>
          </a:xfrm>
          <a:custGeom>
            <a:avLst/>
            <a:gdLst>
              <a:gd name="connsiteX0" fmla="*/ 3366362 w 7160177"/>
              <a:gd name="connsiteY0" fmla="*/ 3601114 h 7266925"/>
              <a:gd name="connsiteX1" fmla="*/ 0 w 7160177"/>
              <a:gd name="connsiteY1" fmla="*/ 3581210 h 7266925"/>
              <a:gd name="connsiteX2" fmla="*/ 3387218 w 7160177"/>
              <a:gd name="connsiteY2" fmla="*/ 73642 h 7266925"/>
              <a:gd name="connsiteX3" fmla="*/ 7053517 w 7160177"/>
              <a:gd name="connsiteY3" fmla="*/ 3681439 h 7266925"/>
              <a:gd name="connsiteX4" fmla="*/ 3591053 w 7160177"/>
              <a:gd name="connsiteY4" fmla="*/ 7266925 h 7266925"/>
              <a:gd name="connsiteX5" fmla="*/ 3528841 w 7160177"/>
              <a:gd name="connsiteY5" fmla="*/ 3702807 h 7266925"/>
              <a:gd name="connsiteX6" fmla="*/ 7092298 w 7160177"/>
              <a:gd name="connsiteY6" fmla="*/ 3640606 h 7266925"/>
              <a:gd name="connsiteX7" fmla="*/ 7160177 w 7160177"/>
              <a:gd name="connsiteY7" fmla="*/ 3570989 h 7266925"/>
              <a:gd name="connsiteX8" fmla="*/ 7157646 w 7160177"/>
              <a:gd name="connsiteY8" fmla="*/ 3573610 h 7266925"/>
              <a:gd name="connsiteX9" fmla="*/ 3465928 w 7160177"/>
              <a:gd name="connsiteY9" fmla="*/ 3573610 h 7266925"/>
              <a:gd name="connsiteX10" fmla="*/ 3465928 w 7160177"/>
              <a:gd name="connsiteY10" fmla="*/ 0 h 7266925"/>
              <a:gd name="connsiteX11" fmla="*/ 6964255 w 7160177"/>
              <a:gd name="connsiteY11" fmla="*/ 3378295 h 7266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60177" h="7266925">
                <a:moveTo>
                  <a:pt x="3366362" y="3601114"/>
                </a:moveTo>
                <a:lnTo>
                  <a:pt x="0" y="3581210"/>
                </a:lnTo>
                <a:lnTo>
                  <a:pt x="3387218" y="73642"/>
                </a:lnTo>
                <a:close/>
                <a:moveTo>
                  <a:pt x="7053517" y="3681439"/>
                </a:moveTo>
                <a:lnTo>
                  <a:pt x="3591053" y="7266925"/>
                </a:lnTo>
                <a:lnTo>
                  <a:pt x="3528841" y="3702807"/>
                </a:lnTo>
                <a:lnTo>
                  <a:pt x="7092298" y="3640606"/>
                </a:lnTo>
                <a:close/>
                <a:moveTo>
                  <a:pt x="7160177" y="3570989"/>
                </a:moveTo>
                <a:lnTo>
                  <a:pt x="7157646" y="3573610"/>
                </a:lnTo>
                <a:lnTo>
                  <a:pt x="3465928" y="3573610"/>
                </a:lnTo>
                <a:lnTo>
                  <a:pt x="3465928" y="0"/>
                </a:lnTo>
                <a:lnTo>
                  <a:pt x="6964255" y="3378295"/>
                </a:lnTo>
                <a:close/>
              </a:path>
            </a:pathLst>
          </a:custGeom>
          <a:solidFill>
            <a:schemeClr val="tx1">
              <a:lumMod val="95000"/>
              <a:lumOff val="5000"/>
            </a:schemeClr>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194559776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51_Пользовательский макет">
    <p:spTree>
      <p:nvGrpSpPr>
        <p:cNvPr id="1" name=""/>
        <p:cNvGrpSpPr/>
        <p:nvPr/>
      </p:nvGrpSpPr>
      <p:grpSpPr>
        <a:xfrm>
          <a:off x="0" y="0"/>
          <a:ext cx="0" cy="0"/>
          <a:chOff x="0" y="0"/>
          <a:chExt cx="0" cy="0"/>
        </a:xfrm>
      </p:grpSpPr>
      <p:sp>
        <p:nvSpPr>
          <p:cNvPr id="11" name="Рисунок 10"/>
          <p:cNvSpPr>
            <a:spLocks noGrp="1"/>
          </p:cNvSpPr>
          <p:nvPr>
            <p:ph type="pic" sz="quarter" idx="12" hasCustomPrompt="1"/>
          </p:nvPr>
        </p:nvSpPr>
        <p:spPr>
          <a:xfrm rot="10800000">
            <a:off x="1428408" y="1318508"/>
            <a:ext cx="4819088" cy="4062272"/>
          </a:xfrm>
          <a:custGeom>
            <a:avLst/>
            <a:gdLst>
              <a:gd name="connsiteX0" fmla="*/ 3614316 w 3614316"/>
              <a:gd name="connsiteY0" fmla="*/ 1453776 h 3046704"/>
              <a:gd name="connsiteX1" fmla="*/ 1934629 w 3614316"/>
              <a:gd name="connsiteY1" fmla="*/ 1453776 h 3046704"/>
              <a:gd name="connsiteX2" fmla="*/ 2774473 w 3614316"/>
              <a:gd name="connsiteY2" fmla="*/ 37876 h 3046704"/>
              <a:gd name="connsiteX3" fmla="*/ 3614315 w 3614316"/>
              <a:gd name="connsiteY3" fmla="*/ 3046704 h 3046704"/>
              <a:gd name="connsiteX4" fmla="*/ 0 w 3614316"/>
              <a:gd name="connsiteY4" fmla="*/ 3046704 h 3046704"/>
              <a:gd name="connsiteX5" fmla="*/ 1807158 w 3614316"/>
              <a:gd name="connsiteY5" fmla="*/ 0 h 3046704"/>
              <a:gd name="connsiteX6" fmla="*/ 2258947 w 3614316"/>
              <a:gd name="connsiteY6" fmla="*/ 761676 h 3046704"/>
              <a:gd name="connsiteX7" fmla="*/ 1807158 w 3614316"/>
              <a:gd name="connsiteY7" fmla="*/ 1523352 h 3046704"/>
              <a:gd name="connsiteX8" fmla="*/ 2710737 w 3614316"/>
              <a:gd name="connsiteY8" fmla="*/ 1523352 h 3046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4316" h="3046704">
                <a:moveTo>
                  <a:pt x="3614316" y="1453776"/>
                </a:moveTo>
                <a:lnTo>
                  <a:pt x="1934629" y="1453776"/>
                </a:lnTo>
                <a:lnTo>
                  <a:pt x="2774473" y="37876"/>
                </a:lnTo>
                <a:close/>
                <a:moveTo>
                  <a:pt x="3614315" y="3046704"/>
                </a:moveTo>
                <a:lnTo>
                  <a:pt x="0" y="3046704"/>
                </a:lnTo>
                <a:lnTo>
                  <a:pt x="1807158" y="0"/>
                </a:lnTo>
                <a:lnTo>
                  <a:pt x="2258947" y="761676"/>
                </a:lnTo>
                <a:lnTo>
                  <a:pt x="1807158" y="1523352"/>
                </a:lnTo>
                <a:lnTo>
                  <a:pt x="2710737" y="1523352"/>
                </a:lnTo>
                <a:close/>
              </a:path>
            </a:pathLst>
          </a:custGeom>
          <a:solidFill>
            <a:schemeClr val="tx1"/>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306836024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52_Пользовательский макет">
    <p:spTree>
      <p:nvGrpSpPr>
        <p:cNvPr id="1" name=""/>
        <p:cNvGrpSpPr/>
        <p:nvPr/>
      </p:nvGrpSpPr>
      <p:grpSpPr>
        <a:xfrm>
          <a:off x="0" y="0"/>
          <a:ext cx="0" cy="0"/>
          <a:chOff x="0" y="0"/>
          <a:chExt cx="0" cy="0"/>
        </a:xfrm>
      </p:grpSpPr>
      <p:sp>
        <p:nvSpPr>
          <p:cNvPr id="13" name="Рисунок 12"/>
          <p:cNvSpPr>
            <a:spLocks noGrp="1"/>
          </p:cNvSpPr>
          <p:nvPr>
            <p:ph type="pic" sz="quarter" idx="10" hasCustomPrompt="1"/>
          </p:nvPr>
        </p:nvSpPr>
        <p:spPr>
          <a:xfrm>
            <a:off x="800099" y="972749"/>
            <a:ext cx="4617765" cy="4568683"/>
          </a:xfrm>
          <a:custGeom>
            <a:avLst/>
            <a:gdLst>
              <a:gd name="connsiteX0" fmla="*/ 0 w 3463324"/>
              <a:gd name="connsiteY0" fmla="*/ 261037 h 3426512"/>
              <a:gd name="connsiteX1" fmla="*/ 2098931 w 3463324"/>
              <a:gd name="connsiteY1" fmla="*/ 261037 h 3426512"/>
              <a:gd name="connsiteX2" fmla="*/ 2098931 w 3463324"/>
              <a:gd name="connsiteY2" fmla="*/ 1365458 h 3426512"/>
              <a:gd name="connsiteX3" fmla="*/ 3165475 w 3463324"/>
              <a:gd name="connsiteY3" fmla="*/ 1365458 h 3426512"/>
              <a:gd name="connsiteX4" fmla="*/ 3165475 w 3463324"/>
              <a:gd name="connsiteY4" fmla="*/ 3426512 h 3426512"/>
              <a:gd name="connsiteX5" fmla="*/ 0 w 3463324"/>
              <a:gd name="connsiteY5" fmla="*/ 3426512 h 3426512"/>
              <a:gd name="connsiteX6" fmla="*/ 2192564 w 3463324"/>
              <a:gd name="connsiteY6" fmla="*/ 130431 h 3426512"/>
              <a:gd name="connsiteX7" fmla="*/ 2729809 w 3463324"/>
              <a:gd name="connsiteY7" fmla="*/ 130431 h 3426512"/>
              <a:gd name="connsiteX8" fmla="*/ 2729809 w 3463324"/>
              <a:gd name="connsiteY8" fmla="*/ 733971 h 3426512"/>
              <a:gd name="connsiteX9" fmla="*/ 3338880 w 3463324"/>
              <a:gd name="connsiteY9" fmla="*/ 733971 h 3426512"/>
              <a:gd name="connsiteX10" fmla="*/ 3338880 w 3463324"/>
              <a:gd name="connsiteY10" fmla="*/ 1278230 h 3426512"/>
              <a:gd name="connsiteX11" fmla="*/ 2192564 w 3463324"/>
              <a:gd name="connsiteY11" fmla="*/ 1278230 h 3426512"/>
              <a:gd name="connsiteX12" fmla="*/ 2841579 w 3463324"/>
              <a:gd name="connsiteY12" fmla="*/ 0 h 3426512"/>
              <a:gd name="connsiteX13" fmla="*/ 3463324 w 3463324"/>
              <a:gd name="connsiteY13" fmla="*/ 0 h 3426512"/>
              <a:gd name="connsiteX14" fmla="*/ 3463324 w 3463324"/>
              <a:gd name="connsiteY14" fmla="*/ 622549 h 3426512"/>
              <a:gd name="connsiteX15" fmla="*/ 2841579 w 3463324"/>
              <a:gd name="connsiteY15" fmla="*/ 622549 h 342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63324" h="3426512">
                <a:moveTo>
                  <a:pt x="0" y="261037"/>
                </a:moveTo>
                <a:lnTo>
                  <a:pt x="2098931" y="261037"/>
                </a:lnTo>
                <a:lnTo>
                  <a:pt x="2098931" y="1365458"/>
                </a:lnTo>
                <a:lnTo>
                  <a:pt x="3165475" y="1365458"/>
                </a:lnTo>
                <a:lnTo>
                  <a:pt x="3165475" y="3426512"/>
                </a:lnTo>
                <a:lnTo>
                  <a:pt x="0" y="3426512"/>
                </a:lnTo>
                <a:close/>
                <a:moveTo>
                  <a:pt x="2192564" y="130431"/>
                </a:moveTo>
                <a:lnTo>
                  <a:pt x="2729809" y="130431"/>
                </a:lnTo>
                <a:lnTo>
                  <a:pt x="2729809" y="733971"/>
                </a:lnTo>
                <a:lnTo>
                  <a:pt x="3338880" y="733971"/>
                </a:lnTo>
                <a:lnTo>
                  <a:pt x="3338880" y="1278230"/>
                </a:lnTo>
                <a:lnTo>
                  <a:pt x="2192564" y="1278230"/>
                </a:lnTo>
                <a:close/>
                <a:moveTo>
                  <a:pt x="2841579" y="0"/>
                </a:moveTo>
                <a:lnTo>
                  <a:pt x="3463324" y="0"/>
                </a:lnTo>
                <a:lnTo>
                  <a:pt x="3463324" y="622549"/>
                </a:lnTo>
                <a:lnTo>
                  <a:pt x="2841579" y="622549"/>
                </a:lnTo>
                <a:close/>
              </a:path>
            </a:pathLst>
          </a:custGeom>
          <a:solidFill>
            <a:schemeClr val="tx1"/>
          </a:solidFill>
        </p:spPr>
        <p:txBody>
          <a:bodyPr wrap="square">
            <a:noAutofit/>
          </a:bodyPr>
          <a:lstStyle>
            <a:lvl1pPr marL="0" indent="0">
              <a:buNone/>
              <a:defRPr/>
            </a:lvl1pPr>
          </a:lstStyle>
          <a:p>
            <a:r>
              <a:rPr lang="en-US"/>
              <a:t> </a:t>
            </a:r>
            <a:endParaRPr lang="ru-RU" dirty="0"/>
          </a:p>
        </p:txBody>
      </p:sp>
    </p:spTree>
    <p:extLst>
      <p:ext uri="{BB962C8B-B14F-4D97-AF65-F5344CB8AC3E}">
        <p14:creationId xmlns:p14="http://schemas.microsoft.com/office/powerpoint/2010/main" val="34352563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53_Пользовательский макет">
    <p:spTree>
      <p:nvGrpSpPr>
        <p:cNvPr id="1" name=""/>
        <p:cNvGrpSpPr/>
        <p:nvPr/>
      </p:nvGrpSpPr>
      <p:grpSpPr>
        <a:xfrm>
          <a:off x="0" y="0"/>
          <a:ext cx="0" cy="0"/>
          <a:chOff x="0" y="0"/>
          <a:chExt cx="0" cy="0"/>
        </a:xfrm>
      </p:grpSpPr>
      <p:sp>
        <p:nvSpPr>
          <p:cNvPr id="5" name="Рисунок 4"/>
          <p:cNvSpPr>
            <a:spLocks noGrp="1"/>
          </p:cNvSpPr>
          <p:nvPr>
            <p:ph type="pic" sz="quarter" idx="10" hasCustomPrompt="1"/>
          </p:nvPr>
        </p:nvSpPr>
        <p:spPr>
          <a:xfrm>
            <a:off x="-50799" y="0"/>
            <a:ext cx="4133563" cy="3310467"/>
          </a:xfrm>
          <a:custGeom>
            <a:avLst/>
            <a:gdLst>
              <a:gd name="connsiteX0" fmla="*/ 0 w 1882775"/>
              <a:gd name="connsiteY0" fmla="*/ 0 h 2482850"/>
              <a:gd name="connsiteX1" fmla="*/ 1882775 w 1882775"/>
              <a:gd name="connsiteY1" fmla="*/ 0 h 2482850"/>
              <a:gd name="connsiteX2" fmla="*/ 1882775 w 1882775"/>
              <a:gd name="connsiteY2" fmla="*/ 2482850 h 2482850"/>
              <a:gd name="connsiteX3" fmla="*/ 0 w 1882775"/>
              <a:gd name="connsiteY3" fmla="*/ 2482850 h 2482850"/>
              <a:gd name="connsiteX4" fmla="*/ 0 w 1882775"/>
              <a:gd name="connsiteY4" fmla="*/ 0 h 2482850"/>
              <a:gd name="connsiteX0" fmla="*/ 0 w 3100172"/>
              <a:gd name="connsiteY0" fmla="*/ 0 h 2482850"/>
              <a:gd name="connsiteX1" fmla="*/ 3100172 w 3100172"/>
              <a:gd name="connsiteY1" fmla="*/ 0 h 2482850"/>
              <a:gd name="connsiteX2" fmla="*/ 1882775 w 3100172"/>
              <a:gd name="connsiteY2" fmla="*/ 2482850 h 2482850"/>
              <a:gd name="connsiteX3" fmla="*/ 0 w 3100172"/>
              <a:gd name="connsiteY3" fmla="*/ 2482850 h 2482850"/>
              <a:gd name="connsiteX4" fmla="*/ 0 w 3100172"/>
              <a:gd name="connsiteY4" fmla="*/ 0 h 2482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0172" h="2482850">
                <a:moveTo>
                  <a:pt x="0" y="0"/>
                </a:moveTo>
                <a:lnTo>
                  <a:pt x="3100172" y="0"/>
                </a:lnTo>
                <a:lnTo>
                  <a:pt x="1882775" y="2482850"/>
                </a:lnTo>
                <a:lnTo>
                  <a:pt x="0" y="2482850"/>
                </a:lnTo>
                <a:lnTo>
                  <a:pt x="0" y="0"/>
                </a:lnTo>
                <a:close/>
              </a:path>
            </a:pathLst>
          </a:custGeom>
          <a:solidFill>
            <a:schemeClr val="tx1"/>
          </a:solidFill>
        </p:spPr>
        <p:txBody>
          <a:bodyPr/>
          <a:lstStyle>
            <a:lvl1pPr marL="0" indent="0">
              <a:buNone/>
              <a:defRPr/>
            </a:lvl1pPr>
          </a:lstStyle>
          <a:p>
            <a:r>
              <a:rPr lang="en-US"/>
              <a:t> </a:t>
            </a:r>
            <a:endParaRPr lang="ru-RU" dirty="0"/>
          </a:p>
        </p:txBody>
      </p:sp>
      <p:sp>
        <p:nvSpPr>
          <p:cNvPr id="7" name="Рисунок 6"/>
          <p:cNvSpPr>
            <a:spLocks noGrp="1"/>
          </p:cNvSpPr>
          <p:nvPr>
            <p:ph type="pic" sz="quarter" idx="11" hasCustomPrompt="1"/>
          </p:nvPr>
        </p:nvSpPr>
        <p:spPr>
          <a:xfrm>
            <a:off x="1680909" y="1806733"/>
            <a:ext cx="6096764" cy="3564467"/>
          </a:xfrm>
          <a:prstGeom prst="parallelogram">
            <a:avLst>
              <a:gd name="adj" fmla="val 48478"/>
            </a:avLst>
          </a:prstGeom>
          <a:solidFill>
            <a:schemeClr val="tx1"/>
          </a:solidFill>
        </p:spPr>
        <p:txBody>
          <a:bodyPr/>
          <a:lstStyle>
            <a:lvl1pPr marL="0" indent="0">
              <a:buNone/>
              <a:defRPr/>
            </a:lvl1pPr>
          </a:lstStyle>
          <a:p>
            <a:r>
              <a:rPr lang="en-US" dirty="0"/>
              <a:t> </a:t>
            </a:r>
            <a:endParaRPr lang="ru-RU" dirty="0"/>
          </a:p>
        </p:txBody>
      </p:sp>
    </p:spTree>
    <p:extLst>
      <p:ext uri="{BB962C8B-B14F-4D97-AF65-F5344CB8AC3E}">
        <p14:creationId xmlns:p14="http://schemas.microsoft.com/office/powerpoint/2010/main" val="272388762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54_Пользовательский макет">
    <p:spTree>
      <p:nvGrpSpPr>
        <p:cNvPr id="1" name=""/>
        <p:cNvGrpSpPr/>
        <p:nvPr/>
      </p:nvGrpSpPr>
      <p:grpSpPr>
        <a:xfrm>
          <a:off x="0" y="0"/>
          <a:ext cx="0" cy="0"/>
          <a:chOff x="0" y="0"/>
          <a:chExt cx="0" cy="0"/>
        </a:xfrm>
      </p:grpSpPr>
      <p:sp>
        <p:nvSpPr>
          <p:cNvPr id="6" name="Рисунок 5"/>
          <p:cNvSpPr>
            <a:spLocks noGrp="1"/>
          </p:cNvSpPr>
          <p:nvPr>
            <p:ph type="pic" sz="quarter" idx="10" hasCustomPrompt="1"/>
          </p:nvPr>
        </p:nvSpPr>
        <p:spPr>
          <a:xfrm>
            <a:off x="6001389" y="2070477"/>
            <a:ext cx="5526904" cy="4787524"/>
          </a:xfrm>
          <a:prstGeom prst="triangle">
            <a:avLst/>
          </a:prstGeom>
          <a:solidFill>
            <a:schemeClr val="tx1"/>
          </a:solidFill>
        </p:spPr>
        <p:txBody>
          <a:bodyPr/>
          <a:lstStyle>
            <a:lvl1pPr marL="0" indent="0">
              <a:buNone/>
              <a:defRPr/>
            </a:lvl1pPr>
          </a:lstStyle>
          <a:p>
            <a:r>
              <a:rPr lang="en-US"/>
              <a:t> </a:t>
            </a:r>
            <a:endParaRPr lang="ru-RU" dirty="0"/>
          </a:p>
        </p:txBody>
      </p:sp>
    </p:spTree>
    <p:extLst>
      <p:ext uri="{BB962C8B-B14F-4D97-AF65-F5344CB8AC3E}">
        <p14:creationId xmlns:p14="http://schemas.microsoft.com/office/powerpoint/2010/main" val="73176332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55_Пользовательский макет">
    <p:spTree>
      <p:nvGrpSpPr>
        <p:cNvPr id="1" name=""/>
        <p:cNvGrpSpPr/>
        <p:nvPr/>
      </p:nvGrpSpPr>
      <p:grpSpPr>
        <a:xfrm>
          <a:off x="0" y="0"/>
          <a:ext cx="0" cy="0"/>
          <a:chOff x="0" y="0"/>
          <a:chExt cx="0" cy="0"/>
        </a:xfrm>
      </p:grpSpPr>
      <p:sp>
        <p:nvSpPr>
          <p:cNvPr id="16" name="Рисунок 15"/>
          <p:cNvSpPr>
            <a:spLocks noGrp="1"/>
          </p:cNvSpPr>
          <p:nvPr>
            <p:ph type="pic" sz="quarter" idx="15" hasCustomPrompt="1"/>
          </p:nvPr>
        </p:nvSpPr>
        <p:spPr>
          <a:xfrm rot="2700000">
            <a:off x="1498724" y="1009012"/>
            <a:ext cx="2688651" cy="4668451"/>
          </a:xfrm>
          <a:custGeom>
            <a:avLst/>
            <a:gdLst>
              <a:gd name="connsiteX0" fmla="*/ 1826786 w 2016488"/>
              <a:gd name="connsiteY0" fmla="*/ 1042830 h 3501338"/>
              <a:gd name="connsiteX1" fmla="*/ 1905363 w 2016488"/>
              <a:gd name="connsiteY1" fmla="*/ 1010282 h 3501338"/>
              <a:gd name="connsiteX2" fmla="*/ 2016488 w 2016488"/>
              <a:gd name="connsiteY2" fmla="*/ 1121407 h 3501338"/>
              <a:gd name="connsiteX3" fmla="*/ 2016488 w 2016488"/>
              <a:gd name="connsiteY3" fmla="*/ 2996403 h 3501338"/>
              <a:gd name="connsiteX4" fmla="*/ 1905363 w 2016488"/>
              <a:gd name="connsiteY4" fmla="*/ 3107528 h 3501338"/>
              <a:gd name="connsiteX5" fmla="*/ 1794238 w 2016488"/>
              <a:gd name="connsiteY5" fmla="*/ 2996403 h 3501338"/>
              <a:gd name="connsiteX6" fmla="*/ 1794238 w 2016488"/>
              <a:gd name="connsiteY6" fmla="*/ 1121407 h 3501338"/>
              <a:gd name="connsiteX7" fmla="*/ 1826786 w 2016488"/>
              <a:gd name="connsiteY7" fmla="*/ 1042830 h 3501338"/>
              <a:gd name="connsiteX8" fmla="*/ 1111672 w 2016488"/>
              <a:gd name="connsiteY8" fmla="*/ 980645 h 3501338"/>
              <a:gd name="connsiteX9" fmla="*/ 1190250 w 2016488"/>
              <a:gd name="connsiteY9" fmla="*/ 948098 h 3501338"/>
              <a:gd name="connsiteX10" fmla="*/ 1301375 w 2016488"/>
              <a:gd name="connsiteY10" fmla="*/ 1059223 h 3501338"/>
              <a:gd name="connsiteX11" fmla="*/ 1301375 w 2016488"/>
              <a:gd name="connsiteY11" fmla="*/ 3390213 h 3501338"/>
              <a:gd name="connsiteX12" fmla="*/ 1190250 w 2016488"/>
              <a:gd name="connsiteY12" fmla="*/ 3501338 h 3501338"/>
              <a:gd name="connsiteX13" fmla="*/ 1079125 w 2016488"/>
              <a:gd name="connsiteY13" fmla="*/ 3390213 h 3501338"/>
              <a:gd name="connsiteX14" fmla="*/ 1079125 w 2016488"/>
              <a:gd name="connsiteY14" fmla="*/ 1059223 h 3501338"/>
              <a:gd name="connsiteX15" fmla="*/ 1111672 w 2016488"/>
              <a:gd name="connsiteY15" fmla="*/ 980645 h 3501338"/>
              <a:gd name="connsiteX16" fmla="*/ 1465363 w 2016488"/>
              <a:gd name="connsiteY16" fmla="*/ 216710 h 3501338"/>
              <a:gd name="connsiteX17" fmla="*/ 1543940 w 2016488"/>
              <a:gd name="connsiteY17" fmla="*/ 184162 h 3501338"/>
              <a:gd name="connsiteX18" fmla="*/ 1655065 w 2016488"/>
              <a:gd name="connsiteY18" fmla="*/ 295287 h 3501338"/>
              <a:gd name="connsiteX19" fmla="*/ 1655065 w 2016488"/>
              <a:gd name="connsiteY19" fmla="*/ 2195524 h 3501338"/>
              <a:gd name="connsiteX20" fmla="*/ 1543940 w 2016488"/>
              <a:gd name="connsiteY20" fmla="*/ 2306649 h 3501338"/>
              <a:gd name="connsiteX21" fmla="*/ 1432815 w 2016488"/>
              <a:gd name="connsiteY21" fmla="*/ 2195524 h 3501338"/>
              <a:gd name="connsiteX22" fmla="*/ 1432815 w 2016488"/>
              <a:gd name="connsiteY22" fmla="*/ 295287 h 3501338"/>
              <a:gd name="connsiteX23" fmla="*/ 1465363 w 2016488"/>
              <a:gd name="connsiteY23" fmla="*/ 216710 h 3501338"/>
              <a:gd name="connsiteX24" fmla="*/ 380350 w 2016488"/>
              <a:gd name="connsiteY24" fmla="*/ 593902 h 3501338"/>
              <a:gd name="connsiteX25" fmla="*/ 458927 w 2016488"/>
              <a:gd name="connsiteY25" fmla="*/ 561354 h 3501338"/>
              <a:gd name="connsiteX26" fmla="*/ 570052 w 2016488"/>
              <a:gd name="connsiteY26" fmla="*/ 672479 h 3501338"/>
              <a:gd name="connsiteX27" fmla="*/ 570052 w 2016488"/>
              <a:gd name="connsiteY27" fmla="*/ 3003469 h 3501338"/>
              <a:gd name="connsiteX28" fmla="*/ 458927 w 2016488"/>
              <a:gd name="connsiteY28" fmla="*/ 3114595 h 3501338"/>
              <a:gd name="connsiteX29" fmla="*/ 347802 w 2016488"/>
              <a:gd name="connsiteY29" fmla="*/ 3003469 h 3501338"/>
              <a:gd name="connsiteX30" fmla="*/ 347802 w 2016488"/>
              <a:gd name="connsiteY30" fmla="*/ 672479 h 3501338"/>
              <a:gd name="connsiteX31" fmla="*/ 380350 w 2016488"/>
              <a:gd name="connsiteY31" fmla="*/ 593902 h 3501338"/>
              <a:gd name="connsiteX32" fmla="*/ 748206 w 2016488"/>
              <a:gd name="connsiteY32" fmla="*/ 32548 h 3501338"/>
              <a:gd name="connsiteX33" fmla="*/ 826783 w 2016488"/>
              <a:gd name="connsiteY33" fmla="*/ 0 h 3501338"/>
              <a:gd name="connsiteX34" fmla="*/ 937908 w 2016488"/>
              <a:gd name="connsiteY34" fmla="*/ 111125 h 3501338"/>
              <a:gd name="connsiteX35" fmla="*/ 937908 w 2016488"/>
              <a:gd name="connsiteY35" fmla="*/ 2442115 h 3501338"/>
              <a:gd name="connsiteX36" fmla="*/ 826783 w 2016488"/>
              <a:gd name="connsiteY36" fmla="*/ 2553240 h 3501338"/>
              <a:gd name="connsiteX37" fmla="*/ 715658 w 2016488"/>
              <a:gd name="connsiteY37" fmla="*/ 2442115 h 3501338"/>
              <a:gd name="connsiteX38" fmla="*/ 715658 w 2016488"/>
              <a:gd name="connsiteY38" fmla="*/ 111125 h 3501338"/>
              <a:gd name="connsiteX39" fmla="*/ 748206 w 2016488"/>
              <a:gd name="connsiteY39" fmla="*/ 32548 h 3501338"/>
              <a:gd name="connsiteX40" fmla="*/ 32548 w 2016488"/>
              <a:gd name="connsiteY40" fmla="*/ 261781 h 3501338"/>
              <a:gd name="connsiteX41" fmla="*/ 111125 w 2016488"/>
              <a:gd name="connsiteY41" fmla="*/ 229233 h 3501338"/>
              <a:gd name="connsiteX42" fmla="*/ 222251 w 2016488"/>
              <a:gd name="connsiteY42" fmla="*/ 340358 h 3501338"/>
              <a:gd name="connsiteX43" fmla="*/ 222251 w 2016488"/>
              <a:gd name="connsiteY43" fmla="*/ 2671348 h 3501338"/>
              <a:gd name="connsiteX44" fmla="*/ 111126 w 2016488"/>
              <a:gd name="connsiteY44" fmla="*/ 2782473 h 3501338"/>
              <a:gd name="connsiteX45" fmla="*/ 1 w 2016488"/>
              <a:gd name="connsiteY45" fmla="*/ 2671348 h 3501338"/>
              <a:gd name="connsiteX46" fmla="*/ 0 w 2016488"/>
              <a:gd name="connsiteY46" fmla="*/ 340358 h 3501338"/>
              <a:gd name="connsiteX47" fmla="*/ 32548 w 2016488"/>
              <a:gd name="connsiteY47" fmla="*/ 261781 h 350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016488" h="3501338">
                <a:moveTo>
                  <a:pt x="1826786" y="1042830"/>
                </a:moveTo>
                <a:cubicBezTo>
                  <a:pt x="1846895" y="1022720"/>
                  <a:pt x="1874676" y="1010282"/>
                  <a:pt x="1905363" y="1010282"/>
                </a:cubicBezTo>
                <a:cubicBezTo>
                  <a:pt x="1966736" y="1010282"/>
                  <a:pt x="2016488" y="1060034"/>
                  <a:pt x="2016488" y="1121407"/>
                </a:cubicBezTo>
                <a:lnTo>
                  <a:pt x="2016488" y="2996403"/>
                </a:lnTo>
                <a:cubicBezTo>
                  <a:pt x="2016488" y="3057776"/>
                  <a:pt x="1966736" y="3107528"/>
                  <a:pt x="1905363" y="3107528"/>
                </a:cubicBezTo>
                <a:cubicBezTo>
                  <a:pt x="1843990" y="3107528"/>
                  <a:pt x="1794238" y="3057776"/>
                  <a:pt x="1794238" y="2996403"/>
                </a:cubicBezTo>
                <a:lnTo>
                  <a:pt x="1794238" y="1121407"/>
                </a:lnTo>
                <a:cubicBezTo>
                  <a:pt x="1794238" y="1090720"/>
                  <a:pt x="1806676" y="1062939"/>
                  <a:pt x="1826786" y="1042830"/>
                </a:cubicBezTo>
                <a:close/>
                <a:moveTo>
                  <a:pt x="1111672" y="980645"/>
                </a:moveTo>
                <a:cubicBezTo>
                  <a:pt x="1131782" y="960536"/>
                  <a:pt x="1159563" y="948098"/>
                  <a:pt x="1190250" y="948098"/>
                </a:cubicBezTo>
                <a:cubicBezTo>
                  <a:pt x="1251623" y="948098"/>
                  <a:pt x="1301375" y="997850"/>
                  <a:pt x="1301375" y="1059223"/>
                </a:cubicBezTo>
                <a:lnTo>
                  <a:pt x="1301375" y="3390213"/>
                </a:lnTo>
                <a:cubicBezTo>
                  <a:pt x="1301375" y="3451586"/>
                  <a:pt x="1251623" y="3501338"/>
                  <a:pt x="1190250" y="3501338"/>
                </a:cubicBezTo>
                <a:cubicBezTo>
                  <a:pt x="1128877" y="3501338"/>
                  <a:pt x="1079125" y="3451586"/>
                  <a:pt x="1079125" y="3390213"/>
                </a:cubicBezTo>
                <a:lnTo>
                  <a:pt x="1079125" y="1059223"/>
                </a:lnTo>
                <a:cubicBezTo>
                  <a:pt x="1079125" y="1028537"/>
                  <a:pt x="1091563" y="1000755"/>
                  <a:pt x="1111672" y="980645"/>
                </a:cubicBezTo>
                <a:close/>
                <a:moveTo>
                  <a:pt x="1465363" y="216710"/>
                </a:moveTo>
                <a:cubicBezTo>
                  <a:pt x="1485472" y="196600"/>
                  <a:pt x="1513253" y="184162"/>
                  <a:pt x="1543940" y="184162"/>
                </a:cubicBezTo>
                <a:cubicBezTo>
                  <a:pt x="1605313" y="184162"/>
                  <a:pt x="1655065" y="233914"/>
                  <a:pt x="1655065" y="295287"/>
                </a:cubicBezTo>
                <a:lnTo>
                  <a:pt x="1655065" y="2195524"/>
                </a:lnTo>
                <a:cubicBezTo>
                  <a:pt x="1655065" y="2256897"/>
                  <a:pt x="1605313" y="2306649"/>
                  <a:pt x="1543940" y="2306649"/>
                </a:cubicBezTo>
                <a:cubicBezTo>
                  <a:pt x="1482567" y="2306649"/>
                  <a:pt x="1432815" y="2256897"/>
                  <a:pt x="1432815" y="2195524"/>
                </a:cubicBezTo>
                <a:lnTo>
                  <a:pt x="1432815" y="295287"/>
                </a:lnTo>
                <a:cubicBezTo>
                  <a:pt x="1432815" y="264601"/>
                  <a:pt x="1445253" y="236820"/>
                  <a:pt x="1465363" y="216710"/>
                </a:cubicBezTo>
                <a:close/>
                <a:moveTo>
                  <a:pt x="380350" y="593902"/>
                </a:moveTo>
                <a:cubicBezTo>
                  <a:pt x="400460" y="573792"/>
                  <a:pt x="428241" y="561354"/>
                  <a:pt x="458927" y="561354"/>
                </a:cubicBezTo>
                <a:cubicBezTo>
                  <a:pt x="520300" y="561354"/>
                  <a:pt x="570052" y="611106"/>
                  <a:pt x="570052" y="672479"/>
                </a:cubicBezTo>
                <a:lnTo>
                  <a:pt x="570052" y="3003469"/>
                </a:lnTo>
                <a:cubicBezTo>
                  <a:pt x="570052" y="3064842"/>
                  <a:pt x="520300" y="3114594"/>
                  <a:pt x="458927" y="3114595"/>
                </a:cubicBezTo>
                <a:cubicBezTo>
                  <a:pt x="397554" y="3114595"/>
                  <a:pt x="347802" y="3064842"/>
                  <a:pt x="347802" y="3003469"/>
                </a:cubicBezTo>
                <a:lnTo>
                  <a:pt x="347802" y="672479"/>
                </a:lnTo>
                <a:cubicBezTo>
                  <a:pt x="347802" y="641793"/>
                  <a:pt x="360240" y="614012"/>
                  <a:pt x="380350" y="593902"/>
                </a:cubicBezTo>
                <a:close/>
                <a:moveTo>
                  <a:pt x="748206" y="32548"/>
                </a:moveTo>
                <a:cubicBezTo>
                  <a:pt x="768316" y="12438"/>
                  <a:pt x="796097" y="0"/>
                  <a:pt x="826783" y="0"/>
                </a:cubicBezTo>
                <a:cubicBezTo>
                  <a:pt x="888156" y="0"/>
                  <a:pt x="937908" y="49752"/>
                  <a:pt x="937908" y="111125"/>
                </a:cubicBezTo>
                <a:lnTo>
                  <a:pt x="937908" y="2442115"/>
                </a:lnTo>
                <a:cubicBezTo>
                  <a:pt x="937908" y="2503488"/>
                  <a:pt x="888156" y="2553240"/>
                  <a:pt x="826783" y="2553240"/>
                </a:cubicBezTo>
                <a:cubicBezTo>
                  <a:pt x="765410" y="2553240"/>
                  <a:pt x="715658" y="2503488"/>
                  <a:pt x="715658" y="2442115"/>
                </a:cubicBezTo>
                <a:lnTo>
                  <a:pt x="715658" y="111125"/>
                </a:lnTo>
                <a:cubicBezTo>
                  <a:pt x="715658" y="80439"/>
                  <a:pt x="728096" y="52657"/>
                  <a:pt x="748206" y="32548"/>
                </a:cubicBezTo>
                <a:close/>
                <a:moveTo>
                  <a:pt x="32548" y="261781"/>
                </a:moveTo>
                <a:cubicBezTo>
                  <a:pt x="52658" y="241672"/>
                  <a:pt x="80439" y="229234"/>
                  <a:pt x="111125" y="229233"/>
                </a:cubicBezTo>
                <a:cubicBezTo>
                  <a:pt x="172499" y="229233"/>
                  <a:pt x="222251" y="278985"/>
                  <a:pt x="222251" y="340358"/>
                </a:cubicBezTo>
                <a:lnTo>
                  <a:pt x="222251" y="2671348"/>
                </a:lnTo>
                <a:cubicBezTo>
                  <a:pt x="222251" y="2732721"/>
                  <a:pt x="172499" y="2782473"/>
                  <a:pt x="111126" y="2782473"/>
                </a:cubicBezTo>
                <a:cubicBezTo>
                  <a:pt x="49753" y="2782473"/>
                  <a:pt x="1" y="2732721"/>
                  <a:pt x="1" y="2671348"/>
                </a:cubicBezTo>
                <a:lnTo>
                  <a:pt x="0" y="340358"/>
                </a:lnTo>
                <a:cubicBezTo>
                  <a:pt x="1" y="309672"/>
                  <a:pt x="12439" y="281891"/>
                  <a:pt x="32548" y="261781"/>
                </a:cubicBezTo>
                <a:close/>
              </a:path>
            </a:pathLst>
          </a:custGeom>
          <a:solidFill>
            <a:schemeClr val="tx1">
              <a:lumMod val="95000"/>
              <a:lumOff val="5000"/>
            </a:schemeClr>
          </a:solidFill>
        </p:spPr>
        <p:txBody>
          <a:bodyPr wrap="square">
            <a:noAutofit/>
          </a:bodyPr>
          <a:lstStyle>
            <a:lvl1pPr marL="0" indent="0">
              <a:buNone/>
              <a:defRPr baseline="0"/>
            </a:lvl1pPr>
          </a:lstStyle>
          <a:p>
            <a:r>
              <a:rPr lang="en-US" dirty="0"/>
              <a:t> </a:t>
            </a:r>
            <a:endParaRPr lang="ru-RU" dirty="0"/>
          </a:p>
        </p:txBody>
      </p:sp>
    </p:spTree>
    <p:extLst>
      <p:ext uri="{BB962C8B-B14F-4D97-AF65-F5344CB8AC3E}">
        <p14:creationId xmlns:p14="http://schemas.microsoft.com/office/powerpoint/2010/main" val="50206751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1_Титульный слайд">
    <p:spTree>
      <p:nvGrpSpPr>
        <p:cNvPr id="1" name=""/>
        <p:cNvGrpSpPr/>
        <p:nvPr/>
      </p:nvGrpSpPr>
      <p:grpSpPr>
        <a:xfrm>
          <a:off x="0" y="0"/>
          <a:ext cx="0" cy="0"/>
          <a:chOff x="0" y="0"/>
          <a:chExt cx="0" cy="0"/>
        </a:xfrm>
      </p:grpSpPr>
      <p:sp>
        <p:nvSpPr>
          <p:cNvPr id="15" name="Picture Placeholder 7"/>
          <p:cNvSpPr>
            <a:spLocks noGrp="1"/>
          </p:cNvSpPr>
          <p:nvPr>
            <p:ph type="pic" sz="quarter" idx="10" hasCustomPrompt="1"/>
          </p:nvPr>
        </p:nvSpPr>
        <p:spPr>
          <a:xfrm>
            <a:off x="1" y="0"/>
            <a:ext cx="12199215" cy="6858000"/>
          </a:xfrm>
          <a:prstGeom prst="rect">
            <a:avLst/>
          </a:prstGeom>
          <a:gradFill>
            <a:gsLst>
              <a:gs pos="0">
                <a:srgbClr val="FFD44D"/>
              </a:gs>
              <a:gs pos="100000">
                <a:srgbClr val="ED7931"/>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3344993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56_Пользовательский макет">
    <p:spTree>
      <p:nvGrpSpPr>
        <p:cNvPr id="1" name=""/>
        <p:cNvGrpSpPr/>
        <p:nvPr/>
      </p:nvGrpSpPr>
      <p:grpSpPr>
        <a:xfrm>
          <a:off x="0" y="0"/>
          <a:ext cx="0" cy="0"/>
          <a:chOff x="0" y="0"/>
          <a:chExt cx="0" cy="0"/>
        </a:xfrm>
      </p:grpSpPr>
      <p:sp>
        <p:nvSpPr>
          <p:cNvPr id="2" name="Picture Placeholder 7"/>
          <p:cNvSpPr>
            <a:spLocks noGrp="1"/>
          </p:cNvSpPr>
          <p:nvPr>
            <p:ph type="pic" sz="quarter" idx="10" hasCustomPrompt="1"/>
          </p:nvPr>
        </p:nvSpPr>
        <p:spPr>
          <a:xfrm>
            <a:off x="1" y="0"/>
            <a:ext cx="12199215" cy="6858000"/>
          </a:xfrm>
          <a:prstGeom prst="rect">
            <a:avLst/>
          </a:prstGeom>
          <a:gradFill>
            <a:gsLst>
              <a:gs pos="0">
                <a:srgbClr val="28B5D1"/>
              </a:gs>
              <a:gs pos="100000">
                <a:srgbClr val="2F5EEB"/>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208446449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7_Пользовательский макет">
    <p:spTree>
      <p:nvGrpSpPr>
        <p:cNvPr id="1" name=""/>
        <p:cNvGrpSpPr/>
        <p:nvPr/>
      </p:nvGrpSpPr>
      <p:grpSpPr>
        <a:xfrm>
          <a:off x="0" y="0"/>
          <a:ext cx="0" cy="0"/>
          <a:chOff x="0" y="0"/>
          <a:chExt cx="0" cy="0"/>
        </a:xfrm>
      </p:grpSpPr>
      <p:sp>
        <p:nvSpPr>
          <p:cNvPr id="5" name="Picture Placeholder 7"/>
          <p:cNvSpPr>
            <a:spLocks noGrp="1"/>
          </p:cNvSpPr>
          <p:nvPr>
            <p:ph type="pic" sz="quarter" idx="10" hasCustomPrompt="1"/>
          </p:nvPr>
        </p:nvSpPr>
        <p:spPr>
          <a:xfrm>
            <a:off x="1" y="0"/>
            <a:ext cx="12199215" cy="6858000"/>
          </a:xfrm>
          <a:prstGeom prst="rect">
            <a:avLst/>
          </a:prstGeom>
          <a:gradFill>
            <a:gsLst>
              <a:gs pos="0">
                <a:srgbClr val="31B782"/>
              </a:gs>
              <a:gs pos="100000">
                <a:srgbClr val="128C46"/>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404283874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58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8F8F8F"/>
              </a:gs>
              <a:gs pos="100000">
                <a:srgbClr val="3C3C3C"/>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222478367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59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874EE8"/>
              </a:gs>
              <a:gs pos="100000">
                <a:srgbClr val="2F1789"/>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400980164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60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FFD478"/>
              </a:gs>
              <a:gs pos="100000">
                <a:srgbClr val="FFBD51"/>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397224631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61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AF9680"/>
              </a:gs>
              <a:gs pos="100000">
                <a:srgbClr val="65554B"/>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350355898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62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235DB6"/>
              </a:gs>
              <a:gs pos="100000">
                <a:srgbClr val="0C1F3D"/>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92109480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63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2E949D"/>
              </a:gs>
              <a:gs pos="100000">
                <a:srgbClr val="155058"/>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365297663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64_Пользовательский макет">
    <p:spTree>
      <p:nvGrpSpPr>
        <p:cNvPr id="1" name=""/>
        <p:cNvGrpSpPr/>
        <p:nvPr/>
      </p:nvGrpSpPr>
      <p:grpSpPr>
        <a:xfrm>
          <a:off x="0" y="0"/>
          <a:ext cx="0" cy="0"/>
          <a:chOff x="0" y="0"/>
          <a:chExt cx="0" cy="0"/>
        </a:xfrm>
      </p:grpSpPr>
      <p:sp>
        <p:nvSpPr>
          <p:cNvPr id="4" name="Picture Placeholder 7"/>
          <p:cNvSpPr>
            <a:spLocks noGrp="1"/>
          </p:cNvSpPr>
          <p:nvPr>
            <p:ph type="pic" sz="quarter" idx="10" hasCustomPrompt="1"/>
          </p:nvPr>
        </p:nvSpPr>
        <p:spPr>
          <a:xfrm>
            <a:off x="1" y="0"/>
            <a:ext cx="12199215" cy="6858000"/>
          </a:xfrm>
          <a:prstGeom prst="rect">
            <a:avLst/>
          </a:prstGeom>
          <a:gradFill>
            <a:gsLst>
              <a:gs pos="0">
                <a:srgbClr val="E62820"/>
              </a:gs>
              <a:gs pos="100000">
                <a:srgbClr val="AB1F1B"/>
              </a:gs>
            </a:gsLst>
            <a:lin ang="4140000" scaled="0"/>
          </a:gradFill>
          <a:ln w="19050">
            <a:noFill/>
          </a:ln>
        </p:spPr>
        <p:txBody>
          <a:bodyPr lIns="0" tIns="91440" rIns="0" bIns="2194560" anchor="b"/>
          <a:lstStyle>
            <a:lvl1pPr algn="ctr" rtl="0">
              <a:buNone/>
              <a:defRPr sz="1867">
                <a:solidFill>
                  <a:schemeClr val="tx1">
                    <a:lumMod val="75000"/>
                    <a:lumOff val="25000"/>
                  </a:schemeClr>
                </a:solidFill>
              </a:defRPr>
            </a:lvl1pPr>
          </a:lstStyle>
          <a:p>
            <a:r>
              <a:rPr lang="en-US" dirty="0"/>
              <a:t> </a:t>
            </a:r>
          </a:p>
        </p:txBody>
      </p:sp>
    </p:spTree>
    <p:extLst>
      <p:ext uri="{BB962C8B-B14F-4D97-AF65-F5344CB8AC3E}">
        <p14:creationId xmlns:p14="http://schemas.microsoft.com/office/powerpoint/2010/main" val="33454071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matchingName="5_Пользовательский макет">
  <p:cSld name="5_Пользовательский макет">
    <p:spTree>
      <p:nvGrpSpPr>
        <p:cNvPr id="1" name="Shape 8"/>
        <p:cNvGrpSpPr/>
        <p:nvPr/>
      </p:nvGrpSpPr>
      <p:grpSpPr>
        <a:xfrm>
          <a:off x="0" y="0"/>
          <a:ext cx="0" cy="0"/>
          <a:chOff x="0" y="0"/>
          <a:chExt cx="0" cy="0"/>
        </a:xfrm>
      </p:grpSpPr>
      <p:sp>
        <p:nvSpPr>
          <p:cNvPr id="9" name="Google Shape;9;p12"/>
          <p:cNvSpPr>
            <a:spLocks noGrp="1"/>
          </p:cNvSpPr>
          <p:nvPr>
            <p:ph type="pic" idx="2"/>
          </p:nvPr>
        </p:nvSpPr>
        <p:spPr>
          <a:xfrm>
            <a:off x="6096000" y="0"/>
            <a:ext cx="6096000" cy="6858000"/>
          </a:xfrm>
          <a:prstGeom prst="rect">
            <a:avLst/>
          </a:prstGeom>
          <a:solidFill>
            <a:srgbClr val="0C0C0C"/>
          </a:solidFill>
          <a:ln>
            <a:noFill/>
          </a:ln>
        </p:spPr>
      </p:sp>
    </p:spTree>
    <p:extLst>
      <p:ext uri="{BB962C8B-B14F-4D97-AF65-F5344CB8AC3E}">
        <p14:creationId xmlns:p14="http://schemas.microsoft.com/office/powerpoint/2010/main" val="222950778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matchingName="41_Пользовательский макет">
  <p:cSld name="41_Пользовательский макет">
    <p:spTree>
      <p:nvGrpSpPr>
        <p:cNvPr id="1" name="Shape 12"/>
        <p:cNvGrpSpPr/>
        <p:nvPr/>
      </p:nvGrpSpPr>
      <p:grpSpPr>
        <a:xfrm>
          <a:off x="0" y="0"/>
          <a:ext cx="0" cy="0"/>
          <a:chOff x="0" y="0"/>
          <a:chExt cx="0" cy="0"/>
        </a:xfrm>
      </p:grpSpPr>
      <p:sp>
        <p:nvSpPr>
          <p:cNvPr id="13" name="Google Shape;13;p14"/>
          <p:cNvSpPr>
            <a:spLocks noGrp="1"/>
          </p:cNvSpPr>
          <p:nvPr>
            <p:ph type="pic" idx="2"/>
          </p:nvPr>
        </p:nvSpPr>
        <p:spPr>
          <a:xfrm>
            <a:off x="1013861" y="0"/>
            <a:ext cx="4953804" cy="6858000"/>
          </a:xfrm>
          <a:prstGeom prst="rect">
            <a:avLst/>
          </a:prstGeom>
          <a:solidFill>
            <a:srgbClr val="0C0C0C"/>
          </a:solidFill>
          <a:ln>
            <a:noFill/>
          </a:ln>
        </p:spPr>
      </p:sp>
    </p:spTree>
    <p:extLst>
      <p:ext uri="{BB962C8B-B14F-4D97-AF65-F5344CB8AC3E}">
        <p14:creationId xmlns:p14="http://schemas.microsoft.com/office/powerpoint/2010/main" val="955990478"/>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matchingName="1_Пользовательский макет">
  <p:cSld name="1_Пользовательский макет">
    <p:spTree>
      <p:nvGrpSpPr>
        <p:cNvPr id="1" name="Shape 14"/>
        <p:cNvGrpSpPr/>
        <p:nvPr/>
      </p:nvGrpSpPr>
      <p:grpSpPr>
        <a:xfrm>
          <a:off x="0" y="0"/>
          <a:ext cx="0" cy="0"/>
          <a:chOff x="0" y="0"/>
          <a:chExt cx="0" cy="0"/>
        </a:xfrm>
      </p:grpSpPr>
    </p:spTree>
    <p:extLst>
      <p:ext uri="{BB962C8B-B14F-4D97-AF65-F5344CB8AC3E}">
        <p14:creationId xmlns:p14="http://schemas.microsoft.com/office/powerpoint/2010/main" val="277879893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matchingName="11_Пользовательский макет">
  <p:cSld name="11_Пользовательский макет">
    <p:spTree>
      <p:nvGrpSpPr>
        <p:cNvPr id="1" name="Shape 15"/>
        <p:cNvGrpSpPr/>
        <p:nvPr/>
      </p:nvGrpSpPr>
      <p:grpSpPr>
        <a:xfrm>
          <a:off x="0" y="0"/>
          <a:ext cx="0" cy="0"/>
          <a:chOff x="0" y="0"/>
          <a:chExt cx="0" cy="0"/>
        </a:xfrm>
      </p:grpSpPr>
      <p:sp>
        <p:nvSpPr>
          <p:cNvPr id="16" name="Google Shape;16;p16"/>
          <p:cNvSpPr>
            <a:spLocks noGrp="1"/>
          </p:cNvSpPr>
          <p:nvPr>
            <p:ph type="pic" idx="2"/>
          </p:nvPr>
        </p:nvSpPr>
        <p:spPr>
          <a:xfrm rot="-2816781">
            <a:off x="432000" y="-609600"/>
            <a:ext cx="3530984" cy="7492152"/>
          </a:xfrm>
          <a:prstGeom prst="rect">
            <a:avLst/>
          </a:prstGeom>
          <a:solidFill>
            <a:schemeClr val="dk1"/>
          </a:solidFill>
          <a:ln>
            <a:noFill/>
          </a:ln>
        </p:spPr>
      </p:sp>
    </p:spTree>
    <p:extLst>
      <p:ext uri="{BB962C8B-B14F-4D97-AF65-F5344CB8AC3E}">
        <p14:creationId xmlns:p14="http://schemas.microsoft.com/office/powerpoint/2010/main" val="251938722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matchingName="1_Титульный слайд">
  <p:cSld name="1_Титульный слайд">
    <p:spTree>
      <p:nvGrpSpPr>
        <p:cNvPr id="1" name="Shape 17"/>
        <p:cNvGrpSpPr/>
        <p:nvPr/>
      </p:nvGrpSpPr>
      <p:grpSpPr>
        <a:xfrm>
          <a:off x="0" y="0"/>
          <a:ext cx="0" cy="0"/>
          <a:chOff x="0" y="0"/>
          <a:chExt cx="0" cy="0"/>
        </a:xfrm>
      </p:grpSpPr>
      <p:sp>
        <p:nvSpPr>
          <p:cNvPr id="18" name="Google Shape;18;p17"/>
          <p:cNvSpPr>
            <a:spLocks noGrp="1"/>
          </p:cNvSpPr>
          <p:nvPr>
            <p:ph type="pic" idx="2"/>
          </p:nvPr>
        </p:nvSpPr>
        <p:spPr>
          <a:xfrm>
            <a:off x="1" y="0"/>
            <a:ext cx="12199215" cy="6858000"/>
          </a:xfrm>
          <a:prstGeom prst="rect">
            <a:avLst/>
          </a:prstGeom>
          <a:solidFill>
            <a:srgbClr val="0C0C0C"/>
          </a:solidFill>
          <a:ln>
            <a:noFill/>
          </a:ln>
        </p:spPr>
      </p:sp>
    </p:spTree>
    <p:extLst>
      <p:ext uri="{BB962C8B-B14F-4D97-AF65-F5344CB8AC3E}">
        <p14:creationId xmlns:p14="http://schemas.microsoft.com/office/powerpoint/2010/main" val="122460863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matchingName="Пользовательский макет">
  <p:cSld name="Пользовательский макет">
    <p:spTree>
      <p:nvGrpSpPr>
        <p:cNvPr id="1" name="Shape 19"/>
        <p:cNvGrpSpPr/>
        <p:nvPr/>
      </p:nvGrpSpPr>
      <p:grpSpPr>
        <a:xfrm>
          <a:off x="0" y="0"/>
          <a:ext cx="0" cy="0"/>
          <a:chOff x="0" y="0"/>
          <a:chExt cx="0" cy="0"/>
        </a:xfrm>
      </p:grpSpPr>
      <p:sp>
        <p:nvSpPr>
          <p:cNvPr id="20" name="Google Shape;20;p18"/>
          <p:cNvSpPr>
            <a:spLocks noGrp="1"/>
          </p:cNvSpPr>
          <p:nvPr>
            <p:ph type="pic" idx="2"/>
          </p:nvPr>
        </p:nvSpPr>
        <p:spPr>
          <a:xfrm>
            <a:off x="0" y="0"/>
            <a:ext cx="3888317" cy="6858000"/>
          </a:xfrm>
          <a:prstGeom prst="rect">
            <a:avLst/>
          </a:prstGeom>
          <a:solidFill>
            <a:srgbClr val="0C0C0C"/>
          </a:solidFill>
          <a:ln>
            <a:noFill/>
          </a:ln>
        </p:spPr>
      </p:sp>
    </p:spTree>
    <p:extLst>
      <p:ext uri="{BB962C8B-B14F-4D97-AF65-F5344CB8AC3E}">
        <p14:creationId xmlns:p14="http://schemas.microsoft.com/office/powerpoint/2010/main" val="361579088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matchingName="2_Пользовательский макет">
  <p:cSld name="2_Пользовательский макет">
    <p:spTree>
      <p:nvGrpSpPr>
        <p:cNvPr id="1" name="Shape 21"/>
        <p:cNvGrpSpPr/>
        <p:nvPr/>
      </p:nvGrpSpPr>
      <p:grpSpPr>
        <a:xfrm>
          <a:off x="0" y="0"/>
          <a:ext cx="0" cy="0"/>
          <a:chOff x="0" y="0"/>
          <a:chExt cx="0" cy="0"/>
        </a:xfrm>
      </p:grpSpPr>
      <p:sp>
        <p:nvSpPr>
          <p:cNvPr id="22" name="Google Shape;22;p19"/>
          <p:cNvSpPr>
            <a:spLocks noGrp="1"/>
          </p:cNvSpPr>
          <p:nvPr>
            <p:ph type="pic" idx="2"/>
          </p:nvPr>
        </p:nvSpPr>
        <p:spPr>
          <a:xfrm>
            <a:off x="8303683" y="0"/>
            <a:ext cx="3888317" cy="6858000"/>
          </a:xfrm>
          <a:prstGeom prst="rect">
            <a:avLst/>
          </a:prstGeom>
          <a:solidFill>
            <a:srgbClr val="0C0C0C"/>
          </a:solidFill>
          <a:ln>
            <a:noFill/>
          </a:ln>
        </p:spPr>
      </p:sp>
    </p:spTree>
    <p:extLst>
      <p:ext uri="{BB962C8B-B14F-4D97-AF65-F5344CB8AC3E}">
        <p14:creationId xmlns:p14="http://schemas.microsoft.com/office/powerpoint/2010/main" val="2703095962"/>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matchingName="3_Пользовательский макет">
  <p:cSld name="3_Пользовательский макет">
    <p:spTree>
      <p:nvGrpSpPr>
        <p:cNvPr id="1" name="Shape 23"/>
        <p:cNvGrpSpPr/>
        <p:nvPr/>
      </p:nvGrpSpPr>
      <p:grpSpPr>
        <a:xfrm>
          <a:off x="0" y="0"/>
          <a:ext cx="0" cy="0"/>
          <a:chOff x="0" y="0"/>
          <a:chExt cx="0" cy="0"/>
        </a:xfrm>
      </p:grpSpPr>
      <p:sp>
        <p:nvSpPr>
          <p:cNvPr id="24" name="Google Shape;24;p20"/>
          <p:cNvSpPr>
            <a:spLocks noGrp="1"/>
          </p:cNvSpPr>
          <p:nvPr>
            <p:ph type="pic" idx="2"/>
          </p:nvPr>
        </p:nvSpPr>
        <p:spPr>
          <a:xfrm>
            <a:off x="4151842" y="0"/>
            <a:ext cx="3888317" cy="6858000"/>
          </a:xfrm>
          <a:prstGeom prst="rect">
            <a:avLst/>
          </a:prstGeom>
          <a:solidFill>
            <a:srgbClr val="0C0C0C"/>
          </a:solidFill>
          <a:ln>
            <a:noFill/>
          </a:ln>
        </p:spPr>
      </p:sp>
    </p:spTree>
    <p:extLst>
      <p:ext uri="{BB962C8B-B14F-4D97-AF65-F5344CB8AC3E}">
        <p14:creationId xmlns:p14="http://schemas.microsoft.com/office/powerpoint/2010/main" val="1657952221"/>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matchingName="4_Пользовательский макет">
  <p:cSld name="4_Пользовательский макет">
    <p:spTree>
      <p:nvGrpSpPr>
        <p:cNvPr id="1" name="Shape 25"/>
        <p:cNvGrpSpPr/>
        <p:nvPr/>
      </p:nvGrpSpPr>
      <p:grpSpPr>
        <a:xfrm>
          <a:off x="0" y="0"/>
          <a:ext cx="0" cy="0"/>
          <a:chOff x="0" y="0"/>
          <a:chExt cx="0" cy="0"/>
        </a:xfrm>
      </p:grpSpPr>
      <p:sp>
        <p:nvSpPr>
          <p:cNvPr id="26" name="Google Shape;26;p21"/>
          <p:cNvSpPr>
            <a:spLocks noGrp="1"/>
          </p:cNvSpPr>
          <p:nvPr>
            <p:ph type="pic" idx="2"/>
          </p:nvPr>
        </p:nvSpPr>
        <p:spPr>
          <a:xfrm>
            <a:off x="2639616" y="0"/>
            <a:ext cx="9552384" cy="6858000"/>
          </a:xfrm>
          <a:prstGeom prst="rect">
            <a:avLst/>
          </a:prstGeom>
          <a:solidFill>
            <a:srgbClr val="0C0C0C"/>
          </a:solidFill>
          <a:ln>
            <a:noFill/>
          </a:ln>
        </p:spPr>
      </p:sp>
    </p:spTree>
    <p:extLst>
      <p:ext uri="{BB962C8B-B14F-4D97-AF65-F5344CB8AC3E}">
        <p14:creationId xmlns:p14="http://schemas.microsoft.com/office/powerpoint/2010/main" val="1806650039"/>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matchingName="2_Титульный слайд">
  <p:cSld name="2_Титульный слайд">
    <p:spTree>
      <p:nvGrpSpPr>
        <p:cNvPr id="1" name="Shape 27"/>
        <p:cNvGrpSpPr/>
        <p:nvPr/>
      </p:nvGrpSpPr>
      <p:grpSpPr>
        <a:xfrm>
          <a:off x="0" y="0"/>
          <a:ext cx="0" cy="0"/>
          <a:chOff x="0" y="0"/>
          <a:chExt cx="0" cy="0"/>
        </a:xfrm>
      </p:grpSpPr>
      <p:sp>
        <p:nvSpPr>
          <p:cNvPr id="28" name="Google Shape;28;p22"/>
          <p:cNvSpPr>
            <a:spLocks noGrp="1"/>
          </p:cNvSpPr>
          <p:nvPr>
            <p:ph type="pic" idx="2"/>
          </p:nvPr>
        </p:nvSpPr>
        <p:spPr>
          <a:xfrm>
            <a:off x="1" y="0"/>
            <a:ext cx="12199215" cy="6858000"/>
          </a:xfrm>
          <a:prstGeom prst="rect">
            <a:avLst/>
          </a:prstGeom>
          <a:solidFill>
            <a:srgbClr val="0C0C0C"/>
          </a:solidFill>
          <a:ln>
            <a:noFill/>
          </a:ln>
        </p:spPr>
      </p:sp>
    </p:spTree>
    <p:extLst>
      <p:ext uri="{BB962C8B-B14F-4D97-AF65-F5344CB8AC3E}">
        <p14:creationId xmlns:p14="http://schemas.microsoft.com/office/powerpoint/2010/main" val="1578587596"/>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matchingName="7_Пользовательский макет">
  <p:cSld name="7_Пользовательский макет">
    <p:spTree>
      <p:nvGrpSpPr>
        <p:cNvPr id="1" name="Shape 29"/>
        <p:cNvGrpSpPr/>
        <p:nvPr/>
      </p:nvGrpSpPr>
      <p:grpSpPr>
        <a:xfrm>
          <a:off x="0" y="0"/>
          <a:ext cx="0" cy="0"/>
          <a:chOff x="0" y="0"/>
          <a:chExt cx="0" cy="0"/>
        </a:xfrm>
      </p:grpSpPr>
      <p:sp>
        <p:nvSpPr>
          <p:cNvPr id="30" name="Google Shape;30;p23"/>
          <p:cNvSpPr>
            <a:spLocks noGrp="1"/>
          </p:cNvSpPr>
          <p:nvPr>
            <p:ph type="pic" idx="2"/>
          </p:nvPr>
        </p:nvSpPr>
        <p:spPr>
          <a:xfrm>
            <a:off x="3599723" y="0"/>
            <a:ext cx="8592277" cy="6858000"/>
          </a:xfrm>
          <a:prstGeom prst="rect">
            <a:avLst/>
          </a:prstGeom>
          <a:solidFill>
            <a:srgbClr val="0C0C0C"/>
          </a:solidFill>
          <a:ln>
            <a:noFill/>
          </a:ln>
        </p:spPr>
      </p:sp>
    </p:spTree>
    <p:extLst>
      <p:ext uri="{BB962C8B-B14F-4D97-AF65-F5344CB8AC3E}">
        <p14:creationId xmlns:p14="http://schemas.microsoft.com/office/powerpoint/2010/main" val="183033126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matchingName="9_Пользовательский макет">
  <p:cSld name="9_Пользовательский макет">
    <p:spTree>
      <p:nvGrpSpPr>
        <p:cNvPr id="1" name="Shape 31"/>
        <p:cNvGrpSpPr/>
        <p:nvPr/>
      </p:nvGrpSpPr>
      <p:grpSpPr>
        <a:xfrm>
          <a:off x="0" y="0"/>
          <a:ext cx="0" cy="0"/>
          <a:chOff x="0" y="0"/>
          <a:chExt cx="0" cy="0"/>
        </a:xfrm>
      </p:grpSpPr>
      <p:sp>
        <p:nvSpPr>
          <p:cNvPr id="32" name="Google Shape;32;p24"/>
          <p:cNvSpPr>
            <a:spLocks noGrp="1"/>
          </p:cNvSpPr>
          <p:nvPr>
            <p:ph type="pic" idx="2"/>
          </p:nvPr>
        </p:nvSpPr>
        <p:spPr>
          <a:xfrm>
            <a:off x="3215680" y="0"/>
            <a:ext cx="8976320" cy="6858000"/>
          </a:xfrm>
          <a:prstGeom prst="rect">
            <a:avLst/>
          </a:prstGeom>
          <a:solidFill>
            <a:srgbClr val="0C0C0C"/>
          </a:solidFill>
          <a:ln>
            <a:noFill/>
          </a:ln>
        </p:spPr>
      </p:sp>
    </p:spTree>
    <p:extLst>
      <p:ext uri="{BB962C8B-B14F-4D97-AF65-F5344CB8AC3E}">
        <p14:creationId xmlns:p14="http://schemas.microsoft.com/office/powerpoint/2010/main" val="53097844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8_Пользовательский макет">
  <p:cSld name="8_Пользовательский макет">
    <p:spTree>
      <p:nvGrpSpPr>
        <p:cNvPr id="1" name="Shape 33"/>
        <p:cNvGrpSpPr/>
        <p:nvPr/>
      </p:nvGrpSpPr>
      <p:grpSpPr>
        <a:xfrm>
          <a:off x="0" y="0"/>
          <a:ext cx="0" cy="0"/>
          <a:chOff x="0" y="0"/>
          <a:chExt cx="0" cy="0"/>
        </a:xfrm>
      </p:grpSpPr>
      <p:sp>
        <p:nvSpPr>
          <p:cNvPr id="34" name="Google Shape;34;p25"/>
          <p:cNvSpPr>
            <a:spLocks noGrp="1"/>
          </p:cNvSpPr>
          <p:nvPr>
            <p:ph type="pic" idx="2"/>
          </p:nvPr>
        </p:nvSpPr>
        <p:spPr>
          <a:xfrm>
            <a:off x="0" y="0"/>
            <a:ext cx="12192000" cy="4197085"/>
          </a:xfrm>
          <a:prstGeom prst="rect">
            <a:avLst/>
          </a:prstGeom>
          <a:solidFill>
            <a:srgbClr val="0C0C0C"/>
          </a:solidFill>
          <a:ln>
            <a:noFill/>
          </a:ln>
        </p:spPr>
      </p:sp>
    </p:spTree>
    <p:extLst>
      <p:ext uri="{BB962C8B-B14F-4D97-AF65-F5344CB8AC3E}">
        <p14:creationId xmlns:p14="http://schemas.microsoft.com/office/powerpoint/2010/main" val="354081731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matchingName="10_Пользовательский макет">
  <p:cSld name="10_Пользовательский макет">
    <p:spTree>
      <p:nvGrpSpPr>
        <p:cNvPr id="1" name="Shape 35"/>
        <p:cNvGrpSpPr/>
        <p:nvPr/>
      </p:nvGrpSpPr>
      <p:grpSpPr>
        <a:xfrm>
          <a:off x="0" y="0"/>
          <a:ext cx="0" cy="0"/>
          <a:chOff x="0" y="0"/>
          <a:chExt cx="0" cy="0"/>
        </a:xfrm>
      </p:grpSpPr>
      <p:sp>
        <p:nvSpPr>
          <p:cNvPr id="36" name="Google Shape;36;p26"/>
          <p:cNvSpPr>
            <a:spLocks noGrp="1"/>
          </p:cNvSpPr>
          <p:nvPr>
            <p:ph type="pic" idx="2"/>
          </p:nvPr>
        </p:nvSpPr>
        <p:spPr>
          <a:xfrm>
            <a:off x="485540" y="3140968"/>
            <a:ext cx="3552395" cy="2784309"/>
          </a:xfrm>
          <a:prstGeom prst="rect">
            <a:avLst/>
          </a:prstGeom>
          <a:solidFill>
            <a:srgbClr val="0C0C0C"/>
          </a:solidFill>
          <a:ln>
            <a:noFill/>
          </a:ln>
        </p:spPr>
      </p:sp>
      <p:sp>
        <p:nvSpPr>
          <p:cNvPr id="37" name="Google Shape;37;p26"/>
          <p:cNvSpPr>
            <a:spLocks noGrp="1"/>
          </p:cNvSpPr>
          <p:nvPr>
            <p:ph type="pic" idx="3"/>
          </p:nvPr>
        </p:nvSpPr>
        <p:spPr>
          <a:xfrm>
            <a:off x="4332367" y="3140968"/>
            <a:ext cx="3552395" cy="2784309"/>
          </a:xfrm>
          <a:prstGeom prst="rect">
            <a:avLst/>
          </a:prstGeom>
          <a:solidFill>
            <a:srgbClr val="0C0C0C"/>
          </a:solidFill>
          <a:ln>
            <a:noFill/>
          </a:ln>
        </p:spPr>
      </p:sp>
      <p:sp>
        <p:nvSpPr>
          <p:cNvPr id="38" name="Google Shape;38;p26"/>
          <p:cNvSpPr>
            <a:spLocks noGrp="1"/>
          </p:cNvSpPr>
          <p:nvPr>
            <p:ph type="pic" idx="4"/>
          </p:nvPr>
        </p:nvSpPr>
        <p:spPr>
          <a:xfrm>
            <a:off x="8179195" y="3140968"/>
            <a:ext cx="3552395" cy="2784309"/>
          </a:xfrm>
          <a:prstGeom prst="rect">
            <a:avLst/>
          </a:prstGeom>
          <a:solidFill>
            <a:srgbClr val="0C0C0C"/>
          </a:solidFill>
          <a:ln>
            <a:noFill/>
          </a:ln>
        </p:spPr>
      </p:sp>
    </p:spTree>
    <p:extLst>
      <p:ext uri="{BB962C8B-B14F-4D97-AF65-F5344CB8AC3E}">
        <p14:creationId xmlns:p14="http://schemas.microsoft.com/office/powerpoint/2010/main" val="101698091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matchingName="12_Пользовательский макет">
  <p:cSld name="12_Пользовательский макет">
    <p:spTree>
      <p:nvGrpSpPr>
        <p:cNvPr id="1" name="Shape 39"/>
        <p:cNvGrpSpPr/>
        <p:nvPr/>
      </p:nvGrpSpPr>
      <p:grpSpPr>
        <a:xfrm>
          <a:off x="0" y="0"/>
          <a:ext cx="0" cy="0"/>
          <a:chOff x="0" y="0"/>
          <a:chExt cx="0" cy="0"/>
        </a:xfrm>
      </p:grpSpPr>
      <p:sp>
        <p:nvSpPr>
          <p:cNvPr id="40" name="Google Shape;40;p27"/>
          <p:cNvSpPr>
            <a:spLocks noGrp="1"/>
          </p:cNvSpPr>
          <p:nvPr>
            <p:ph type="pic" idx="2"/>
          </p:nvPr>
        </p:nvSpPr>
        <p:spPr>
          <a:xfrm>
            <a:off x="4702286" y="0"/>
            <a:ext cx="7489716" cy="6858000"/>
          </a:xfrm>
          <a:prstGeom prst="rect">
            <a:avLst/>
          </a:prstGeom>
          <a:solidFill>
            <a:srgbClr val="0C0C0C"/>
          </a:solidFill>
          <a:ln>
            <a:noFill/>
          </a:ln>
        </p:spPr>
      </p:sp>
    </p:spTree>
    <p:extLst>
      <p:ext uri="{BB962C8B-B14F-4D97-AF65-F5344CB8AC3E}">
        <p14:creationId xmlns:p14="http://schemas.microsoft.com/office/powerpoint/2010/main" val="1019334836"/>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matchingName="13_Пользовательский макет">
  <p:cSld name="13_Пользовательский макет">
    <p:spTree>
      <p:nvGrpSpPr>
        <p:cNvPr id="1" name="Shape 41"/>
        <p:cNvGrpSpPr/>
        <p:nvPr/>
      </p:nvGrpSpPr>
      <p:grpSpPr>
        <a:xfrm>
          <a:off x="0" y="0"/>
          <a:ext cx="0" cy="0"/>
          <a:chOff x="0" y="0"/>
          <a:chExt cx="0" cy="0"/>
        </a:xfrm>
      </p:grpSpPr>
      <p:sp>
        <p:nvSpPr>
          <p:cNvPr id="42" name="Google Shape;42;p28"/>
          <p:cNvSpPr>
            <a:spLocks noGrp="1"/>
          </p:cNvSpPr>
          <p:nvPr>
            <p:ph type="pic" idx="2"/>
          </p:nvPr>
        </p:nvSpPr>
        <p:spPr>
          <a:xfrm>
            <a:off x="1007435" y="3909053"/>
            <a:ext cx="1056117" cy="1152128"/>
          </a:xfrm>
          <a:prstGeom prst="rect">
            <a:avLst/>
          </a:prstGeom>
          <a:solidFill>
            <a:srgbClr val="0C0C0C"/>
          </a:solidFill>
          <a:ln>
            <a:noFill/>
          </a:ln>
        </p:spPr>
      </p:sp>
      <p:sp>
        <p:nvSpPr>
          <p:cNvPr id="43" name="Google Shape;43;p28"/>
          <p:cNvSpPr>
            <a:spLocks noGrp="1"/>
          </p:cNvSpPr>
          <p:nvPr>
            <p:ph type="pic" idx="3"/>
          </p:nvPr>
        </p:nvSpPr>
        <p:spPr>
          <a:xfrm>
            <a:off x="2255574" y="3909053"/>
            <a:ext cx="1056117" cy="1152128"/>
          </a:xfrm>
          <a:prstGeom prst="rect">
            <a:avLst/>
          </a:prstGeom>
          <a:solidFill>
            <a:srgbClr val="0C0C0C"/>
          </a:solidFill>
          <a:ln>
            <a:noFill/>
          </a:ln>
        </p:spPr>
      </p:sp>
      <p:sp>
        <p:nvSpPr>
          <p:cNvPr id="44" name="Google Shape;44;p28"/>
          <p:cNvSpPr>
            <a:spLocks noGrp="1"/>
          </p:cNvSpPr>
          <p:nvPr>
            <p:ph type="pic" idx="4"/>
          </p:nvPr>
        </p:nvSpPr>
        <p:spPr>
          <a:xfrm>
            <a:off x="3503712" y="3896512"/>
            <a:ext cx="1056117" cy="1152128"/>
          </a:xfrm>
          <a:prstGeom prst="rect">
            <a:avLst/>
          </a:prstGeom>
          <a:solidFill>
            <a:srgbClr val="0C0C0C"/>
          </a:solidFill>
          <a:ln>
            <a:noFill/>
          </a:ln>
        </p:spPr>
      </p:sp>
      <p:sp>
        <p:nvSpPr>
          <p:cNvPr id="45" name="Google Shape;45;p28"/>
          <p:cNvSpPr>
            <a:spLocks noGrp="1"/>
          </p:cNvSpPr>
          <p:nvPr>
            <p:ph type="pic" idx="5"/>
          </p:nvPr>
        </p:nvSpPr>
        <p:spPr>
          <a:xfrm>
            <a:off x="4751851" y="3911380"/>
            <a:ext cx="1056117" cy="1152128"/>
          </a:xfrm>
          <a:prstGeom prst="rect">
            <a:avLst/>
          </a:prstGeom>
          <a:solidFill>
            <a:srgbClr val="0C0C0C"/>
          </a:solidFill>
          <a:ln>
            <a:noFill/>
          </a:ln>
        </p:spPr>
      </p:sp>
    </p:spTree>
    <p:extLst>
      <p:ext uri="{BB962C8B-B14F-4D97-AF65-F5344CB8AC3E}">
        <p14:creationId xmlns:p14="http://schemas.microsoft.com/office/powerpoint/2010/main" val="3416110265"/>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matchingName="3_Титульный слайд">
  <p:cSld name="3_Титульный слайд">
    <p:spTree>
      <p:nvGrpSpPr>
        <p:cNvPr id="1" name="Shape 46"/>
        <p:cNvGrpSpPr/>
        <p:nvPr/>
      </p:nvGrpSpPr>
      <p:grpSpPr>
        <a:xfrm>
          <a:off x="0" y="0"/>
          <a:ext cx="0" cy="0"/>
          <a:chOff x="0" y="0"/>
          <a:chExt cx="0" cy="0"/>
        </a:xfrm>
      </p:grpSpPr>
      <p:sp>
        <p:nvSpPr>
          <p:cNvPr id="47" name="Google Shape;47;p29"/>
          <p:cNvSpPr>
            <a:spLocks noGrp="1"/>
          </p:cNvSpPr>
          <p:nvPr>
            <p:ph type="pic" idx="2"/>
          </p:nvPr>
        </p:nvSpPr>
        <p:spPr>
          <a:xfrm>
            <a:off x="1" y="0"/>
            <a:ext cx="12199215" cy="6858000"/>
          </a:xfrm>
          <a:prstGeom prst="rect">
            <a:avLst/>
          </a:prstGeom>
          <a:solidFill>
            <a:srgbClr val="0C0C0C"/>
          </a:solidFill>
          <a:ln>
            <a:noFill/>
          </a:ln>
        </p:spPr>
      </p:sp>
    </p:spTree>
    <p:extLst>
      <p:ext uri="{BB962C8B-B14F-4D97-AF65-F5344CB8AC3E}">
        <p14:creationId xmlns:p14="http://schemas.microsoft.com/office/powerpoint/2010/main" val="409639777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matchingName="14_Пользовательский макет">
  <p:cSld name="14_Пользовательский макет">
    <p:spTree>
      <p:nvGrpSpPr>
        <p:cNvPr id="1" name="Shape 48"/>
        <p:cNvGrpSpPr/>
        <p:nvPr/>
      </p:nvGrpSpPr>
      <p:grpSpPr>
        <a:xfrm>
          <a:off x="0" y="0"/>
          <a:ext cx="0" cy="0"/>
          <a:chOff x="0" y="0"/>
          <a:chExt cx="0" cy="0"/>
        </a:xfrm>
      </p:grpSpPr>
      <p:sp>
        <p:nvSpPr>
          <p:cNvPr id="49" name="Google Shape;49;p30"/>
          <p:cNvSpPr>
            <a:spLocks noGrp="1"/>
          </p:cNvSpPr>
          <p:nvPr>
            <p:ph type="pic" idx="2"/>
          </p:nvPr>
        </p:nvSpPr>
        <p:spPr>
          <a:xfrm>
            <a:off x="8592277" y="0"/>
            <a:ext cx="3599723" cy="3429000"/>
          </a:xfrm>
          <a:prstGeom prst="rect">
            <a:avLst/>
          </a:prstGeom>
          <a:solidFill>
            <a:srgbClr val="0C0C0C"/>
          </a:solidFill>
          <a:ln>
            <a:noFill/>
          </a:ln>
        </p:spPr>
      </p:sp>
      <p:sp>
        <p:nvSpPr>
          <p:cNvPr id="50" name="Google Shape;50;p30"/>
          <p:cNvSpPr>
            <a:spLocks noGrp="1"/>
          </p:cNvSpPr>
          <p:nvPr>
            <p:ph type="pic" idx="3"/>
          </p:nvPr>
        </p:nvSpPr>
        <p:spPr>
          <a:xfrm>
            <a:off x="8592277" y="3429000"/>
            <a:ext cx="3599723" cy="3429000"/>
          </a:xfrm>
          <a:prstGeom prst="rect">
            <a:avLst/>
          </a:prstGeom>
          <a:solidFill>
            <a:srgbClr val="0C0C0C"/>
          </a:solidFill>
          <a:ln>
            <a:noFill/>
          </a:ln>
        </p:spPr>
      </p:sp>
    </p:spTree>
    <p:extLst>
      <p:ext uri="{BB962C8B-B14F-4D97-AF65-F5344CB8AC3E}">
        <p14:creationId xmlns:p14="http://schemas.microsoft.com/office/powerpoint/2010/main" val="146129091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matchingName="15_Пользовательский макет">
  <p:cSld name="15_Пользовательский макет">
    <p:spTree>
      <p:nvGrpSpPr>
        <p:cNvPr id="1" name="Shape 51"/>
        <p:cNvGrpSpPr/>
        <p:nvPr/>
      </p:nvGrpSpPr>
      <p:grpSpPr>
        <a:xfrm>
          <a:off x="0" y="0"/>
          <a:ext cx="0" cy="0"/>
          <a:chOff x="0" y="0"/>
          <a:chExt cx="0" cy="0"/>
        </a:xfrm>
      </p:grpSpPr>
      <p:sp>
        <p:nvSpPr>
          <p:cNvPr id="52" name="Google Shape;52;p31"/>
          <p:cNvSpPr>
            <a:spLocks noGrp="1"/>
          </p:cNvSpPr>
          <p:nvPr>
            <p:ph type="pic" idx="2"/>
          </p:nvPr>
        </p:nvSpPr>
        <p:spPr>
          <a:xfrm>
            <a:off x="7536160" y="0"/>
            <a:ext cx="4655840" cy="6858000"/>
          </a:xfrm>
          <a:prstGeom prst="rect">
            <a:avLst/>
          </a:prstGeom>
          <a:solidFill>
            <a:srgbClr val="0C0C0C"/>
          </a:solidFill>
          <a:ln>
            <a:noFill/>
          </a:ln>
        </p:spPr>
      </p:sp>
    </p:spTree>
    <p:extLst>
      <p:ext uri="{BB962C8B-B14F-4D97-AF65-F5344CB8AC3E}">
        <p14:creationId xmlns:p14="http://schemas.microsoft.com/office/powerpoint/2010/main" val="305461961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16_Пользовательский макет">
  <p:cSld name="16_Пользовательский макет">
    <p:spTree>
      <p:nvGrpSpPr>
        <p:cNvPr id="1" name="Shape 53"/>
        <p:cNvGrpSpPr/>
        <p:nvPr/>
      </p:nvGrpSpPr>
      <p:grpSpPr>
        <a:xfrm>
          <a:off x="0" y="0"/>
          <a:ext cx="0" cy="0"/>
          <a:chOff x="0" y="0"/>
          <a:chExt cx="0" cy="0"/>
        </a:xfrm>
      </p:grpSpPr>
      <p:sp>
        <p:nvSpPr>
          <p:cNvPr id="54" name="Google Shape;54;p32"/>
          <p:cNvSpPr>
            <a:spLocks noGrp="1"/>
          </p:cNvSpPr>
          <p:nvPr>
            <p:ph type="pic" idx="2"/>
          </p:nvPr>
        </p:nvSpPr>
        <p:spPr>
          <a:xfrm>
            <a:off x="1871531" y="2665649"/>
            <a:ext cx="1345632" cy="1344151"/>
          </a:xfrm>
          <a:prstGeom prst="ellipse">
            <a:avLst/>
          </a:prstGeom>
          <a:solidFill>
            <a:schemeClr val="dk1"/>
          </a:solidFill>
          <a:ln w="41275" cap="flat" cmpd="sng">
            <a:solidFill>
              <a:schemeClr val="lt1"/>
            </a:solidFill>
            <a:prstDash val="solid"/>
            <a:round/>
            <a:headEnd type="none" w="sm" len="sm"/>
            <a:tailEnd type="none" w="sm" len="sm"/>
          </a:ln>
        </p:spPr>
      </p:sp>
      <p:sp>
        <p:nvSpPr>
          <p:cNvPr id="55" name="Google Shape;55;p32"/>
          <p:cNvSpPr>
            <a:spLocks noGrp="1"/>
          </p:cNvSpPr>
          <p:nvPr>
            <p:ph type="pic" idx="3"/>
          </p:nvPr>
        </p:nvSpPr>
        <p:spPr>
          <a:xfrm>
            <a:off x="5404612" y="2665649"/>
            <a:ext cx="1345632" cy="1344151"/>
          </a:xfrm>
          <a:prstGeom prst="ellipse">
            <a:avLst/>
          </a:prstGeom>
          <a:solidFill>
            <a:schemeClr val="dk1"/>
          </a:solidFill>
          <a:ln w="41275" cap="flat" cmpd="sng">
            <a:solidFill>
              <a:schemeClr val="lt1"/>
            </a:solidFill>
            <a:prstDash val="solid"/>
            <a:round/>
            <a:headEnd type="none" w="sm" len="sm"/>
            <a:tailEnd type="none" w="sm" len="sm"/>
          </a:ln>
        </p:spPr>
      </p:sp>
      <p:sp>
        <p:nvSpPr>
          <p:cNvPr id="56" name="Google Shape;56;p32"/>
          <p:cNvSpPr>
            <a:spLocks noGrp="1"/>
          </p:cNvSpPr>
          <p:nvPr>
            <p:ph type="pic" idx="4"/>
          </p:nvPr>
        </p:nvSpPr>
        <p:spPr>
          <a:xfrm>
            <a:off x="8937695" y="2665649"/>
            <a:ext cx="1345632" cy="1344151"/>
          </a:xfrm>
          <a:prstGeom prst="ellipse">
            <a:avLst/>
          </a:prstGeom>
          <a:solidFill>
            <a:schemeClr val="dk1"/>
          </a:solidFill>
          <a:ln w="41275" cap="flat" cmpd="sng">
            <a:solidFill>
              <a:schemeClr val="lt1"/>
            </a:solidFill>
            <a:prstDash val="solid"/>
            <a:round/>
            <a:headEnd type="none" w="sm" len="sm"/>
            <a:tailEnd type="none" w="sm" len="sm"/>
          </a:ln>
        </p:spPr>
      </p:sp>
    </p:spTree>
    <p:extLst>
      <p:ext uri="{BB962C8B-B14F-4D97-AF65-F5344CB8AC3E}">
        <p14:creationId xmlns:p14="http://schemas.microsoft.com/office/powerpoint/2010/main" val="570095858"/>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matchingName="17_Пользовательский макет">
  <p:cSld name="17_Пользовательский макет">
    <p:spTree>
      <p:nvGrpSpPr>
        <p:cNvPr id="1" name="Shape 57"/>
        <p:cNvGrpSpPr/>
        <p:nvPr/>
      </p:nvGrpSpPr>
      <p:grpSpPr>
        <a:xfrm>
          <a:off x="0" y="0"/>
          <a:ext cx="0" cy="0"/>
          <a:chOff x="0" y="0"/>
          <a:chExt cx="0" cy="0"/>
        </a:xfrm>
      </p:grpSpPr>
      <p:sp>
        <p:nvSpPr>
          <p:cNvPr id="58" name="Google Shape;58;p33"/>
          <p:cNvSpPr>
            <a:spLocks noGrp="1"/>
          </p:cNvSpPr>
          <p:nvPr>
            <p:ph type="pic" idx="2"/>
          </p:nvPr>
        </p:nvSpPr>
        <p:spPr>
          <a:xfrm>
            <a:off x="0" y="0"/>
            <a:ext cx="12192000" cy="4869160"/>
          </a:xfrm>
          <a:prstGeom prst="rect">
            <a:avLst/>
          </a:prstGeom>
          <a:solidFill>
            <a:srgbClr val="0C0C0C"/>
          </a:solidFill>
          <a:ln>
            <a:noFill/>
          </a:ln>
        </p:spPr>
      </p:sp>
    </p:spTree>
    <p:extLst>
      <p:ext uri="{BB962C8B-B14F-4D97-AF65-F5344CB8AC3E}">
        <p14:creationId xmlns:p14="http://schemas.microsoft.com/office/powerpoint/2010/main" val="312050309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18_Пользовательский макет">
  <p:cSld name="18_Пользовательский макет">
    <p:spTree>
      <p:nvGrpSpPr>
        <p:cNvPr id="1" name="Shape 59"/>
        <p:cNvGrpSpPr/>
        <p:nvPr/>
      </p:nvGrpSpPr>
      <p:grpSpPr>
        <a:xfrm>
          <a:off x="0" y="0"/>
          <a:ext cx="0" cy="0"/>
          <a:chOff x="0" y="0"/>
          <a:chExt cx="0" cy="0"/>
        </a:xfrm>
      </p:grpSpPr>
      <p:sp>
        <p:nvSpPr>
          <p:cNvPr id="60" name="Google Shape;60;p34"/>
          <p:cNvSpPr>
            <a:spLocks noGrp="1"/>
          </p:cNvSpPr>
          <p:nvPr>
            <p:ph type="pic" idx="2"/>
          </p:nvPr>
        </p:nvSpPr>
        <p:spPr>
          <a:xfrm>
            <a:off x="8304245" y="0"/>
            <a:ext cx="3887755" cy="6858000"/>
          </a:xfrm>
          <a:prstGeom prst="rect">
            <a:avLst/>
          </a:prstGeom>
          <a:solidFill>
            <a:srgbClr val="0C0C0C"/>
          </a:solidFill>
          <a:ln>
            <a:noFill/>
          </a:ln>
        </p:spPr>
      </p:sp>
      <p:sp>
        <p:nvSpPr>
          <p:cNvPr id="61" name="Google Shape;61;p34"/>
          <p:cNvSpPr>
            <a:spLocks noGrp="1"/>
          </p:cNvSpPr>
          <p:nvPr>
            <p:ph type="pic" idx="3"/>
          </p:nvPr>
        </p:nvSpPr>
        <p:spPr>
          <a:xfrm>
            <a:off x="2447595" y="0"/>
            <a:ext cx="2496277" cy="2276872"/>
          </a:xfrm>
          <a:prstGeom prst="rect">
            <a:avLst/>
          </a:prstGeom>
          <a:solidFill>
            <a:srgbClr val="0C0C0C"/>
          </a:solidFill>
          <a:ln>
            <a:noFill/>
          </a:ln>
        </p:spPr>
      </p:sp>
      <p:sp>
        <p:nvSpPr>
          <p:cNvPr id="62" name="Google Shape;62;p34"/>
          <p:cNvSpPr>
            <a:spLocks noGrp="1"/>
          </p:cNvSpPr>
          <p:nvPr>
            <p:ph type="pic" idx="4"/>
          </p:nvPr>
        </p:nvSpPr>
        <p:spPr>
          <a:xfrm>
            <a:off x="2447595" y="2276872"/>
            <a:ext cx="2496277" cy="2304256"/>
          </a:xfrm>
          <a:prstGeom prst="rect">
            <a:avLst/>
          </a:prstGeom>
          <a:solidFill>
            <a:srgbClr val="0C0C0C"/>
          </a:solidFill>
          <a:ln>
            <a:noFill/>
          </a:ln>
        </p:spPr>
      </p:sp>
      <p:sp>
        <p:nvSpPr>
          <p:cNvPr id="63" name="Google Shape;63;p34"/>
          <p:cNvSpPr>
            <a:spLocks noGrp="1"/>
          </p:cNvSpPr>
          <p:nvPr>
            <p:ph type="pic" idx="5"/>
          </p:nvPr>
        </p:nvSpPr>
        <p:spPr>
          <a:xfrm>
            <a:off x="2447595" y="4581128"/>
            <a:ext cx="2496277" cy="2276872"/>
          </a:xfrm>
          <a:prstGeom prst="rect">
            <a:avLst/>
          </a:prstGeom>
          <a:solidFill>
            <a:srgbClr val="0C0C0C"/>
          </a:solidFill>
          <a:ln>
            <a:noFill/>
          </a:ln>
        </p:spPr>
      </p:sp>
    </p:spTree>
    <p:extLst>
      <p:ext uri="{BB962C8B-B14F-4D97-AF65-F5344CB8AC3E}">
        <p14:creationId xmlns:p14="http://schemas.microsoft.com/office/powerpoint/2010/main" val="119373079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4_Титульный слайд">
  <p:cSld name="4_Титульный слайд">
    <p:spTree>
      <p:nvGrpSpPr>
        <p:cNvPr id="1" name="Shape 64"/>
        <p:cNvGrpSpPr/>
        <p:nvPr/>
      </p:nvGrpSpPr>
      <p:grpSpPr>
        <a:xfrm>
          <a:off x="0" y="0"/>
          <a:ext cx="0" cy="0"/>
          <a:chOff x="0" y="0"/>
          <a:chExt cx="0" cy="0"/>
        </a:xfrm>
      </p:grpSpPr>
      <p:sp>
        <p:nvSpPr>
          <p:cNvPr id="65" name="Google Shape;65;p35"/>
          <p:cNvSpPr>
            <a:spLocks noGrp="1"/>
          </p:cNvSpPr>
          <p:nvPr>
            <p:ph type="pic" idx="2"/>
          </p:nvPr>
        </p:nvSpPr>
        <p:spPr>
          <a:xfrm>
            <a:off x="1" y="0"/>
            <a:ext cx="12199215" cy="6858000"/>
          </a:xfrm>
          <a:prstGeom prst="rect">
            <a:avLst/>
          </a:prstGeom>
          <a:solidFill>
            <a:srgbClr val="0C0C0C"/>
          </a:solidFill>
          <a:ln>
            <a:noFill/>
          </a:ln>
        </p:spPr>
      </p:sp>
    </p:spTree>
    <p:extLst>
      <p:ext uri="{BB962C8B-B14F-4D97-AF65-F5344CB8AC3E}">
        <p14:creationId xmlns:p14="http://schemas.microsoft.com/office/powerpoint/2010/main" val="93041539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matchingName="19_Пользовательский макет">
  <p:cSld name="19_Пользовательский макет">
    <p:spTree>
      <p:nvGrpSpPr>
        <p:cNvPr id="1" name="Shape 66"/>
        <p:cNvGrpSpPr/>
        <p:nvPr/>
      </p:nvGrpSpPr>
      <p:grpSpPr>
        <a:xfrm>
          <a:off x="0" y="0"/>
          <a:ext cx="0" cy="0"/>
          <a:chOff x="0" y="0"/>
          <a:chExt cx="0" cy="0"/>
        </a:xfrm>
      </p:grpSpPr>
      <p:sp>
        <p:nvSpPr>
          <p:cNvPr id="67" name="Google Shape;67;p36"/>
          <p:cNvSpPr>
            <a:spLocks noGrp="1"/>
          </p:cNvSpPr>
          <p:nvPr>
            <p:ph type="pic" idx="2"/>
          </p:nvPr>
        </p:nvSpPr>
        <p:spPr>
          <a:xfrm>
            <a:off x="0" y="0"/>
            <a:ext cx="6096000" cy="3429000"/>
          </a:xfrm>
          <a:prstGeom prst="rect">
            <a:avLst/>
          </a:prstGeom>
          <a:solidFill>
            <a:srgbClr val="1B1B1B"/>
          </a:solidFill>
          <a:ln>
            <a:noFill/>
          </a:ln>
        </p:spPr>
      </p:sp>
      <p:sp>
        <p:nvSpPr>
          <p:cNvPr id="68" name="Google Shape;68;p36"/>
          <p:cNvSpPr>
            <a:spLocks noGrp="1"/>
          </p:cNvSpPr>
          <p:nvPr>
            <p:ph type="pic" idx="3"/>
          </p:nvPr>
        </p:nvSpPr>
        <p:spPr>
          <a:xfrm>
            <a:off x="6096000" y="3429000"/>
            <a:ext cx="6096000" cy="3429000"/>
          </a:xfrm>
          <a:prstGeom prst="rect">
            <a:avLst/>
          </a:prstGeom>
          <a:solidFill>
            <a:srgbClr val="1B1B1B"/>
          </a:solidFill>
          <a:ln>
            <a:noFill/>
          </a:ln>
        </p:spPr>
      </p:sp>
    </p:spTree>
    <p:extLst>
      <p:ext uri="{BB962C8B-B14F-4D97-AF65-F5344CB8AC3E}">
        <p14:creationId xmlns:p14="http://schemas.microsoft.com/office/powerpoint/2010/main" val="113473813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matchingName="21_Пользовательский макет">
  <p:cSld name="21_Пользовательский макет">
    <p:spTree>
      <p:nvGrpSpPr>
        <p:cNvPr id="1" name="Shape 69"/>
        <p:cNvGrpSpPr/>
        <p:nvPr/>
      </p:nvGrpSpPr>
      <p:grpSpPr>
        <a:xfrm>
          <a:off x="0" y="0"/>
          <a:ext cx="0" cy="0"/>
          <a:chOff x="0" y="0"/>
          <a:chExt cx="0" cy="0"/>
        </a:xfrm>
      </p:grpSpPr>
      <p:sp>
        <p:nvSpPr>
          <p:cNvPr id="70" name="Google Shape;70;p37"/>
          <p:cNvSpPr>
            <a:spLocks noGrp="1"/>
          </p:cNvSpPr>
          <p:nvPr>
            <p:ph type="pic" idx="2"/>
          </p:nvPr>
        </p:nvSpPr>
        <p:spPr>
          <a:xfrm>
            <a:off x="4079776" y="0"/>
            <a:ext cx="8112224" cy="3429000"/>
          </a:xfrm>
          <a:prstGeom prst="rect">
            <a:avLst/>
          </a:prstGeom>
          <a:solidFill>
            <a:srgbClr val="1B1B1B"/>
          </a:solidFill>
          <a:ln>
            <a:noFill/>
          </a:ln>
        </p:spPr>
      </p:sp>
      <p:sp>
        <p:nvSpPr>
          <p:cNvPr id="71" name="Google Shape;71;p37"/>
          <p:cNvSpPr>
            <a:spLocks noGrp="1"/>
          </p:cNvSpPr>
          <p:nvPr>
            <p:ph type="pic" idx="3"/>
          </p:nvPr>
        </p:nvSpPr>
        <p:spPr>
          <a:xfrm>
            <a:off x="4079776" y="3429000"/>
            <a:ext cx="8112224" cy="3429000"/>
          </a:xfrm>
          <a:prstGeom prst="rect">
            <a:avLst/>
          </a:prstGeom>
          <a:solidFill>
            <a:srgbClr val="1B1B1B"/>
          </a:solidFill>
          <a:ln>
            <a:noFill/>
          </a:ln>
        </p:spPr>
      </p:sp>
    </p:spTree>
    <p:extLst>
      <p:ext uri="{BB962C8B-B14F-4D97-AF65-F5344CB8AC3E}">
        <p14:creationId xmlns:p14="http://schemas.microsoft.com/office/powerpoint/2010/main" val="3913271226"/>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matchingName="5_Титульный слайд">
  <p:cSld name="5_Титульный слайд">
    <p:spTree>
      <p:nvGrpSpPr>
        <p:cNvPr id="1" name="Shape 72"/>
        <p:cNvGrpSpPr/>
        <p:nvPr/>
      </p:nvGrpSpPr>
      <p:grpSpPr>
        <a:xfrm>
          <a:off x="0" y="0"/>
          <a:ext cx="0" cy="0"/>
          <a:chOff x="0" y="0"/>
          <a:chExt cx="0" cy="0"/>
        </a:xfrm>
      </p:grpSpPr>
      <p:sp>
        <p:nvSpPr>
          <p:cNvPr id="73" name="Google Shape;73;p38"/>
          <p:cNvSpPr>
            <a:spLocks noGrp="1"/>
          </p:cNvSpPr>
          <p:nvPr>
            <p:ph type="pic" idx="2"/>
          </p:nvPr>
        </p:nvSpPr>
        <p:spPr>
          <a:xfrm>
            <a:off x="1" y="0"/>
            <a:ext cx="12199215" cy="6858000"/>
          </a:xfrm>
          <a:prstGeom prst="rect">
            <a:avLst/>
          </a:prstGeom>
          <a:solidFill>
            <a:srgbClr val="0C0C0C"/>
          </a:solidFill>
          <a:ln>
            <a:noFill/>
          </a:ln>
        </p:spPr>
      </p:sp>
    </p:spTree>
    <p:extLst>
      <p:ext uri="{BB962C8B-B14F-4D97-AF65-F5344CB8AC3E}">
        <p14:creationId xmlns:p14="http://schemas.microsoft.com/office/powerpoint/2010/main" val="37471177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matchingName="6_Титульный слайд">
  <p:cSld name="6_Титульный слайд">
    <p:spTree>
      <p:nvGrpSpPr>
        <p:cNvPr id="1" name="Shape 74"/>
        <p:cNvGrpSpPr/>
        <p:nvPr/>
      </p:nvGrpSpPr>
      <p:grpSpPr>
        <a:xfrm>
          <a:off x="0" y="0"/>
          <a:ext cx="0" cy="0"/>
          <a:chOff x="0" y="0"/>
          <a:chExt cx="0" cy="0"/>
        </a:xfrm>
      </p:grpSpPr>
      <p:sp>
        <p:nvSpPr>
          <p:cNvPr id="75" name="Google Shape;75;p39"/>
          <p:cNvSpPr>
            <a:spLocks noGrp="1"/>
          </p:cNvSpPr>
          <p:nvPr>
            <p:ph type="pic" idx="2"/>
          </p:nvPr>
        </p:nvSpPr>
        <p:spPr>
          <a:xfrm>
            <a:off x="1" y="0"/>
            <a:ext cx="12199215" cy="6858000"/>
          </a:xfrm>
          <a:prstGeom prst="rect">
            <a:avLst/>
          </a:prstGeom>
          <a:solidFill>
            <a:srgbClr val="0C0C0C"/>
          </a:solidFill>
          <a:ln>
            <a:noFill/>
          </a:ln>
        </p:spPr>
      </p:sp>
    </p:spTree>
    <p:extLst>
      <p:ext uri="{BB962C8B-B14F-4D97-AF65-F5344CB8AC3E}">
        <p14:creationId xmlns:p14="http://schemas.microsoft.com/office/powerpoint/2010/main" val="203873685"/>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matchingName="22_Пользовательский макет">
  <p:cSld name="22_Пользовательский макет">
    <p:spTree>
      <p:nvGrpSpPr>
        <p:cNvPr id="1" name="Shape 76"/>
        <p:cNvGrpSpPr/>
        <p:nvPr/>
      </p:nvGrpSpPr>
      <p:grpSpPr>
        <a:xfrm>
          <a:off x="0" y="0"/>
          <a:ext cx="0" cy="0"/>
          <a:chOff x="0" y="0"/>
          <a:chExt cx="0" cy="0"/>
        </a:xfrm>
      </p:grpSpPr>
      <p:sp>
        <p:nvSpPr>
          <p:cNvPr id="77" name="Google Shape;77;p40"/>
          <p:cNvSpPr>
            <a:spLocks noGrp="1"/>
          </p:cNvSpPr>
          <p:nvPr>
            <p:ph type="pic" idx="2"/>
          </p:nvPr>
        </p:nvSpPr>
        <p:spPr>
          <a:xfrm>
            <a:off x="5267977" y="0"/>
            <a:ext cx="6960096" cy="6858000"/>
          </a:xfrm>
          <a:prstGeom prst="rect">
            <a:avLst/>
          </a:prstGeom>
          <a:solidFill>
            <a:srgbClr val="0C0C0C"/>
          </a:solidFill>
          <a:ln>
            <a:noFill/>
          </a:ln>
        </p:spPr>
      </p:sp>
    </p:spTree>
    <p:extLst>
      <p:ext uri="{BB962C8B-B14F-4D97-AF65-F5344CB8AC3E}">
        <p14:creationId xmlns:p14="http://schemas.microsoft.com/office/powerpoint/2010/main" val="3441467290"/>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matchingName="23_Пользовательский макет">
  <p:cSld name="23_Пользовательский макет">
    <p:spTree>
      <p:nvGrpSpPr>
        <p:cNvPr id="1" name="Shape 78"/>
        <p:cNvGrpSpPr/>
        <p:nvPr/>
      </p:nvGrpSpPr>
      <p:grpSpPr>
        <a:xfrm>
          <a:off x="0" y="0"/>
          <a:ext cx="0" cy="0"/>
          <a:chOff x="0" y="0"/>
          <a:chExt cx="0" cy="0"/>
        </a:xfrm>
      </p:grpSpPr>
      <p:sp>
        <p:nvSpPr>
          <p:cNvPr id="79" name="Google Shape;79;p41"/>
          <p:cNvSpPr>
            <a:spLocks noGrp="1"/>
          </p:cNvSpPr>
          <p:nvPr>
            <p:ph type="pic" idx="2"/>
          </p:nvPr>
        </p:nvSpPr>
        <p:spPr>
          <a:xfrm>
            <a:off x="1679509" y="0"/>
            <a:ext cx="4993283" cy="6858000"/>
          </a:xfrm>
          <a:prstGeom prst="parallelogram">
            <a:avLst>
              <a:gd name="adj" fmla="val 42227"/>
            </a:avLst>
          </a:prstGeom>
          <a:solidFill>
            <a:srgbClr val="0C0C0C"/>
          </a:solidFill>
          <a:ln>
            <a:noFill/>
          </a:ln>
        </p:spPr>
      </p:sp>
    </p:spTree>
    <p:extLst>
      <p:ext uri="{BB962C8B-B14F-4D97-AF65-F5344CB8AC3E}">
        <p14:creationId xmlns:p14="http://schemas.microsoft.com/office/powerpoint/2010/main" val="217895110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matchingName="7_Титульный слайд">
  <p:cSld name="7_Титульный слайд">
    <p:spTree>
      <p:nvGrpSpPr>
        <p:cNvPr id="1" name="Shape 80"/>
        <p:cNvGrpSpPr/>
        <p:nvPr/>
      </p:nvGrpSpPr>
      <p:grpSpPr>
        <a:xfrm>
          <a:off x="0" y="0"/>
          <a:ext cx="0" cy="0"/>
          <a:chOff x="0" y="0"/>
          <a:chExt cx="0" cy="0"/>
        </a:xfrm>
      </p:grpSpPr>
      <p:sp>
        <p:nvSpPr>
          <p:cNvPr id="81" name="Google Shape;81;p42"/>
          <p:cNvSpPr>
            <a:spLocks noGrp="1"/>
          </p:cNvSpPr>
          <p:nvPr>
            <p:ph type="pic" idx="2"/>
          </p:nvPr>
        </p:nvSpPr>
        <p:spPr>
          <a:xfrm>
            <a:off x="1" y="0"/>
            <a:ext cx="12199215" cy="6858000"/>
          </a:xfrm>
          <a:prstGeom prst="rect">
            <a:avLst/>
          </a:prstGeom>
          <a:solidFill>
            <a:srgbClr val="0C0C0C"/>
          </a:solidFill>
          <a:ln>
            <a:noFill/>
          </a:ln>
        </p:spPr>
      </p:sp>
    </p:spTree>
    <p:extLst>
      <p:ext uri="{BB962C8B-B14F-4D97-AF65-F5344CB8AC3E}">
        <p14:creationId xmlns:p14="http://schemas.microsoft.com/office/powerpoint/2010/main" val="4169380969"/>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matchingName="24_Пользовательский макет">
  <p:cSld name="24_Пользовательский макет">
    <p:spTree>
      <p:nvGrpSpPr>
        <p:cNvPr id="1" name="Shape 82"/>
        <p:cNvGrpSpPr/>
        <p:nvPr/>
      </p:nvGrpSpPr>
      <p:grpSpPr>
        <a:xfrm>
          <a:off x="0" y="0"/>
          <a:ext cx="0" cy="0"/>
          <a:chOff x="0" y="0"/>
          <a:chExt cx="0" cy="0"/>
        </a:xfrm>
      </p:grpSpPr>
      <p:sp>
        <p:nvSpPr>
          <p:cNvPr id="83" name="Google Shape;83;p43"/>
          <p:cNvSpPr>
            <a:spLocks noGrp="1"/>
          </p:cNvSpPr>
          <p:nvPr>
            <p:ph type="pic" idx="2"/>
          </p:nvPr>
        </p:nvSpPr>
        <p:spPr>
          <a:xfrm rot="2700000">
            <a:off x="1343138" y="1972614"/>
            <a:ext cx="1312381" cy="1312381"/>
          </a:xfrm>
          <a:prstGeom prst="rect">
            <a:avLst/>
          </a:prstGeom>
          <a:solidFill>
            <a:srgbClr val="0C0C0C"/>
          </a:solidFill>
          <a:ln>
            <a:noFill/>
          </a:ln>
          <a:effectLst>
            <a:outerShdw blurRad="444500" algn="t" rotWithShape="0">
              <a:srgbClr val="000000">
                <a:alpha val="43921"/>
              </a:srgbClr>
            </a:outerShdw>
          </a:effectLst>
        </p:spPr>
      </p:sp>
      <p:sp>
        <p:nvSpPr>
          <p:cNvPr id="84" name="Google Shape;84;p43"/>
          <p:cNvSpPr>
            <a:spLocks noGrp="1"/>
          </p:cNvSpPr>
          <p:nvPr>
            <p:ph type="pic" idx="3"/>
          </p:nvPr>
        </p:nvSpPr>
        <p:spPr>
          <a:xfrm rot="2700000">
            <a:off x="5407698" y="1972612"/>
            <a:ext cx="1312381" cy="1312381"/>
          </a:xfrm>
          <a:prstGeom prst="rect">
            <a:avLst/>
          </a:prstGeom>
          <a:solidFill>
            <a:srgbClr val="0C0C0C"/>
          </a:solidFill>
          <a:ln>
            <a:noFill/>
          </a:ln>
          <a:effectLst>
            <a:outerShdw blurRad="444500" algn="t" rotWithShape="0">
              <a:srgbClr val="000000">
                <a:alpha val="43921"/>
              </a:srgbClr>
            </a:outerShdw>
          </a:effectLst>
        </p:spPr>
      </p:sp>
      <p:sp>
        <p:nvSpPr>
          <p:cNvPr id="85" name="Google Shape;85;p43"/>
          <p:cNvSpPr>
            <a:spLocks noGrp="1"/>
          </p:cNvSpPr>
          <p:nvPr>
            <p:ph type="pic" idx="4"/>
          </p:nvPr>
        </p:nvSpPr>
        <p:spPr>
          <a:xfrm rot="2700000">
            <a:off x="9472256" y="1972612"/>
            <a:ext cx="1312381" cy="1312381"/>
          </a:xfrm>
          <a:prstGeom prst="rect">
            <a:avLst/>
          </a:prstGeom>
          <a:solidFill>
            <a:srgbClr val="0C0C0C"/>
          </a:solidFill>
          <a:ln>
            <a:noFill/>
          </a:ln>
          <a:effectLst>
            <a:outerShdw blurRad="444500" algn="t" rotWithShape="0">
              <a:srgbClr val="000000">
                <a:alpha val="43921"/>
              </a:srgbClr>
            </a:outerShdw>
          </a:effectLst>
        </p:spPr>
      </p:sp>
    </p:spTree>
    <p:extLst>
      <p:ext uri="{BB962C8B-B14F-4D97-AF65-F5344CB8AC3E}">
        <p14:creationId xmlns:p14="http://schemas.microsoft.com/office/powerpoint/2010/main" val="1008998503"/>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matchingName="25_Пользовательский макет">
  <p:cSld name="25_Пользовательский макет">
    <p:spTree>
      <p:nvGrpSpPr>
        <p:cNvPr id="1" name="Shape 86"/>
        <p:cNvGrpSpPr/>
        <p:nvPr/>
      </p:nvGrpSpPr>
      <p:grpSpPr>
        <a:xfrm>
          <a:off x="0" y="0"/>
          <a:ext cx="0" cy="0"/>
          <a:chOff x="0" y="0"/>
          <a:chExt cx="0" cy="0"/>
        </a:xfrm>
      </p:grpSpPr>
      <p:sp>
        <p:nvSpPr>
          <p:cNvPr id="87" name="Google Shape;87;p44"/>
          <p:cNvSpPr>
            <a:spLocks noGrp="1"/>
          </p:cNvSpPr>
          <p:nvPr>
            <p:ph type="pic" idx="2"/>
          </p:nvPr>
        </p:nvSpPr>
        <p:spPr>
          <a:xfrm>
            <a:off x="1678518" y="1509184"/>
            <a:ext cx="1153583" cy="1151467"/>
          </a:xfrm>
          <a:prstGeom prst="ellipse">
            <a:avLst/>
          </a:prstGeom>
          <a:solidFill>
            <a:schemeClr val="lt1"/>
          </a:solidFill>
          <a:ln>
            <a:noFill/>
          </a:ln>
        </p:spPr>
      </p:sp>
      <p:sp>
        <p:nvSpPr>
          <p:cNvPr id="88" name="Google Shape;88;p44"/>
          <p:cNvSpPr>
            <a:spLocks noGrp="1"/>
          </p:cNvSpPr>
          <p:nvPr>
            <p:ph type="pic" idx="3"/>
          </p:nvPr>
        </p:nvSpPr>
        <p:spPr>
          <a:xfrm>
            <a:off x="1678517" y="3717032"/>
            <a:ext cx="1153583" cy="1151467"/>
          </a:xfrm>
          <a:prstGeom prst="ellipse">
            <a:avLst/>
          </a:prstGeom>
          <a:solidFill>
            <a:schemeClr val="lt1"/>
          </a:solidFill>
          <a:ln>
            <a:noFill/>
          </a:ln>
        </p:spPr>
      </p:sp>
      <p:sp>
        <p:nvSpPr>
          <p:cNvPr id="89" name="Google Shape;89;p44"/>
          <p:cNvSpPr>
            <a:spLocks noGrp="1"/>
          </p:cNvSpPr>
          <p:nvPr>
            <p:ph type="pic" idx="4"/>
          </p:nvPr>
        </p:nvSpPr>
        <p:spPr>
          <a:xfrm>
            <a:off x="6358467" y="1509184"/>
            <a:ext cx="1153583" cy="1151467"/>
          </a:xfrm>
          <a:prstGeom prst="ellipse">
            <a:avLst/>
          </a:prstGeom>
          <a:solidFill>
            <a:schemeClr val="lt1"/>
          </a:solidFill>
          <a:ln>
            <a:noFill/>
          </a:ln>
        </p:spPr>
      </p:sp>
      <p:sp>
        <p:nvSpPr>
          <p:cNvPr id="90" name="Google Shape;90;p44"/>
          <p:cNvSpPr>
            <a:spLocks noGrp="1"/>
          </p:cNvSpPr>
          <p:nvPr>
            <p:ph type="pic" idx="5"/>
          </p:nvPr>
        </p:nvSpPr>
        <p:spPr>
          <a:xfrm>
            <a:off x="6358466" y="3717032"/>
            <a:ext cx="1153583" cy="1151467"/>
          </a:xfrm>
          <a:prstGeom prst="ellipse">
            <a:avLst/>
          </a:prstGeom>
          <a:solidFill>
            <a:schemeClr val="lt1"/>
          </a:solidFill>
          <a:ln>
            <a:noFill/>
          </a:ln>
        </p:spPr>
      </p:sp>
    </p:spTree>
    <p:extLst>
      <p:ext uri="{BB962C8B-B14F-4D97-AF65-F5344CB8AC3E}">
        <p14:creationId xmlns:p14="http://schemas.microsoft.com/office/powerpoint/2010/main" val="52245241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matchingName="26_Пользовательский макет">
  <p:cSld name="26_Пользовательский макет">
    <p:spTree>
      <p:nvGrpSpPr>
        <p:cNvPr id="1" name="Shape 91"/>
        <p:cNvGrpSpPr/>
        <p:nvPr/>
      </p:nvGrpSpPr>
      <p:grpSpPr>
        <a:xfrm>
          <a:off x="0" y="0"/>
          <a:ext cx="0" cy="0"/>
          <a:chOff x="0" y="0"/>
          <a:chExt cx="0" cy="0"/>
        </a:xfrm>
      </p:grpSpPr>
      <p:sp>
        <p:nvSpPr>
          <p:cNvPr id="92" name="Google Shape;92;p45"/>
          <p:cNvSpPr>
            <a:spLocks noGrp="1"/>
          </p:cNvSpPr>
          <p:nvPr>
            <p:ph type="pic" idx="2"/>
          </p:nvPr>
        </p:nvSpPr>
        <p:spPr>
          <a:xfrm>
            <a:off x="1678518" y="1509184"/>
            <a:ext cx="1153583" cy="1151467"/>
          </a:xfrm>
          <a:prstGeom prst="ellipse">
            <a:avLst/>
          </a:prstGeom>
          <a:solidFill>
            <a:schemeClr val="lt1"/>
          </a:solidFill>
          <a:ln>
            <a:noFill/>
          </a:ln>
        </p:spPr>
      </p:sp>
      <p:sp>
        <p:nvSpPr>
          <p:cNvPr id="93" name="Google Shape;93;p45"/>
          <p:cNvSpPr>
            <a:spLocks noGrp="1"/>
          </p:cNvSpPr>
          <p:nvPr>
            <p:ph type="pic" idx="3"/>
          </p:nvPr>
        </p:nvSpPr>
        <p:spPr>
          <a:xfrm>
            <a:off x="1678517" y="3717032"/>
            <a:ext cx="1153583" cy="1151467"/>
          </a:xfrm>
          <a:prstGeom prst="ellipse">
            <a:avLst/>
          </a:prstGeom>
          <a:solidFill>
            <a:schemeClr val="lt1"/>
          </a:solidFill>
          <a:ln>
            <a:noFill/>
          </a:ln>
        </p:spPr>
      </p:sp>
      <p:sp>
        <p:nvSpPr>
          <p:cNvPr id="94" name="Google Shape;94;p45"/>
          <p:cNvSpPr>
            <a:spLocks noGrp="1"/>
          </p:cNvSpPr>
          <p:nvPr>
            <p:ph type="pic" idx="4"/>
          </p:nvPr>
        </p:nvSpPr>
        <p:spPr>
          <a:xfrm>
            <a:off x="5663454" y="1509184"/>
            <a:ext cx="1153583" cy="1151467"/>
          </a:xfrm>
          <a:prstGeom prst="ellipse">
            <a:avLst/>
          </a:prstGeom>
          <a:solidFill>
            <a:schemeClr val="lt1"/>
          </a:solidFill>
          <a:ln>
            <a:noFill/>
          </a:ln>
        </p:spPr>
      </p:sp>
      <p:sp>
        <p:nvSpPr>
          <p:cNvPr id="95" name="Google Shape;95;p45"/>
          <p:cNvSpPr>
            <a:spLocks noGrp="1"/>
          </p:cNvSpPr>
          <p:nvPr>
            <p:ph type="pic" idx="5"/>
          </p:nvPr>
        </p:nvSpPr>
        <p:spPr>
          <a:xfrm>
            <a:off x="5663453" y="3717032"/>
            <a:ext cx="1153583" cy="1151467"/>
          </a:xfrm>
          <a:prstGeom prst="ellipse">
            <a:avLst/>
          </a:prstGeom>
          <a:solidFill>
            <a:schemeClr val="lt1"/>
          </a:solidFill>
          <a:ln>
            <a:noFill/>
          </a:ln>
        </p:spPr>
      </p:sp>
      <p:sp>
        <p:nvSpPr>
          <p:cNvPr id="96" name="Google Shape;96;p45"/>
          <p:cNvSpPr>
            <a:spLocks noGrp="1"/>
          </p:cNvSpPr>
          <p:nvPr>
            <p:ph type="pic" idx="6"/>
          </p:nvPr>
        </p:nvSpPr>
        <p:spPr>
          <a:xfrm>
            <a:off x="9648395" y="1516345"/>
            <a:ext cx="1153583" cy="1151467"/>
          </a:xfrm>
          <a:prstGeom prst="ellipse">
            <a:avLst/>
          </a:prstGeom>
          <a:solidFill>
            <a:schemeClr val="lt1"/>
          </a:solidFill>
          <a:ln>
            <a:noFill/>
          </a:ln>
        </p:spPr>
      </p:sp>
      <p:sp>
        <p:nvSpPr>
          <p:cNvPr id="97" name="Google Shape;97;p45"/>
          <p:cNvSpPr>
            <a:spLocks noGrp="1"/>
          </p:cNvSpPr>
          <p:nvPr>
            <p:ph type="pic" idx="7"/>
          </p:nvPr>
        </p:nvSpPr>
        <p:spPr>
          <a:xfrm>
            <a:off x="9648394" y="3724193"/>
            <a:ext cx="1153583" cy="1151467"/>
          </a:xfrm>
          <a:prstGeom prst="ellipse">
            <a:avLst/>
          </a:prstGeom>
          <a:solidFill>
            <a:schemeClr val="lt1"/>
          </a:solidFill>
          <a:ln>
            <a:noFill/>
          </a:ln>
        </p:spPr>
      </p:sp>
    </p:spTree>
    <p:extLst>
      <p:ext uri="{BB962C8B-B14F-4D97-AF65-F5344CB8AC3E}">
        <p14:creationId xmlns:p14="http://schemas.microsoft.com/office/powerpoint/2010/main" val="1060773103"/>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matchingName="27_Пользовательский макет">
  <p:cSld name="27_Пользовательский макет">
    <p:spTree>
      <p:nvGrpSpPr>
        <p:cNvPr id="1" name="Shape 98"/>
        <p:cNvGrpSpPr/>
        <p:nvPr/>
      </p:nvGrpSpPr>
      <p:grpSpPr>
        <a:xfrm>
          <a:off x="0" y="0"/>
          <a:ext cx="0" cy="0"/>
          <a:chOff x="0" y="0"/>
          <a:chExt cx="0" cy="0"/>
        </a:xfrm>
      </p:grpSpPr>
      <p:sp>
        <p:nvSpPr>
          <p:cNvPr id="99" name="Google Shape;99;p46"/>
          <p:cNvSpPr>
            <a:spLocks noGrp="1"/>
          </p:cNvSpPr>
          <p:nvPr>
            <p:ph type="pic" idx="2"/>
          </p:nvPr>
        </p:nvSpPr>
        <p:spPr>
          <a:xfrm>
            <a:off x="1487489" y="1508787"/>
            <a:ext cx="1153583" cy="1151467"/>
          </a:xfrm>
          <a:prstGeom prst="ellipse">
            <a:avLst/>
          </a:prstGeom>
          <a:solidFill>
            <a:schemeClr val="lt1"/>
          </a:solidFill>
          <a:ln>
            <a:noFill/>
          </a:ln>
        </p:spPr>
      </p:sp>
      <p:sp>
        <p:nvSpPr>
          <p:cNvPr id="100" name="Google Shape;100;p46"/>
          <p:cNvSpPr>
            <a:spLocks noGrp="1"/>
          </p:cNvSpPr>
          <p:nvPr>
            <p:ph type="pic" idx="3"/>
          </p:nvPr>
        </p:nvSpPr>
        <p:spPr>
          <a:xfrm>
            <a:off x="1487487" y="3716635"/>
            <a:ext cx="1153583" cy="1151467"/>
          </a:xfrm>
          <a:prstGeom prst="ellipse">
            <a:avLst/>
          </a:prstGeom>
          <a:solidFill>
            <a:schemeClr val="lt1"/>
          </a:solidFill>
          <a:ln>
            <a:noFill/>
          </a:ln>
        </p:spPr>
      </p:sp>
      <p:sp>
        <p:nvSpPr>
          <p:cNvPr id="101" name="Google Shape;101;p46"/>
          <p:cNvSpPr>
            <a:spLocks noGrp="1"/>
          </p:cNvSpPr>
          <p:nvPr>
            <p:ph type="pic" idx="4"/>
          </p:nvPr>
        </p:nvSpPr>
        <p:spPr>
          <a:xfrm>
            <a:off x="4318842" y="1508787"/>
            <a:ext cx="1153583" cy="1151467"/>
          </a:xfrm>
          <a:prstGeom prst="ellipse">
            <a:avLst/>
          </a:prstGeom>
          <a:solidFill>
            <a:schemeClr val="lt1"/>
          </a:solidFill>
          <a:ln>
            <a:noFill/>
          </a:ln>
        </p:spPr>
      </p:sp>
      <p:sp>
        <p:nvSpPr>
          <p:cNvPr id="102" name="Google Shape;102;p46"/>
          <p:cNvSpPr>
            <a:spLocks noGrp="1"/>
          </p:cNvSpPr>
          <p:nvPr>
            <p:ph type="pic" idx="5"/>
          </p:nvPr>
        </p:nvSpPr>
        <p:spPr>
          <a:xfrm>
            <a:off x="4318841" y="3716635"/>
            <a:ext cx="1153583" cy="1151467"/>
          </a:xfrm>
          <a:prstGeom prst="ellipse">
            <a:avLst/>
          </a:prstGeom>
          <a:solidFill>
            <a:schemeClr val="lt1"/>
          </a:solidFill>
          <a:ln>
            <a:noFill/>
          </a:ln>
        </p:spPr>
      </p:sp>
      <p:sp>
        <p:nvSpPr>
          <p:cNvPr id="103" name="Google Shape;103;p46"/>
          <p:cNvSpPr>
            <a:spLocks noGrp="1"/>
          </p:cNvSpPr>
          <p:nvPr>
            <p:ph type="pic" idx="6"/>
          </p:nvPr>
        </p:nvSpPr>
        <p:spPr>
          <a:xfrm>
            <a:off x="7008595" y="1508787"/>
            <a:ext cx="1153583" cy="1151467"/>
          </a:xfrm>
          <a:prstGeom prst="ellipse">
            <a:avLst/>
          </a:prstGeom>
          <a:solidFill>
            <a:schemeClr val="lt1"/>
          </a:solidFill>
          <a:ln>
            <a:noFill/>
          </a:ln>
        </p:spPr>
      </p:sp>
      <p:sp>
        <p:nvSpPr>
          <p:cNvPr id="104" name="Google Shape;104;p46"/>
          <p:cNvSpPr>
            <a:spLocks noGrp="1"/>
          </p:cNvSpPr>
          <p:nvPr>
            <p:ph type="pic" idx="7"/>
          </p:nvPr>
        </p:nvSpPr>
        <p:spPr>
          <a:xfrm>
            <a:off x="7008594" y="3716635"/>
            <a:ext cx="1153583" cy="1151467"/>
          </a:xfrm>
          <a:prstGeom prst="ellipse">
            <a:avLst/>
          </a:prstGeom>
          <a:solidFill>
            <a:schemeClr val="lt1"/>
          </a:solidFill>
          <a:ln>
            <a:noFill/>
          </a:ln>
        </p:spPr>
      </p:sp>
      <p:sp>
        <p:nvSpPr>
          <p:cNvPr id="105" name="Google Shape;105;p46"/>
          <p:cNvSpPr>
            <a:spLocks noGrp="1"/>
          </p:cNvSpPr>
          <p:nvPr>
            <p:ph type="pic" idx="8"/>
          </p:nvPr>
        </p:nvSpPr>
        <p:spPr>
          <a:xfrm>
            <a:off x="9698347" y="1508787"/>
            <a:ext cx="1153583" cy="1151467"/>
          </a:xfrm>
          <a:prstGeom prst="ellipse">
            <a:avLst/>
          </a:prstGeom>
          <a:solidFill>
            <a:schemeClr val="lt1"/>
          </a:solidFill>
          <a:ln>
            <a:noFill/>
          </a:ln>
        </p:spPr>
      </p:sp>
      <p:sp>
        <p:nvSpPr>
          <p:cNvPr id="106" name="Google Shape;106;p46"/>
          <p:cNvSpPr>
            <a:spLocks noGrp="1"/>
          </p:cNvSpPr>
          <p:nvPr>
            <p:ph type="pic" idx="9"/>
          </p:nvPr>
        </p:nvSpPr>
        <p:spPr>
          <a:xfrm>
            <a:off x="9698346" y="3716635"/>
            <a:ext cx="1153583" cy="1151467"/>
          </a:xfrm>
          <a:prstGeom prst="ellipse">
            <a:avLst/>
          </a:prstGeom>
          <a:solidFill>
            <a:schemeClr val="lt1"/>
          </a:solidFill>
          <a:ln>
            <a:noFill/>
          </a:ln>
        </p:spPr>
      </p:sp>
    </p:spTree>
    <p:extLst>
      <p:ext uri="{BB962C8B-B14F-4D97-AF65-F5344CB8AC3E}">
        <p14:creationId xmlns:p14="http://schemas.microsoft.com/office/powerpoint/2010/main" val="2522766344"/>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matchingName="28_Пользовательский макет">
  <p:cSld name="28_Пользовательский макет">
    <p:spTree>
      <p:nvGrpSpPr>
        <p:cNvPr id="1" name="Shape 107"/>
        <p:cNvGrpSpPr/>
        <p:nvPr/>
      </p:nvGrpSpPr>
      <p:grpSpPr>
        <a:xfrm>
          <a:off x="0" y="0"/>
          <a:ext cx="0" cy="0"/>
          <a:chOff x="0" y="0"/>
          <a:chExt cx="0" cy="0"/>
        </a:xfrm>
      </p:grpSpPr>
      <p:sp>
        <p:nvSpPr>
          <p:cNvPr id="108" name="Google Shape;108;p47"/>
          <p:cNvSpPr>
            <a:spLocks noGrp="1"/>
          </p:cNvSpPr>
          <p:nvPr>
            <p:ph type="pic" idx="2"/>
          </p:nvPr>
        </p:nvSpPr>
        <p:spPr>
          <a:xfrm>
            <a:off x="0" y="4265712"/>
            <a:ext cx="2376264" cy="2592288"/>
          </a:xfrm>
          <a:prstGeom prst="rect">
            <a:avLst/>
          </a:prstGeom>
          <a:solidFill>
            <a:srgbClr val="0C0C0C"/>
          </a:solidFill>
          <a:ln>
            <a:noFill/>
          </a:ln>
        </p:spPr>
      </p:sp>
      <p:sp>
        <p:nvSpPr>
          <p:cNvPr id="109" name="Google Shape;109;p47"/>
          <p:cNvSpPr>
            <a:spLocks noGrp="1"/>
          </p:cNvSpPr>
          <p:nvPr>
            <p:ph type="pic" idx="3"/>
          </p:nvPr>
        </p:nvSpPr>
        <p:spPr>
          <a:xfrm>
            <a:off x="2376264" y="1673424"/>
            <a:ext cx="2376264" cy="2592288"/>
          </a:xfrm>
          <a:prstGeom prst="rect">
            <a:avLst/>
          </a:prstGeom>
          <a:solidFill>
            <a:srgbClr val="0C0C0C"/>
          </a:solidFill>
          <a:ln>
            <a:noFill/>
          </a:ln>
        </p:spPr>
      </p:sp>
      <p:sp>
        <p:nvSpPr>
          <p:cNvPr id="110" name="Google Shape;110;p47"/>
          <p:cNvSpPr>
            <a:spLocks noGrp="1"/>
          </p:cNvSpPr>
          <p:nvPr>
            <p:ph type="pic" idx="4"/>
          </p:nvPr>
        </p:nvSpPr>
        <p:spPr>
          <a:xfrm>
            <a:off x="4722436" y="4265712"/>
            <a:ext cx="2376264" cy="2592288"/>
          </a:xfrm>
          <a:prstGeom prst="rect">
            <a:avLst/>
          </a:prstGeom>
          <a:solidFill>
            <a:srgbClr val="0C0C0C"/>
          </a:solidFill>
          <a:ln>
            <a:noFill/>
          </a:ln>
        </p:spPr>
      </p:sp>
      <p:sp>
        <p:nvSpPr>
          <p:cNvPr id="111" name="Google Shape;111;p47"/>
          <p:cNvSpPr>
            <a:spLocks noGrp="1"/>
          </p:cNvSpPr>
          <p:nvPr>
            <p:ph type="pic" idx="5"/>
          </p:nvPr>
        </p:nvSpPr>
        <p:spPr>
          <a:xfrm>
            <a:off x="7098700" y="1673424"/>
            <a:ext cx="2376264" cy="2592288"/>
          </a:xfrm>
          <a:prstGeom prst="rect">
            <a:avLst/>
          </a:prstGeom>
          <a:solidFill>
            <a:srgbClr val="0C0C0C"/>
          </a:solidFill>
          <a:ln>
            <a:noFill/>
          </a:ln>
        </p:spPr>
      </p:sp>
    </p:spTree>
    <p:extLst>
      <p:ext uri="{BB962C8B-B14F-4D97-AF65-F5344CB8AC3E}">
        <p14:creationId xmlns:p14="http://schemas.microsoft.com/office/powerpoint/2010/main" val="3012726033"/>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matchingName="29_Пользовательский макет">
  <p:cSld name="29_Пользовательский макет">
    <p:spTree>
      <p:nvGrpSpPr>
        <p:cNvPr id="1" name="Shape 112"/>
        <p:cNvGrpSpPr/>
        <p:nvPr/>
      </p:nvGrpSpPr>
      <p:grpSpPr>
        <a:xfrm>
          <a:off x="0" y="0"/>
          <a:ext cx="0" cy="0"/>
          <a:chOff x="0" y="0"/>
          <a:chExt cx="0" cy="0"/>
        </a:xfrm>
      </p:grpSpPr>
      <p:sp>
        <p:nvSpPr>
          <p:cNvPr id="113" name="Google Shape;113;p48"/>
          <p:cNvSpPr>
            <a:spLocks noGrp="1"/>
          </p:cNvSpPr>
          <p:nvPr>
            <p:ph type="pic" idx="2"/>
          </p:nvPr>
        </p:nvSpPr>
        <p:spPr>
          <a:xfrm rot="5400000">
            <a:off x="2417055" y="1635338"/>
            <a:ext cx="2016291" cy="1763189"/>
          </a:xfrm>
          <a:prstGeom prst="hexagon">
            <a:avLst>
              <a:gd name="adj" fmla="val 25000"/>
              <a:gd name="vf" fmla="val 115470"/>
            </a:avLst>
          </a:prstGeom>
          <a:solidFill>
            <a:srgbClr val="0C0C0C"/>
          </a:solidFill>
          <a:ln>
            <a:noFill/>
          </a:ln>
        </p:spPr>
      </p:sp>
      <p:sp>
        <p:nvSpPr>
          <p:cNvPr id="114" name="Google Shape;114;p48"/>
          <p:cNvSpPr>
            <a:spLocks noGrp="1"/>
          </p:cNvSpPr>
          <p:nvPr>
            <p:ph type="pic" idx="3"/>
          </p:nvPr>
        </p:nvSpPr>
        <p:spPr>
          <a:xfrm rot="5400000">
            <a:off x="6833545" y="1608396"/>
            <a:ext cx="2016291" cy="1763189"/>
          </a:xfrm>
          <a:prstGeom prst="hexagon">
            <a:avLst>
              <a:gd name="adj" fmla="val 25000"/>
              <a:gd name="vf" fmla="val 115470"/>
            </a:avLst>
          </a:prstGeom>
          <a:solidFill>
            <a:srgbClr val="0C0C0C"/>
          </a:solidFill>
          <a:ln>
            <a:noFill/>
          </a:ln>
        </p:spPr>
      </p:sp>
      <p:sp>
        <p:nvSpPr>
          <p:cNvPr id="115" name="Google Shape;115;p48"/>
          <p:cNvSpPr>
            <a:spLocks noGrp="1"/>
          </p:cNvSpPr>
          <p:nvPr>
            <p:ph type="pic" idx="4"/>
          </p:nvPr>
        </p:nvSpPr>
        <p:spPr>
          <a:xfrm rot="5400000">
            <a:off x="2417055" y="4227626"/>
            <a:ext cx="2016291" cy="1763189"/>
          </a:xfrm>
          <a:prstGeom prst="hexagon">
            <a:avLst>
              <a:gd name="adj" fmla="val 25000"/>
              <a:gd name="vf" fmla="val 115470"/>
            </a:avLst>
          </a:prstGeom>
          <a:solidFill>
            <a:srgbClr val="0C0C0C"/>
          </a:solidFill>
          <a:ln>
            <a:noFill/>
          </a:ln>
        </p:spPr>
      </p:sp>
      <p:sp>
        <p:nvSpPr>
          <p:cNvPr id="116" name="Google Shape;116;p48"/>
          <p:cNvSpPr>
            <a:spLocks noGrp="1"/>
          </p:cNvSpPr>
          <p:nvPr>
            <p:ph type="pic" idx="5"/>
          </p:nvPr>
        </p:nvSpPr>
        <p:spPr>
          <a:xfrm rot="5400000">
            <a:off x="6871679" y="4323636"/>
            <a:ext cx="2016291" cy="1763189"/>
          </a:xfrm>
          <a:prstGeom prst="hexagon">
            <a:avLst>
              <a:gd name="adj" fmla="val 25000"/>
              <a:gd name="vf" fmla="val 115470"/>
            </a:avLst>
          </a:prstGeom>
          <a:solidFill>
            <a:srgbClr val="0C0C0C"/>
          </a:solidFill>
          <a:ln>
            <a:noFill/>
          </a:ln>
        </p:spPr>
      </p:sp>
    </p:spTree>
    <p:extLst>
      <p:ext uri="{BB962C8B-B14F-4D97-AF65-F5344CB8AC3E}">
        <p14:creationId xmlns:p14="http://schemas.microsoft.com/office/powerpoint/2010/main" val="340480581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matchingName="30_Пользовательский макет">
  <p:cSld name="30_Пользовательский макет">
    <p:spTree>
      <p:nvGrpSpPr>
        <p:cNvPr id="1" name="Shape 117"/>
        <p:cNvGrpSpPr/>
        <p:nvPr/>
      </p:nvGrpSpPr>
      <p:grpSpPr>
        <a:xfrm>
          <a:off x="0" y="0"/>
          <a:ext cx="0" cy="0"/>
          <a:chOff x="0" y="0"/>
          <a:chExt cx="0" cy="0"/>
        </a:xfrm>
      </p:grpSpPr>
      <p:sp>
        <p:nvSpPr>
          <p:cNvPr id="118" name="Google Shape;118;p49"/>
          <p:cNvSpPr>
            <a:spLocks noGrp="1"/>
          </p:cNvSpPr>
          <p:nvPr>
            <p:ph type="pic" idx="2"/>
          </p:nvPr>
        </p:nvSpPr>
        <p:spPr>
          <a:xfrm rot="5400000">
            <a:off x="7824192" y="1124744"/>
            <a:ext cx="1632181" cy="1440160"/>
          </a:xfrm>
          <a:prstGeom prst="hexagon">
            <a:avLst>
              <a:gd name="adj" fmla="val 27199"/>
              <a:gd name="vf" fmla="val 115470"/>
            </a:avLst>
          </a:prstGeom>
          <a:solidFill>
            <a:srgbClr val="0C0C0C"/>
          </a:solidFill>
          <a:ln>
            <a:noFill/>
          </a:ln>
        </p:spPr>
      </p:sp>
      <p:sp>
        <p:nvSpPr>
          <p:cNvPr id="119" name="Google Shape;119;p49"/>
          <p:cNvSpPr>
            <a:spLocks noGrp="1"/>
          </p:cNvSpPr>
          <p:nvPr>
            <p:ph type="pic" idx="3"/>
          </p:nvPr>
        </p:nvSpPr>
        <p:spPr>
          <a:xfrm rot="5400000">
            <a:off x="9360363" y="1124744"/>
            <a:ext cx="1632181" cy="1440160"/>
          </a:xfrm>
          <a:prstGeom prst="hexagon">
            <a:avLst>
              <a:gd name="adj" fmla="val 27199"/>
              <a:gd name="vf" fmla="val 115470"/>
            </a:avLst>
          </a:prstGeom>
          <a:solidFill>
            <a:srgbClr val="0C0C0C"/>
          </a:solidFill>
          <a:ln>
            <a:noFill/>
          </a:ln>
        </p:spPr>
      </p:sp>
      <p:sp>
        <p:nvSpPr>
          <p:cNvPr id="120" name="Google Shape;120;p49"/>
          <p:cNvSpPr>
            <a:spLocks noGrp="1"/>
          </p:cNvSpPr>
          <p:nvPr>
            <p:ph type="pic" idx="4"/>
          </p:nvPr>
        </p:nvSpPr>
        <p:spPr>
          <a:xfrm rot="5400000">
            <a:off x="10128448" y="2489936"/>
            <a:ext cx="1632181" cy="1440160"/>
          </a:xfrm>
          <a:prstGeom prst="hexagon">
            <a:avLst>
              <a:gd name="adj" fmla="val 27199"/>
              <a:gd name="vf" fmla="val 115470"/>
            </a:avLst>
          </a:prstGeom>
          <a:solidFill>
            <a:srgbClr val="0C0C0C"/>
          </a:solidFill>
          <a:ln>
            <a:noFill/>
          </a:ln>
        </p:spPr>
      </p:sp>
      <p:sp>
        <p:nvSpPr>
          <p:cNvPr id="121" name="Google Shape;121;p49"/>
          <p:cNvSpPr>
            <a:spLocks noGrp="1"/>
          </p:cNvSpPr>
          <p:nvPr>
            <p:ph type="pic" idx="5"/>
          </p:nvPr>
        </p:nvSpPr>
        <p:spPr>
          <a:xfrm rot="5400000">
            <a:off x="9360363" y="3855128"/>
            <a:ext cx="1632181" cy="1440160"/>
          </a:xfrm>
          <a:prstGeom prst="hexagon">
            <a:avLst>
              <a:gd name="adj" fmla="val 27199"/>
              <a:gd name="vf" fmla="val 115470"/>
            </a:avLst>
          </a:prstGeom>
          <a:solidFill>
            <a:srgbClr val="0C0C0C"/>
          </a:solidFill>
          <a:ln>
            <a:noFill/>
          </a:ln>
        </p:spPr>
      </p:sp>
      <p:sp>
        <p:nvSpPr>
          <p:cNvPr id="122" name="Google Shape;122;p49"/>
          <p:cNvSpPr>
            <a:spLocks noGrp="1"/>
          </p:cNvSpPr>
          <p:nvPr>
            <p:ph type="pic" idx="6"/>
          </p:nvPr>
        </p:nvSpPr>
        <p:spPr>
          <a:xfrm rot="5400000">
            <a:off x="7824192" y="3855128"/>
            <a:ext cx="1632181" cy="1440160"/>
          </a:xfrm>
          <a:prstGeom prst="hexagon">
            <a:avLst>
              <a:gd name="adj" fmla="val 27199"/>
              <a:gd name="vf" fmla="val 115470"/>
            </a:avLst>
          </a:prstGeom>
          <a:solidFill>
            <a:srgbClr val="0C0C0C"/>
          </a:solidFill>
          <a:ln>
            <a:noFill/>
          </a:ln>
        </p:spPr>
      </p:sp>
      <p:sp>
        <p:nvSpPr>
          <p:cNvPr id="123" name="Google Shape;123;p49"/>
          <p:cNvSpPr>
            <a:spLocks noGrp="1"/>
          </p:cNvSpPr>
          <p:nvPr>
            <p:ph type="pic" idx="7"/>
          </p:nvPr>
        </p:nvSpPr>
        <p:spPr>
          <a:xfrm rot="5400000">
            <a:off x="7056107" y="2489936"/>
            <a:ext cx="1632181" cy="1440160"/>
          </a:xfrm>
          <a:prstGeom prst="hexagon">
            <a:avLst>
              <a:gd name="adj" fmla="val 27199"/>
              <a:gd name="vf" fmla="val 115470"/>
            </a:avLst>
          </a:prstGeom>
          <a:solidFill>
            <a:srgbClr val="0C0C0C"/>
          </a:solidFill>
          <a:ln>
            <a:noFill/>
          </a:ln>
        </p:spPr>
      </p:sp>
    </p:spTree>
    <p:extLst>
      <p:ext uri="{BB962C8B-B14F-4D97-AF65-F5344CB8AC3E}">
        <p14:creationId xmlns:p14="http://schemas.microsoft.com/office/powerpoint/2010/main" val="233705597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matchingName="31_Пользовательский макет">
  <p:cSld name="31_Пользовательский макет">
    <p:spTree>
      <p:nvGrpSpPr>
        <p:cNvPr id="1" name="Shape 124"/>
        <p:cNvGrpSpPr/>
        <p:nvPr/>
      </p:nvGrpSpPr>
      <p:grpSpPr>
        <a:xfrm>
          <a:off x="0" y="0"/>
          <a:ext cx="0" cy="0"/>
          <a:chOff x="0" y="0"/>
          <a:chExt cx="0" cy="0"/>
        </a:xfrm>
      </p:grpSpPr>
      <p:sp>
        <p:nvSpPr>
          <p:cNvPr id="125" name="Google Shape;125;p50"/>
          <p:cNvSpPr>
            <a:spLocks noGrp="1"/>
          </p:cNvSpPr>
          <p:nvPr>
            <p:ph type="pic" idx="2"/>
          </p:nvPr>
        </p:nvSpPr>
        <p:spPr>
          <a:xfrm>
            <a:off x="4079776" y="0"/>
            <a:ext cx="2376264" cy="2948947"/>
          </a:xfrm>
          <a:prstGeom prst="rect">
            <a:avLst/>
          </a:prstGeom>
          <a:solidFill>
            <a:srgbClr val="0C0C0C"/>
          </a:solidFill>
          <a:ln>
            <a:noFill/>
          </a:ln>
        </p:spPr>
      </p:sp>
      <p:sp>
        <p:nvSpPr>
          <p:cNvPr id="126" name="Google Shape;126;p50"/>
          <p:cNvSpPr>
            <a:spLocks noGrp="1"/>
          </p:cNvSpPr>
          <p:nvPr>
            <p:ph type="pic" idx="3"/>
          </p:nvPr>
        </p:nvSpPr>
        <p:spPr>
          <a:xfrm>
            <a:off x="6768075" y="932723"/>
            <a:ext cx="4032448" cy="2016224"/>
          </a:xfrm>
          <a:prstGeom prst="rect">
            <a:avLst/>
          </a:prstGeom>
          <a:solidFill>
            <a:srgbClr val="0C0C0C"/>
          </a:solidFill>
          <a:ln>
            <a:noFill/>
          </a:ln>
        </p:spPr>
      </p:sp>
      <p:sp>
        <p:nvSpPr>
          <p:cNvPr id="127" name="Google Shape;127;p50"/>
          <p:cNvSpPr>
            <a:spLocks noGrp="1"/>
          </p:cNvSpPr>
          <p:nvPr>
            <p:ph type="pic" idx="4"/>
          </p:nvPr>
        </p:nvSpPr>
        <p:spPr>
          <a:xfrm>
            <a:off x="4079776" y="3236979"/>
            <a:ext cx="4032448" cy="2016224"/>
          </a:xfrm>
          <a:prstGeom prst="rect">
            <a:avLst/>
          </a:prstGeom>
          <a:solidFill>
            <a:srgbClr val="0C0C0C"/>
          </a:solidFill>
          <a:ln>
            <a:noFill/>
          </a:ln>
        </p:spPr>
      </p:sp>
    </p:spTree>
    <p:extLst>
      <p:ext uri="{BB962C8B-B14F-4D97-AF65-F5344CB8AC3E}">
        <p14:creationId xmlns:p14="http://schemas.microsoft.com/office/powerpoint/2010/main" val="1325035919"/>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matchingName="32_Пользовательский макет">
  <p:cSld name="32_Пользовательский макет">
    <p:spTree>
      <p:nvGrpSpPr>
        <p:cNvPr id="1" name="Shape 128"/>
        <p:cNvGrpSpPr/>
        <p:nvPr/>
      </p:nvGrpSpPr>
      <p:grpSpPr>
        <a:xfrm>
          <a:off x="0" y="0"/>
          <a:ext cx="0" cy="0"/>
          <a:chOff x="0" y="0"/>
          <a:chExt cx="0" cy="0"/>
        </a:xfrm>
      </p:grpSpPr>
      <p:sp>
        <p:nvSpPr>
          <p:cNvPr id="129" name="Google Shape;129;p51"/>
          <p:cNvSpPr>
            <a:spLocks noGrp="1"/>
          </p:cNvSpPr>
          <p:nvPr>
            <p:ph type="pic" idx="2"/>
          </p:nvPr>
        </p:nvSpPr>
        <p:spPr>
          <a:xfrm rot="-2514443">
            <a:off x="8439294" y="2748015"/>
            <a:ext cx="3522340" cy="5032563"/>
          </a:xfrm>
          <a:prstGeom prst="rect">
            <a:avLst/>
          </a:prstGeom>
          <a:solidFill>
            <a:srgbClr val="0C0C0C"/>
          </a:solidFill>
          <a:ln>
            <a:noFill/>
          </a:ln>
        </p:spPr>
      </p:sp>
    </p:spTree>
    <p:extLst>
      <p:ext uri="{BB962C8B-B14F-4D97-AF65-F5344CB8AC3E}">
        <p14:creationId xmlns:p14="http://schemas.microsoft.com/office/powerpoint/2010/main" val="3652384203"/>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matchingName="33_Пользовательский макет">
  <p:cSld name="33_Пользовательский макет">
    <p:spTree>
      <p:nvGrpSpPr>
        <p:cNvPr id="1" name="Shape 130"/>
        <p:cNvGrpSpPr/>
        <p:nvPr/>
      </p:nvGrpSpPr>
      <p:grpSpPr>
        <a:xfrm>
          <a:off x="0" y="0"/>
          <a:ext cx="0" cy="0"/>
          <a:chOff x="0" y="0"/>
          <a:chExt cx="0" cy="0"/>
        </a:xfrm>
      </p:grpSpPr>
      <p:sp>
        <p:nvSpPr>
          <p:cNvPr id="131" name="Google Shape;131;p52"/>
          <p:cNvSpPr>
            <a:spLocks noGrp="1"/>
          </p:cNvSpPr>
          <p:nvPr>
            <p:ph type="pic" idx="2"/>
          </p:nvPr>
        </p:nvSpPr>
        <p:spPr>
          <a:xfrm>
            <a:off x="5267977" y="0"/>
            <a:ext cx="6960096" cy="6858000"/>
          </a:xfrm>
          <a:prstGeom prst="rect">
            <a:avLst/>
          </a:prstGeom>
          <a:solidFill>
            <a:srgbClr val="0C0C0C"/>
          </a:solidFill>
          <a:ln>
            <a:noFill/>
          </a:ln>
        </p:spPr>
      </p:sp>
      <p:sp>
        <p:nvSpPr>
          <p:cNvPr id="132" name="Google Shape;132;p52"/>
          <p:cNvSpPr>
            <a:spLocks noGrp="1"/>
          </p:cNvSpPr>
          <p:nvPr>
            <p:ph type="pic" idx="3"/>
          </p:nvPr>
        </p:nvSpPr>
        <p:spPr>
          <a:xfrm>
            <a:off x="1871531" y="2660915"/>
            <a:ext cx="2376264" cy="2592288"/>
          </a:xfrm>
          <a:prstGeom prst="rect">
            <a:avLst/>
          </a:prstGeom>
          <a:solidFill>
            <a:srgbClr val="0C0C0C"/>
          </a:solidFill>
          <a:ln>
            <a:noFill/>
          </a:ln>
        </p:spPr>
      </p:sp>
    </p:spTree>
    <p:extLst>
      <p:ext uri="{BB962C8B-B14F-4D97-AF65-F5344CB8AC3E}">
        <p14:creationId xmlns:p14="http://schemas.microsoft.com/office/powerpoint/2010/main" val="573950892"/>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matchingName="35_Пользовательский макет">
  <p:cSld name="35_Пользовательский макет">
    <p:spTree>
      <p:nvGrpSpPr>
        <p:cNvPr id="1" name="Shape 133"/>
        <p:cNvGrpSpPr/>
        <p:nvPr/>
      </p:nvGrpSpPr>
      <p:grpSpPr>
        <a:xfrm>
          <a:off x="0" y="0"/>
          <a:ext cx="0" cy="0"/>
          <a:chOff x="0" y="0"/>
          <a:chExt cx="0" cy="0"/>
        </a:xfrm>
      </p:grpSpPr>
      <p:sp>
        <p:nvSpPr>
          <p:cNvPr id="134" name="Google Shape;134;p53"/>
          <p:cNvSpPr>
            <a:spLocks noGrp="1"/>
          </p:cNvSpPr>
          <p:nvPr>
            <p:ph type="pic" idx="2"/>
          </p:nvPr>
        </p:nvSpPr>
        <p:spPr>
          <a:xfrm>
            <a:off x="0" y="0"/>
            <a:ext cx="12192000" cy="4197085"/>
          </a:xfrm>
          <a:prstGeom prst="rect">
            <a:avLst/>
          </a:prstGeom>
          <a:solidFill>
            <a:srgbClr val="0C0C0C"/>
          </a:solidFill>
          <a:ln>
            <a:noFill/>
          </a:ln>
        </p:spPr>
      </p:sp>
      <p:sp>
        <p:nvSpPr>
          <p:cNvPr id="135" name="Google Shape;135;p53"/>
          <p:cNvSpPr>
            <a:spLocks noGrp="1"/>
          </p:cNvSpPr>
          <p:nvPr>
            <p:ph type="pic" idx="3"/>
          </p:nvPr>
        </p:nvSpPr>
        <p:spPr>
          <a:xfrm>
            <a:off x="4175787" y="2564904"/>
            <a:ext cx="3840427" cy="2592288"/>
          </a:xfrm>
          <a:prstGeom prst="rect">
            <a:avLst/>
          </a:prstGeom>
          <a:solidFill>
            <a:srgbClr val="0C0C0C"/>
          </a:solidFill>
          <a:ln>
            <a:noFill/>
          </a:ln>
        </p:spPr>
      </p:sp>
    </p:spTree>
    <p:extLst>
      <p:ext uri="{BB962C8B-B14F-4D97-AF65-F5344CB8AC3E}">
        <p14:creationId xmlns:p14="http://schemas.microsoft.com/office/powerpoint/2010/main" val="508435907"/>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matchingName="34_Пользовательский макет">
  <p:cSld name="34_Пользовательский макет">
    <p:spTree>
      <p:nvGrpSpPr>
        <p:cNvPr id="1" name="Shape 136"/>
        <p:cNvGrpSpPr/>
        <p:nvPr/>
      </p:nvGrpSpPr>
      <p:grpSpPr>
        <a:xfrm>
          <a:off x="0" y="0"/>
          <a:ext cx="0" cy="0"/>
          <a:chOff x="0" y="0"/>
          <a:chExt cx="0" cy="0"/>
        </a:xfrm>
      </p:grpSpPr>
      <p:sp>
        <p:nvSpPr>
          <p:cNvPr id="137" name="Google Shape;137;p54"/>
          <p:cNvSpPr>
            <a:spLocks noGrp="1"/>
          </p:cNvSpPr>
          <p:nvPr>
            <p:ph type="pic" idx="2"/>
          </p:nvPr>
        </p:nvSpPr>
        <p:spPr>
          <a:xfrm>
            <a:off x="0" y="0"/>
            <a:ext cx="2447595" cy="3429000"/>
          </a:xfrm>
          <a:prstGeom prst="rect">
            <a:avLst/>
          </a:prstGeom>
          <a:solidFill>
            <a:srgbClr val="0C0C0C"/>
          </a:solidFill>
          <a:ln>
            <a:noFill/>
          </a:ln>
        </p:spPr>
      </p:sp>
      <p:sp>
        <p:nvSpPr>
          <p:cNvPr id="138" name="Google Shape;138;p54"/>
          <p:cNvSpPr>
            <a:spLocks noGrp="1"/>
          </p:cNvSpPr>
          <p:nvPr>
            <p:ph type="pic" idx="3"/>
          </p:nvPr>
        </p:nvSpPr>
        <p:spPr>
          <a:xfrm>
            <a:off x="2543605" y="0"/>
            <a:ext cx="2447595" cy="2660915"/>
          </a:xfrm>
          <a:prstGeom prst="rect">
            <a:avLst/>
          </a:prstGeom>
          <a:solidFill>
            <a:srgbClr val="0C0C0C"/>
          </a:solidFill>
          <a:ln>
            <a:noFill/>
          </a:ln>
        </p:spPr>
      </p:sp>
      <p:sp>
        <p:nvSpPr>
          <p:cNvPr id="139" name="Google Shape;139;p54"/>
          <p:cNvSpPr>
            <a:spLocks noGrp="1"/>
          </p:cNvSpPr>
          <p:nvPr>
            <p:ph type="pic" idx="4"/>
          </p:nvPr>
        </p:nvSpPr>
        <p:spPr>
          <a:xfrm>
            <a:off x="2525053" y="2756925"/>
            <a:ext cx="2447595" cy="4101075"/>
          </a:xfrm>
          <a:prstGeom prst="rect">
            <a:avLst/>
          </a:prstGeom>
          <a:solidFill>
            <a:srgbClr val="0C0C0C"/>
          </a:solidFill>
          <a:ln>
            <a:noFill/>
          </a:ln>
        </p:spPr>
      </p:sp>
      <p:sp>
        <p:nvSpPr>
          <p:cNvPr id="140" name="Google Shape;140;p54"/>
          <p:cNvSpPr>
            <a:spLocks noGrp="1"/>
          </p:cNvSpPr>
          <p:nvPr>
            <p:ph type="pic" idx="5"/>
          </p:nvPr>
        </p:nvSpPr>
        <p:spPr>
          <a:xfrm>
            <a:off x="5068659" y="0"/>
            <a:ext cx="2447595" cy="3429000"/>
          </a:xfrm>
          <a:prstGeom prst="rect">
            <a:avLst/>
          </a:prstGeom>
          <a:solidFill>
            <a:srgbClr val="0C0C0C"/>
          </a:solidFill>
          <a:ln>
            <a:noFill/>
          </a:ln>
        </p:spPr>
      </p:sp>
      <p:sp>
        <p:nvSpPr>
          <p:cNvPr id="141" name="Google Shape;141;p54"/>
          <p:cNvSpPr>
            <a:spLocks noGrp="1"/>
          </p:cNvSpPr>
          <p:nvPr>
            <p:ph type="pic" idx="6"/>
          </p:nvPr>
        </p:nvSpPr>
        <p:spPr>
          <a:xfrm>
            <a:off x="5068659" y="3525011"/>
            <a:ext cx="2447595" cy="3332989"/>
          </a:xfrm>
          <a:prstGeom prst="rect">
            <a:avLst/>
          </a:prstGeom>
          <a:solidFill>
            <a:srgbClr val="0C0C0C"/>
          </a:solidFill>
          <a:ln>
            <a:noFill/>
          </a:ln>
        </p:spPr>
      </p:sp>
      <p:sp>
        <p:nvSpPr>
          <p:cNvPr id="142" name="Google Shape;142;p54"/>
          <p:cNvSpPr>
            <a:spLocks noGrp="1"/>
          </p:cNvSpPr>
          <p:nvPr>
            <p:ph type="pic" idx="7"/>
          </p:nvPr>
        </p:nvSpPr>
        <p:spPr>
          <a:xfrm>
            <a:off x="-11872" y="3525011"/>
            <a:ext cx="2447595" cy="3332989"/>
          </a:xfrm>
          <a:prstGeom prst="rect">
            <a:avLst/>
          </a:prstGeom>
          <a:solidFill>
            <a:srgbClr val="0C0C0C"/>
          </a:solidFill>
          <a:ln>
            <a:noFill/>
          </a:ln>
        </p:spPr>
      </p:sp>
    </p:spTree>
    <p:extLst>
      <p:ext uri="{BB962C8B-B14F-4D97-AF65-F5344CB8AC3E}">
        <p14:creationId xmlns:p14="http://schemas.microsoft.com/office/powerpoint/2010/main" val="285761578"/>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matchingName="36_Пользовательский макет">
  <p:cSld name="36_Пользовательский макет">
    <p:spTree>
      <p:nvGrpSpPr>
        <p:cNvPr id="1" name="Shape 143"/>
        <p:cNvGrpSpPr/>
        <p:nvPr/>
      </p:nvGrpSpPr>
      <p:grpSpPr>
        <a:xfrm>
          <a:off x="0" y="0"/>
          <a:ext cx="0" cy="0"/>
          <a:chOff x="0" y="0"/>
          <a:chExt cx="0" cy="0"/>
        </a:xfrm>
      </p:grpSpPr>
      <p:sp>
        <p:nvSpPr>
          <p:cNvPr id="144" name="Google Shape;144;p55"/>
          <p:cNvSpPr>
            <a:spLocks noGrp="1"/>
          </p:cNvSpPr>
          <p:nvPr>
            <p:ph type="pic" idx="2"/>
          </p:nvPr>
        </p:nvSpPr>
        <p:spPr>
          <a:xfrm>
            <a:off x="0" y="-14360"/>
            <a:ext cx="3048000" cy="3429000"/>
          </a:xfrm>
          <a:prstGeom prst="rect">
            <a:avLst/>
          </a:prstGeom>
          <a:solidFill>
            <a:srgbClr val="0C0C0C"/>
          </a:solidFill>
          <a:ln>
            <a:noFill/>
          </a:ln>
        </p:spPr>
      </p:sp>
      <p:sp>
        <p:nvSpPr>
          <p:cNvPr id="145" name="Google Shape;145;p55"/>
          <p:cNvSpPr>
            <a:spLocks noGrp="1"/>
          </p:cNvSpPr>
          <p:nvPr>
            <p:ph type="pic" idx="3"/>
          </p:nvPr>
        </p:nvSpPr>
        <p:spPr>
          <a:xfrm>
            <a:off x="3048000" y="3414640"/>
            <a:ext cx="3048000" cy="3429000"/>
          </a:xfrm>
          <a:prstGeom prst="rect">
            <a:avLst/>
          </a:prstGeom>
          <a:solidFill>
            <a:srgbClr val="0C0C0C"/>
          </a:solidFill>
          <a:ln>
            <a:noFill/>
          </a:ln>
        </p:spPr>
      </p:sp>
      <p:sp>
        <p:nvSpPr>
          <p:cNvPr id="146" name="Google Shape;146;p55"/>
          <p:cNvSpPr>
            <a:spLocks noGrp="1"/>
          </p:cNvSpPr>
          <p:nvPr>
            <p:ph type="pic" idx="4"/>
          </p:nvPr>
        </p:nvSpPr>
        <p:spPr>
          <a:xfrm>
            <a:off x="6096000" y="0"/>
            <a:ext cx="3048000" cy="3429000"/>
          </a:xfrm>
          <a:prstGeom prst="rect">
            <a:avLst/>
          </a:prstGeom>
          <a:solidFill>
            <a:srgbClr val="0C0C0C"/>
          </a:solidFill>
          <a:ln>
            <a:noFill/>
          </a:ln>
        </p:spPr>
      </p:sp>
      <p:sp>
        <p:nvSpPr>
          <p:cNvPr id="147" name="Google Shape;147;p55"/>
          <p:cNvSpPr>
            <a:spLocks noGrp="1"/>
          </p:cNvSpPr>
          <p:nvPr>
            <p:ph type="pic" idx="5"/>
          </p:nvPr>
        </p:nvSpPr>
        <p:spPr>
          <a:xfrm>
            <a:off x="9144000" y="3429000"/>
            <a:ext cx="3048000" cy="3429000"/>
          </a:xfrm>
          <a:prstGeom prst="rect">
            <a:avLst/>
          </a:prstGeom>
          <a:solidFill>
            <a:srgbClr val="0C0C0C"/>
          </a:solidFill>
          <a:ln>
            <a:noFill/>
          </a:ln>
        </p:spPr>
      </p:sp>
    </p:spTree>
    <p:extLst>
      <p:ext uri="{BB962C8B-B14F-4D97-AF65-F5344CB8AC3E}">
        <p14:creationId xmlns:p14="http://schemas.microsoft.com/office/powerpoint/2010/main" val="46333299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matchingName="37_Пользовательский макет">
  <p:cSld name="37_Пользовательский макет">
    <p:spTree>
      <p:nvGrpSpPr>
        <p:cNvPr id="1" name="Shape 148"/>
        <p:cNvGrpSpPr/>
        <p:nvPr/>
      </p:nvGrpSpPr>
      <p:grpSpPr>
        <a:xfrm>
          <a:off x="0" y="0"/>
          <a:ext cx="0" cy="0"/>
          <a:chOff x="0" y="0"/>
          <a:chExt cx="0" cy="0"/>
        </a:xfrm>
      </p:grpSpPr>
      <p:sp>
        <p:nvSpPr>
          <p:cNvPr id="149" name="Google Shape;149;p56"/>
          <p:cNvSpPr>
            <a:spLocks noGrp="1"/>
          </p:cNvSpPr>
          <p:nvPr>
            <p:ph type="pic" idx="2"/>
          </p:nvPr>
        </p:nvSpPr>
        <p:spPr>
          <a:xfrm>
            <a:off x="0" y="0"/>
            <a:ext cx="4079776" cy="3429000"/>
          </a:xfrm>
          <a:prstGeom prst="rect">
            <a:avLst/>
          </a:prstGeom>
          <a:solidFill>
            <a:srgbClr val="0C0C0C"/>
          </a:solidFill>
          <a:ln>
            <a:noFill/>
          </a:ln>
        </p:spPr>
      </p:sp>
      <p:sp>
        <p:nvSpPr>
          <p:cNvPr id="150" name="Google Shape;150;p56"/>
          <p:cNvSpPr>
            <a:spLocks noGrp="1"/>
          </p:cNvSpPr>
          <p:nvPr>
            <p:ph type="pic" idx="3"/>
          </p:nvPr>
        </p:nvSpPr>
        <p:spPr>
          <a:xfrm>
            <a:off x="0" y="3429000"/>
            <a:ext cx="4079776" cy="3429000"/>
          </a:xfrm>
          <a:prstGeom prst="rect">
            <a:avLst/>
          </a:prstGeom>
          <a:solidFill>
            <a:srgbClr val="0C0C0C"/>
          </a:solidFill>
          <a:ln>
            <a:noFill/>
          </a:ln>
        </p:spPr>
      </p:sp>
      <p:sp>
        <p:nvSpPr>
          <p:cNvPr id="151" name="Google Shape;151;p56"/>
          <p:cNvSpPr>
            <a:spLocks noGrp="1"/>
          </p:cNvSpPr>
          <p:nvPr>
            <p:ph type="pic" idx="4"/>
          </p:nvPr>
        </p:nvSpPr>
        <p:spPr>
          <a:xfrm>
            <a:off x="8112224" y="0"/>
            <a:ext cx="4079776" cy="6858000"/>
          </a:xfrm>
          <a:prstGeom prst="rect">
            <a:avLst/>
          </a:prstGeom>
          <a:solidFill>
            <a:srgbClr val="0C0C0C"/>
          </a:solidFill>
          <a:ln>
            <a:noFill/>
          </a:ln>
        </p:spPr>
      </p:sp>
    </p:spTree>
    <p:extLst>
      <p:ext uri="{BB962C8B-B14F-4D97-AF65-F5344CB8AC3E}">
        <p14:creationId xmlns:p14="http://schemas.microsoft.com/office/powerpoint/2010/main" val="142605039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matchingName="38_Пользовательский макет">
  <p:cSld name="38_Пользовательский макет">
    <p:spTree>
      <p:nvGrpSpPr>
        <p:cNvPr id="1" name="Shape 152"/>
        <p:cNvGrpSpPr/>
        <p:nvPr/>
      </p:nvGrpSpPr>
      <p:grpSpPr>
        <a:xfrm>
          <a:off x="0" y="0"/>
          <a:ext cx="0" cy="0"/>
          <a:chOff x="0" y="0"/>
          <a:chExt cx="0" cy="0"/>
        </a:xfrm>
      </p:grpSpPr>
      <p:sp>
        <p:nvSpPr>
          <p:cNvPr id="153" name="Google Shape;153;p57"/>
          <p:cNvSpPr>
            <a:spLocks noGrp="1"/>
          </p:cNvSpPr>
          <p:nvPr>
            <p:ph type="pic" idx="2"/>
          </p:nvPr>
        </p:nvSpPr>
        <p:spPr>
          <a:xfrm>
            <a:off x="143339" y="164638"/>
            <a:ext cx="5856651" cy="6528725"/>
          </a:xfrm>
          <a:prstGeom prst="rect">
            <a:avLst/>
          </a:prstGeom>
          <a:solidFill>
            <a:srgbClr val="0C0C0C"/>
          </a:solidFill>
          <a:ln>
            <a:noFill/>
          </a:ln>
        </p:spPr>
      </p:sp>
      <p:sp>
        <p:nvSpPr>
          <p:cNvPr id="154" name="Google Shape;154;p57"/>
          <p:cNvSpPr>
            <a:spLocks noGrp="1"/>
          </p:cNvSpPr>
          <p:nvPr>
            <p:ph type="pic" idx="3"/>
          </p:nvPr>
        </p:nvSpPr>
        <p:spPr>
          <a:xfrm>
            <a:off x="6139040" y="169605"/>
            <a:ext cx="5856651" cy="3168352"/>
          </a:xfrm>
          <a:prstGeom prst="rect">
            <a:avLst/>
          </a:prstGeom>
          <a:solidFill>
            <a:srgbClr val="0C0C0C"/>
          </a:solidFill>
          <a:ln>
            <a:noFill/>
          </a:ln>
        </p:spPr>
      </p:sp>
      <p:sp>
        <p:nvSpPr>
          <p:cNvPr id="155" name="Google Shape;155;p57"/>
          <p:cNvSpPr>
            <a:spLocks noGrp="1"/>
          </p:cNvSpPr>
          <p:nvPr>
            <p:ph type="pic" idx="4"/>
          </p:nvPr>
        </p:nvSpPr>
        <p:spPr>
          <a:xfrm>
            <a:off x="6139040" y="3525011"/>
            <a:ext cx="5856651" cy="3168352"/>
          </a:xfrm>
          <a:prstGeom prst="rect">
            <a:avLst/>
          </a:prstGeom>
          <a:solidFill>
            <a:srgbClr val="0C0C0C"/>
          </a:solidFill>
          <a:ln>
            <a:noFill/>
          </a:ln>
        </p:spPr>
      </p:sp>
    </p:spTree>
    <p:extLst>
      <p:ext uri="{BB962C8B-B14F-4D97-AF65-F5344CB8AC3E}">
        <p14:creationId xmlns:p14="http://schemas.microsoft.com/office/powerpoint/2010/main" val="1608156930"/>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matchingName="20_Пользовательский макет">
  <p:cSld name="20_Пользовательский макет">
    <p:spTree>
      <p:nvGrpSpPr>
        <p:cNvPr id="1" name="Shape 156"/>
        <p:cNvGrpSpPr/>
        <p:nvPr/>
      </p:nvGrpSpPr>
      <p:grpSpPr>
        <a:xfrm>
          <a:off x="0" y="0"/>
          <a:ext cx="0" cy="0"/>
          <a:chOff x="0" y="0"/>
          <a:chExt cx="0" cy="0"/>
        </a:xfrm>
      </p:grpSpPr>
      <p:sp>
        <p:nvSpPr>
          <p:cNvPr id="157" name="Google Shape;157;p58"/>
          <p:cNvSpPr>
            <a:spLocks noGrp="1"/>
          </p:cNvSpPr>
          <p:nvPr>
            <p:ph type="pic" idx="2"/>
          </p:nvPr>
        </p:nvSpPr>
        <p:spPr>
          <a:xfrm>
            <a:off x="0" y="-733931"/>
            <a:ext cx="2543307" cy="3939132"/>
          </a:xfrm>
          <a:prstGeom prst="rect">
            <a:avLst/>
          </a:prstGeom>
          <a:solidFill>
            <a:schemeClr val="dk1"/>
          </a:solidFill>
          <a:ln>
            <a:noFill/>
          </a:ln>
        </p:spPr>
      </p:sp>
      <p:sp>
        <p:nvSpPr>
          <p:cNvPr id="158" name="Google Shape;158;p58"/>
          <p:cNvSpPr>
            <a:spLocks noGrp="1"/>
          </p:cNvSpPr>
          <p:nvPr>
            <p:ph type="pic" idx="3"/>
          </p:nvPr>
        </p:nvSpPr>
        <p:spPr>
          <a:xfrm>
            <a:off x="671776" y="1340222"/>
            <a:ext cx="3936139" cy="3939132"/>
          </a:xfrm>
          <a:prstGeom prst="diamond">
            <a:avLst/>
          </a:prstGeom>
          <a:solidFill>
            <a:schemeClr val="dk1"/>
          </a:solidFill>
          <a:ln>
            <a:noFill/>
          </a:ln>
        </p:spPr>
      </p:sp>
      <p:sp>
        <p:nvSpPr>
          <p:cNvPr id="159" name="Google Shape;159;p58"/>
          <p:cNvSpPr>
            <a:spLocks noGrp="1"/>
          </p:cNvSpPr>
          <p:nvPr>
            <p:ph type="pic" idx="4"/>
          </p:nvPr>
        </p:nvSpPr>
        <p:spPr>
          <a:xfrm>
            <a:off x="2736384" y="3429000"/>
            <a:ext cx="3936139" cy="3429000"/>
          </a:xfrm>
          <a:prstGeom prst="rect">
            <a:avLst/>
          </a:prstGeom>
          <a:solidFill>
            <a:schemeClr val="dk1"/>
          </a:solidFill>
          <a:ln>
            <a:noFill/>
          </a:ln>
        </p:spPr>
      </p:sp>
      <p:sp>
        <p:nvSpPr>
          <p:cNvPr id="160" name="Google Shape;160;p58"/>
          <p:cNvSpPr>
            <a:spLocks noGrp="1"/>
          </p:cNvSpPr>
          <p:nvPr>
            <p:ph type="pic" idx="5"/>
          </p:nvPr>
        </p:nvSpPr>
        <p:spPr>
          <a:xfrm>
            <a:off x="0" y="2853538"/>
            <a:ext cx="1871531" cy="3745908"/>
          </a:xfrm>
          <a:prstGeom prst="rect">
            <a:avLst/>
          </a:prstGeom>
          <a:solidFill>
            <a:schemeClr val="dk1"/>
          </a:solidFill>
          <a:ln>
            <a:noFill/>
          </a:ln>
        </p:spPr>
      </p:sp>
      <p:sp>
        <p:nvSpPr>
          <p:cNvPr id="161" name="Google Shape;161;p58"/>
          <p:cNvSpPr>
            <a:spLocks noGrp="1"/>
          </p:cNvSpPr>
          <p:nvPr>
            <p:ph type="pic" idx="6"/>
          </p:nvPr>
        </p:nvSpPr>
        <p:spPr>
          <a:xfrm>
            <a:off x="0" y="4888432"/>
            <a:ext cx="3936139" cy="1969568"/>
          </a:xfrm>
          <a:prstGeom prst="rect">
            <a:avLst/>
          </a:prstGeom>
          <a:solidFill>
            <a:schemeClr val="dk1"/>
          </a:solidFill>
          <a:ln>
            <a:noFill/>
          </a:ln>
        </p:spPr>
      </p:sp>
    </p:spTree>
    <p:extLst>
      <p:ext uri="{BB962C8B-B14F-4D97-AF65-F5344CB8AC3E}">
        <p14:creationId xmlns:p14="http://schemas.microsoft.com/office/powerpoint/2010/main" val="268234467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matchingName="9_Титульный слайд">
  <p:cSld name="9_Титульный слайд">
    <p:spTree>
      <p:nvGrpSpPr>
        <p:cNvPr id="1" name="Shape 162"/>
        <p:cNvGrpSpPr/>
        <p:nvPr/>
      </p:nvGrpSpPr>
      <p:grpSpPr>
        <a:xfrm>
          <a:off x="0" y="0"/>
          <a:ext cx="0" cy="0"/>
          <a:chOff x="0" y="0"/>
          <a:chExt cx="0" cy="0"/>
        </a:xfrm>
      </p:grpSpPr>
      <p:sp>
        <p:nvSpPr>
          <p:cNvPr id="163" name="Google Shape;163;p59"/>
          <p:cNvSpPr>
            <a:spLocks noGrp="1"/>
          </p:cNvSpPr>
          <p:nvPr>
            <p:ph type="pic" idx="2"/>
          </p:nvPr>
        </p:nvSpPr>
        <p:spPr>
          <a:xfrm>
            <a:off x="1" y="0"/>
            <a:ext cx="12199215" cy="6858000"/>
          </a:xfrm>
          <a:prstGeom prst="rect">
            <a:avLst/>
          </a:prstGeom>
          <a:solidFill>
            <a:srgbClr val="0C0C0C"/>
          </a:solidFill>
          <a:ln>
            <a:noFill/>
          </a:ln>
        </p:spPr>
      </p:sp>
    </p:spTree>
    <p:extLst>
      <p:ext uri="{BB962C8B-B14F-4D97-AF65-F5344CB8AC3E}">
        <p14:creationId xmlns:p14="http://schemas.microsoft.com/office/powerpoint/2010/main" val="1957538700"/>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matchingName="10_Титульный слайд">
  <p:cSld name="10_Титульный слайд">
    <p:bg>
      <p:bgPr>
        <a:solidFill>
          <a:schemeClr val="lt1">
            <a:alpha val="33725"/>
          </a:schemeClr>
        </a:solidFill>
        <a:effectLst/>
      </p:bgPr>
    </p:bg>
    <p:spTree>
      <p:nvGrpSpPr>
        <p:cNvPr id="1" name="Shape 164"/>
        <p:cNvGrpSpPr/>
        <p:nvPr/>
      </p:nvGrpSpPr>
      <p:grpSpPr>
        <a:xfrm>
          <a:off x="0" y="0"/>
          <a:ext cx="0" cy="0"/>
          <a:chOff x="0" y="0"/>
          <a:chExt cx="0" cy="0"/>
        </a:xfrm>
      </p:grpSpPr>
      <p:sp>
        <p:nvSpPr>
          <p:cNvPr id="165" name="Google Shape;165;p60"/>
          <p:cNvSpPr>
            <a:spLocks noGrp="1"/>
          </p:cNvSpPr>
          <p:nvPr>
            <p:ph type="pic" idx="2"/>
          </p:nvPr>
        </p:nvSpPr>
        <p:spPr>
          <a:xfrm>
            <a:off x="1" y="0"/>
            <a:ext cx="12199215" cy="6858000"/>
          </a:xfrm>
          <a:prstGeom prst="rect">
            <a:avLst/>
          </a:prstGeom>
          <a:solidFill>
            <a:srgbClr val="BFBFBF"/>
          </a:solidFill>
          <a:ln>
            <a:noFill/>
          </a:ln>
        </p:spPr>
      </p:sp>
    </p:spTree>
    <p:extLst>
      <p:ext uri="{BB962C8B-B14F-4D97-AF65-F5344CB8AC3E}">
        <p14:creationId xmlns:p14="http://schemas.microsoft.com/office/powerpoint/2010/main" val="4225106635"/>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matchingName="39_Пользовательский макет">
  <p:cSld name="39_Пользовательский макет">
    <p:spTree>
      <p:nvGrpSpPr>
        <p:cNvPr id="1" name="Shape 166"/>
        <p:cNvGrpSpPr/>
        <p:nvPr/>
      </p:nvGrpSpPr>
      <p:grpSpPr>
        <a:xfrm>
          <a:off x="0" y="0"/>
          <a:ext cx="0" cy="0"/>
          <a:chOff x="0" y="0"/>
          <a:chExt cx="0" cy="0"/>
        </a:xfrm>
      </p:grpSpPr>
      <p:sp>
        <p:nvSpPr>
          <p:cNvPr id="167" name="Google Shape;167;p61"/>
          <p:cNvSpPr>
            <a:spLocks noGrp="1"/>
          </p:cNvSpPr>
          <p:nvPr>
            <p:ph type="pic" idx="2"/>
          </p:nvPr>
        </p:nvSpPr>
        <p:spPr>
          <a:xfrm>
            <a:off x="1295335" y="2"/>
            <a:ext cx="2734437" cy="4639377"/>
          </a:xfrm>
          <a:prstGeom prst="rect">
            <a:avLst/>
          </a:prstGeom>
          <a:solidFill>
            <a:srgbClr val="0C0C0C"/>
          </a:solidFill>
          <a:ln>
            <a:noFill/>
          </a:ln>
        </p:spPr>
      </p:sp>
    </p:spTree>
    <p:extLst>
      <p:ext uri="{BB962C8B-B14F-4D97-AF65-F5344CB8AC3E}">
        <p14:creationId xmlns:p14="http://schemas.microsoft.com/office/powerpoint/2010/main" val="56924950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matchingName="40_Пользовательский макет">
  <p:cSld name="40_Пользовательский макет">
    <p:spTree>
      <p:nvGrpSpPr>
        <p:cNvPr id="1" name="Shape 168"/>
        <p:cNvGrpSpPr/>
        <p:nvPr/>
      </p:nvGrpSpPr>
      <p:grpSpPr>
        <a:xfrm>
          <a:off x="0" y="0"/>
          <a:ext cx="0" cy="0"/>
          <a:chOff x="0" y="0"/>
          <a:chExt cx="0" cy="0"/>
        </a:xfrm>
      </p:grpSpPr>
      <p:sp>
        <p:nvSpPr>
          <p:cNvPr id="169" name="Google Shape;169;p62"/>
          <p:cNvSpPr>
            <a:spLocks noGrp="1"/>
          </p:cNvSpPr>
          <p:nvPr>
            <p:ph type="pic" idx="2"/>
          </p:nvPr>
        </p:nvSpPr>
        <p:spPr>
          <a:xfrm rot="1800000">
            <a:off x="643815" y="-1342922"/>
            <a:ext cx="3657208" cy="6398559"/>
          </a:xfrm>
          <a:prstGeom prst="rect">
            <a:avLst/>
          </a:prstGeom>
          <a:solidFill>
            <a:srgbClr val="0C0C0C"/>
          </a:solidFill>
          <a:ln>
            <a:noFill/>
          </a:ln>
        </p:spPr>
      </p:sp>
    </p:spTree>
    <p:extLst>
      <p:ext uri="{BB962C8B-B14F-4D97-AF65-F5344CB8AC3E}">
        <p14:creationId xmlns:p14="http://schemas.microsoft.com/office/powerpoint/2010/main" val="4028581637"/>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matchingName="42_Пользовательский макет">
  <p:cSld name="42_Пользовательский макет">
    <p:spTree>
      <p:nvGrpSpPr>
        <p:cNvPr id="1" name="Shape 170"/>
        <p:cNvGrpSpPr/>
        <p:nvPr/>
      </p:nvGrpSpPr>
      <p:grpSpPr>
        <a:xfrm>
          <a:off x="0" y="0"/>
          <a:ext cx="0" cy="0"/>
          <a:chOff x="0" y="0"/>
          <a:chExt cx="0" cy="0"/>
        </a:xfrm>
      </p:grpSpPr>
      <p:sp>
        <p:nvSpPr>
          <p:cNvPr id="171" name="Google Shape;171;p63"/>
          <p:cNvSpPr>
            <a:spLocks noGrp="1"/>
          </p:cNvSpPr>
          <p:nvPr>
            <p:ph type="pic" idx="2"/>
          </p:nvPr>
        </p:nvSpPr>
        <p:spPr>
          <a:xfrm>
            <a:off x="935987" y="1137718"/>
            <a:ext cx="4623285" cy="5087085"/>
          </a:xfrm>
          <a:prstGeom prst="rect">
            <a:avLst/>
          </a:prstGeom>
          <a:solidFill>
            <a:srgbClr val="0C0C0C"/>
          </a:solidFill>
          <a:ln>
            <a:noFill/>
          </a:ln>
          <a:effectLst>
            <a:outerShdw blurRad="114300" dist="38100" dir="5400000" algn="l" rotWithShape="0">
              <a:srgbClr val="000000">
                <a:alpha val="17647"/>
              </a:srgbClr>
            </a:outerShdw>
          </a:effectLst>
        </p:spPr>
      </p:sp>
    </p:spTree>
    <p:extLst>
      <p:ext uri="{BB962C8B-B14F-4D97-AF65-F5344CB8AC3E}">
        <p14:creationId xmlns:p14="http://schemas.microsoft.com/office/powerpoint/2010/main" val="3075435026"/>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matchingName="43_Пользовательский макет">
  <p:cSld name="43_Пользовательский макет">
    <p:spTree>
      <p:nvGrpSpPr>
        <p:cNvPr id="1" name="Shape 172"/>
        <p:cNvGrpSpPr/>
        <p:nvPr/>
      </p:nvGrpSpPr>
      <p:grpSpPr>
        <a:xfrm>
          <a:off x="0" y="0"/>
          <a:ext cx="0" cy="0"/>
          <a:chOff x="0" y="0"/>
          <a:chExt cx="0" cy="0"/>
        </a:xfrm>
      </p:grpSpPr>
      <p:sp>
        <p:nvSpPr>
          <p:cNvPr id="173" name="Google Shape;173;p64"/>
          <p:cNvSpPr>
            <a:spLocks noGrp="1"/>
          </p:cNvSpPr>
          <p:nvPr>
            <p:ph type="pic" idx="2"/>
          </p:nvPr>
        </p:nvSpPr>
        <p:spPr>
          <a:xfrm>
            <a:off x="783167" y="685801"/>
            <a:ext cx="3964160" cy="5650399"/>
          </a:xfrm>
          <a:prstGeom prst="rect">
            <a:avLst/>
          </a:prstGeom>
          <a:solidFill>
            <a:srgbClr val="0C0C0C"/>
          </a:solidFill>
          <a:ln>
            <a:noFill/>
          </a:ln>
          <a:effectLst>
            <a:outerShdw blurRad="76200" dist="38100" dir="4200000" algn="l" rotWithShape="0">
              <a:srgbClr val="000000">
                <a:alpha val="0"/>
              </a:srgbClr>
            </a:outerShdw>
          </a:effectLst>
        </p:spPr>
      </p:sp>
    </p:spTree>
    <p:extLst>
      <p:ext uri="{BB962C8B-B14F-4D97-AF65-F5344CB8AC3E}">
        <p14:creationId xmlns:p14="http://schemas.microsoft.com/office/powerpoint/2010/main" val="2687561248"/>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matchingName="44_Пользовательский макет">
  <p:cSld name="44_Пользовательский макет">
    <p:spTree>
      <p:nvGrpSpPr>
        <p:cNvPr id="1" name="Shape 174"/>
        <p:cNvGrpSpPr/>
        <p:nvPr/>
      </p:nvGrpSpPr>
      <p:grpSpPr>
        <a:xfrm>
          <a:off x="0" y="0"/>
          <a:ext cx="0" cy="0"/>
          <a:chOff x="0" y="0"/>
          <a:chExt cx="0" cy="0"/>
        </a:xfrm>
      </p:grpSpPr>
      <p:sp>
        <p:nvSpPr>
          <p:cNvPr id="175" name="Google Shape;175;p65"/>
          <p:cNvSpPr>
            <a:spLocks noGrp="1"/>
          </p:cNvSpPr>
          <p:nvPr>
            <p:ph type="pic" idx="2"/>
          </p:nvPr>
        </p:nvSpPr>
        <p:spPr>
          <a:xfrm>
            <a:off x="2" y="1227675"/>
            <a:ext cx="5297988" cy="5630327"/>
          </a:xfrm>
          <a:prstGeom prst="rect">
            <a:avLst/>
          </a:prstGeom>
          <a:solidFill>
            <a:srgbClr val="0C0C0C"/>
          </a:solidFill>
          <a:ln>
            <a:noFill/>
          </a:ln>
        </p:spPr>
      </p:sp>
    </p:spTree>
    <p:extLst>
      <p:ext uri="{BB962C8B-B14F-4D97-AF65-F5344CB8AC3E}">
        <p14:creationId xmlns:p14="http://schemas.microsoft.com/office/powerpoint/2010/main" val="78628926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matchingName="45_Пользовательский макет">
  <p:cSld name="45_Пользовательский макет">
    <p:spTree>
      <p:nvGrpSpPr>
        <p:cNvPr id="1" name="Shape 176"/>
        <p:cNvGrpSpPr/>
        <p:nvPr/>
      </p:nvGrpSpPr>
      <p:grpSpPr>
        <a:xfrm>
          <a:off x="0" y="0"/>
          <a:ext cx="0" cy="0"/>
          <a:chOff x="0" y="0"/>
          <a:chExt cx="0" cy="0"/>
        </a:xfrm>
      </p:grpSpPr>
      <p:sp>
        <p:nvSpPr>
          <p:cNvPr id="177" name="Google Shape;177;p66"/>
          <p:cNvSpPr>
            <a:spLocks noGrp="1"/>
          </p:cNvSpPr>
          <p:nvPr>
            <p:ph type="pic" idx="2"/>
          </p:nvPr>
        </p:nvSpPr>
        <p:spPr>
          <a:xfrm>
            <a:off x="534193" y="1125923"/>
            <a:ext cx="4777395" cy="4613104"/>
          </a:xfrm>
          <a:prstGeom prst="rect">
            <a:avLst/>
          </a:prstGeom>
          <a:solidFill>
            <a:srgbClr val="0C0C0C"/>
          </a:solidFill>
          <a:ln>
            <a:noFill/>
          </a:ln>
        </p:spPr>
      </p:sp>
    </p:spTree>
    <p:extLst>
      <p:ext uri="{BB962C8B-B14F-4D97-AF65-F5344CB8AC3E}">
        <p14:creationId xmlns:p14="http://schemas.microsoft.com/office/powerpoint/2010/main" val="2837500663"/>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matchingName="46_Пользовательский макет">
  <p:cSld name="46_Пользовательский макет">
    <p:spTree>
      <p:nvGrpSpPr>
        <p:cNvPr id="1" name="Shape 178"/>
        <p:cNvGrpSpPr/>
        <p:nvPr/>
      </p:nvGrpSpPr>
      <p:grpSpPr>
        <a:xfrm>
          <a:off x="0" y="0"/>
          <a:ext cx="0" cy="0"/>
          <a:chOff x="0" y="0"/>
          <a:chExt cx="0" cy="0"/>
        </a:xfrm>
      </p:grpSpPr>
      <p:sp>
        <p:nvSpPr>
          <p:cNvPr id="179" name="Google Shape;179;p67"/>
          <p:cNvSpPr>
            <a:spLocks noGrp="1"/>
          </p:cNvSpPr>
          <p:nvPr>
            <p:ph type="pic" idx="2"/>
          </p:nvPr>
        </p:nvSpPr>
        <p:spPr>
          <a:xfrm>
            <a:off x="3" y="1043517"/>
            <a:ext cx="10180912" cy="5814483"/>
          </a:xfrm>
          <a:prstGeom prst="rect">
            <a:avLst/>
          </a:prstGeom>
          <a:solidFill>
            <a:srgbClr val="0C0C0C"/>
          </a:solidFill>
          <a:ln>
            <a:noFill/>
          </a:ln>
        </p:spPr>
      </p:sp>
    </p:spTree>
    <p:extLst>
      <p:ext uri="{BB962C8B-B14F-4D97-AF65-F5344CB8AC3E}">
        <p14:creationId xmlns:p14="http://schemas.microsoft.com/office/powerpoint/2010/main" val="3324379353"/>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matchingName="47_Пользовательский макет">
  <p:cSld name="47_Пользовательский макет">
    <p:spTree>
      <p:nvGrpSpPr>
        <p:cNvPr id="1" name="Shape 180"/>
        <p:cNvGrpSpPr/>
        <p:nvPr/>
      </p:nvGrpSpPr>
      <p:grpSpPr>
        <a:xfrm>
          <a:off x="0" y="0"/>
          <a:ext cx="0" cy="0"/>
          <a:chOff x="0" y="0"/>
          <a:chExt cx="0" cy="0"/>
        </a:xfrm>
      </p:grpSpPr>
      <p:sp>
        <p:nvSpPr>
          <p:cNvPr id="181" name="Google Shape;181;p68"/>
          <p:cNvSpPr>
            <a:spLocks noGrp="1"/>
          </p:cNvSpPr>
          <p:nvPr>
            <p:ph type="pic" idx="2"/>
          </p:nvPr>
        </p:nvSpPr>
        <p:spPr>
          <a:xfrm>
            <a:off x="1" y="0"/>
            <a:ext cx="12069657" cy="6868163"/>
          </a:xfrm>
          <a:prstGeom prst="rect">
            <a:avLst/>
          </a:prstGeom>
          <a:solidFill>
            <a:srgbClr val="0C0C0C"/>
          </a:solidFill>
          <a:ln>
            <a:noFill/>
          </a:ln>
        </p:spPr>
      </p:sp>
    </p:spTree>
    <p:extLst>
      <p:ext uri="{BB962C8B-B14F-4D97-AF65-F5344CB8AC3E}">
        <p14:creationId xmlns:p14="http://schemas.microsoft.com/office/powerpoint/2010/main" val="265430515"/>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matchingName="48_Пользовательский макет">
  <p:cSld name="48_Пользовательский макет">
    <p:spTree>
      <p:nvGrpSpPr>
        <p:cNvPr id="1" name="Shape 182"/>
        <p:cNvGrpSpPr/>
        <p:nvPr/>
      </p:nvGrpSpPr>
      <p:grpSpPr>
        <a:xfrm>
          <a:off x="0" y="0"/>
          <a:ext cx="0" cy="0"/>
          <a:chOff x="0" y="0"/>
          <a:chExt cx="0" cy="0"/>
        </a:xfrm>
      </p:grpSpPr>
      <p:sp>
        <p:nvSpPr>
          <p:cNvPr id="183" name="Google Shape;183;p69"/>
          <p:cNvSpPr>
            <a:spLocks noGrp="1"/>
          </p:cNvSpPr>
          <p:nvPr>
            <p:ph type="pic" idx="2"/>
          </p:nvPr>
        </p:nvSpPr>
        <p:spPr>
          <a:xfrm>
            <a:off x="1277128" y="1"/>
            <a:ext cx="10914873" cy="4198135"/>
          </a:xfrm>
          <a:prstGeom prst="rect">
            <a:avLst/>
          </a:prstGeom>
          <a:solidFill>
            <a:srgbClr val="0C0C0C"/>
          </a:solidFill>
          <a:ln>
            <a:noFill/>
          </a:ln>
        </p:spPr>
      </p:sp>
    </p:spTree>
    <p:extLst>
      <p:ext uri="{BB962C8B-B14F-4D97-AF65-F5344CB8AC3E}">
        <p14:creationId xmlns:p14="http://schemas.microsoft.com/office/powerpoint/2010/main" val="1611934044"/>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matchingName="49_Пользовательский макет">
  <p:cSld name="49_Пользовательский макет">
    <p:spTree>
      <p:nvGrpSpPr>
        <p:cNvPr id="1" name="Shape 184"/>
        <p:cNvGrpSpPr/>
        <p:nvPr/>
      </p:nvGrpSpPr>
      <p:grpSpPr>
        <a:xfrm>
          <a:off x="0" y="0"/>
          <a:ext cx="0" cy="0"/>
          <a:chOff x="0" y="0"/>
          <a:chExt cx="0" cy="0"/>
        </a:xfrm>
      </p:grpSpPr>
      <p:sp>
        <p:nvSpPr>
          <p:cNvPr id="185" name="Google Shape;185;p70"/>
          <p:cNvSpPr>
            <a:spLocks noGrp="1"/>
          </p:cNvSpPr>
          <p:nvPr>
            <p:ph type="pic" idx="2"/>
          </p:nvPr>
        </p:nvSpPr>
        <p:spPr>
          <a:xfrm>
            <a:off x="1190258" y="966755"/>
            <a:ext cx="3448388" cy="4965036"/>
          </a:xfrm>
          <a:prstGeom prst="rect">
            <a:avLst/>
          </a:prstGeom>
          <a:solidFill>
            <a:srgbClr val="0C0C0C"/>
          </a:solidFill>
          <a:ln>
            <a:noFill/>
          </a:ln>
        </p:spPr>
      </p:sp>
    </p:spTree>
    <p:extLst>
      <p:ext uri="{BB962C8B-B14F-4D97-AF65-F5344CB8AC3E}">
        <p14:creationId xmlns:p14="http://schemas.microsoft.com/office/powerpoint/2010/main" val="2196683439"/>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matchingName="50_Пользовательский макет">
  <p:cSld name="50_Пользовательский макет">
    <p:spTree>
      <p:nvGrpSpPr>
        <p:cNvPr id="1" name="Shape 186"/>
        <p:cNvGrpSpPr/>
        <p:nvPr/>
      </p:nvGrpSpPr>
      <p:grpSpPr>
        <a:xfrm>
          <a:off x="0" y="0"/>
          <a:ext cx="0" cy="0"/>
          <a:chOff x="0" y="0"/>
          <a:chExt cx="0" cy="0"/>
        </a:xfrm>
      </p:grpSpPr>
      <p:sp>
        <p:nvSpPr>
          <p:cNvPr id="187" name="Google Shape;187;p71"/>
          <p:cNvSpPr>
            <a:spLocks noGrp="1"/>
          </p:cNvSpPr>
          <p:nvPr>
            <p:ph type="pic" idx="2"/>
          </p:nvPr>
        </p:nvSpPr>
        <p:spPr>
          <a:xfrm rot="-8040000">
            <a:off x="-1394261" y="-1468747"/>
            <a:ext cx="9546903" cy="9689233"/>
          </a:xfrm>
          <a:prstGeom prst="rect">
            <a:avLst/>
          </a:prstGeom>
          <a:solidFill>
            <a:srgbClr val="0C0C0C"/>
          </a:solidFill>
          <a:ln>
            <a:noFill/>
          </a:ln>
        </p:spPr>
      </p:sp>
    </p:spTree>
    <p:extLst>
      <p:ext uri="{BB962C8B-B14F-4D97-AF65-F5344CB8AC3E}">
        <p14:creationId xmlns:p14="http://schemas.microsoft.com/office/powerpoint/2010/main" val="2769700625"/>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matchingName="51_Пользовательский макет">
  <p:cSld name="51_Пользовательский макет">
    <p:spTree>
      <p:nvGrpSpPr>
        <p:cNvPr id="1" name="Shape 188"/>
        <p:cNvGrpSpPr/>
        <p:nvPr/>
      </p:nvGrpSpPr>
      <p:grpSpPr>
        <a:xfrm>
          <a:off x="0" y="0"/>
          <a:ext cx="0" cy="0"/>
          <a:chOff x="0" y="0"/>
          <a:chExt cx="0" cy="0"/>
        </a:xfrm>
      </p:grpSpPr>
      <p:sp>
        <p:nvSpPr>
          <p:cNvPr id="189" name="Google Shape;189;p72"/>
          <p:cNvSpPr>
            <a:spLocks noGrp="1"/>
          </p:cNvSpPr>
          <p:nvPr>
            <p:ph type="pic" idx="2"/>
          </p:nvPr>
        </p:nvSpPr>
        <p:spPr>
          <a:xfrm rot="10800000">
            <a:off x="1428408" y="1318508"/>
            <a:ext cx="4819088" cy="4062272"/>
          </a:xfrm>
          <a:prstGeom prst="rect">
            <a:avLst/>
          </a:prstGeom>
          <a:solidFill>
            <a:schemeClr val="dk1"/>
          </a:solidFill>
          <a:ln>
            <a:noFill/>
          </a:ln>
        </p:spPr>
      </p:sp>
    </p:spTree>
    <p:extLst>
      <p:ext uri="{BB962C8B-B14F-4D97-AF65-F5344CB8AC3E}">
        <p14:creationId xmlns:p14="http://schemas.microsoft.com/office/powerpoint/2010/main" val="138588087"/>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matchingName="52_Пользовательский макет">
  <p:cSld name="52_Пользовательский макет">
    <p:spTree>
      <p:nvGrpSpPr>
        <p:cNvPr id="1" name="Shape 190"/>
        <p:cNvGrpSpPr/>
        <p:nvPr/>
      </p:nvGrpSpPr>
      <p:grpSpPr>
        <a:xfrm>
          <a:off x="0" y="0"/>
          <a:ext cx="0" cy="0"/>
          <a:chOff x="0" y="0"/>
          <a:chExt cx="0" cy="0"/>
        </a:xfrm>
      </p:grpSpPr>
      <p:sp>
        <p:nvSpPr>
          <p:cNvPr id="191" name="Google Shape;191;p73"/>
          <p:cNvSpPr>
            <a:spLocks noGrp="1"/>
          </p:cNvSpPr>
          <p:nvPr>
            <p:ph type="pic" idx="2"/>
          </p:nvPr>
        </p:nvSpPr>
        <p:spPr>
          <a:xfrm>
            <a:off x="800099" y="972749"/>
            <a:ext cx="4617765" cy="4568683"/>
          </a:xfrm>
          <a:prstGeom prst="rect">
            <a:avLst/>
          </a:prstGeom>
          <a:solidFill>
            <a:schemeClr val="dk1"/>
          </a:solidFill>
          <a:ln>
            <a:noFill/>
          </a:ln>
        </p:spPr>
      </p:sp>
    </p:spTree>
    <p:extLst>
      <p:ext uri="{BB962C8B-B14F-4D97-AF65-F5344CB8AC3E}">
        <p14:creationId xmlns:p14="http://schemas.microsoft.com/office/powerpoint/2010/main" val="401520643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matchingName="53_Пользовательский макет">
  <p:cSld name="53_Пользовательский макет">
    <p:spTree>
      <p:nvGrpSpPr>
        <p:cNvPr id="1" name="Shape 192"/>
        <p:cNvGrpSpPr/>
        <p:nvPr/>
      </p:nvGrpSpPr>
      <p:grpSpPr>
        <a:xfrm>
          <a:off x="0" y="0"/>
          <a:ext cx="0" cy="0"/>
          <a:chOff x="0" y="0"/>
          <a:chExt cx="0" cy="0"/>
        </a:xfrm>
      </p:grpSpPr>
      <p:sp>
        <p:nvSpPr>
          <p:cNvPr id="193" name="Google Shape;193;p74"/>
          <p:cNvSpPr>
            <a:spLocks noGrp="1"/>
          </p:cNvSpPr>
          <p:nvPr>
            <p:ph type="pic" idx="2"/>
          </p:nvPr>
        </p:nvSpPr>
        <p:spPr>
          <a:xfrm>
            <a:off x="-50799" y="0"/>
            <a:ext cx="4133563" cy="3310467"/>
          </a:xfrm>
          <a:prstGeom prst="rect">
            <a:avLst/>
          </a:prstGeom>
          <a:solidFill>
            <a:schemeClr val="dk1"/>
          </a:solidFill>
          <a:ln>
            <a:noFill/>
          </a:ln>
        </p:spPr>
      </p:sp>
      <p:sp>
        <p:nvSpPr>
          <p:cNvPr id="194" name="Google Shape;194;p74"/>
          <p:cNvSpPr>
            <a:spLocks noGrp="1"/>
          </p:cNvSpPr>
          <p:nvPr>
            <p:ph type="pic" idx="3"/>
          </p:nvPr>
        </p:nvSpPr>
        <p:spPr>
          <a:xfrm>
            <a:off x="1680909" y="1806733"/>
            <a:ext cx="6096764" cy="3564467"/>
          </a:xfrm>
          <a:prstGeom prst="parallelogram">
            <a:avLst>
              <a:gd name="adj" fmla="val 48478"/>
            </a:avLst>
          </a:prstGeom>
          <a:solidFill>
            <a:schemeClr val="dk1"/>
          </a:solidFill>
          <a:ln>
            <a:noFill/>
          </a:ln>
        </p:spPr>
      </p:sp>
    </p:spTree>
    <p:extLst>
      <p:ext uri="{BB962C8B-B14F-4D97-AF65-F5344CB8AC3E}">
        <p14:creationId xmlns:p14="http://schemas.microsoft.com/office/powerpoint/2010/main" val="1869108092"/>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matchingName="54_Пользовательский макет">
  <p:cSld name="54_Пользовательский макет">
    <p:spTree>
      <p:nvGrpSpPr>
        <p:cNvPr id="1" name="Shape 195"/>
        <p:cNvGrpSpPr/>
        <p:nvPr/>
      </p:nvGrpSpPr>
      <p:grpSpPr>
        <a:xfrm>
          <a:off x="0" y="0"/>
          <a:ext cx="0" cy="0"/>
          <a:chOff x="0" y="0"/>
          <a:chExt cx="0" cy="0"/>
        </a:xfrm>
      </p:grpSpPr>
      <p:sp>
        <p:nvSpPr>
          <p:cNvPr id="196" name="Google Shape;196;p75"/>
          <p:cNvSpPr>
            <a:spLocks noGrp="1"/>
          </p:cNvSpPr>
          <p:nvPr>
            <p:ph type="pic" idx="2"/>
          </p:nvPr>
        </p:nvSpPr>
        <p:spPr>
          <a:xfrm>
            <a:off x="6001389" y="2070477"/>
            <a:ext cx="5526904" cy="4787524"/>
          </a:xfrm>
          <a:prstGeom prst="triangle">
            <a:avLst>
              <a:gd name="adj" fmla="val 50000"/>
            </a:avLst>
          </a:prstGeom>
          <a:solidFill>
            <a:schemeClr val="dk1"/>
          </a:solidFill>
          <a:ln>
            <a:noFill/>
          </a:ln>
        </p:spPr>
      </p:sp>
    </p:spTree>
    <p:extLst>
      <p:ext uri="{BB962C8B-B14F-4D97-AF65-F5344CB8AC3E}">
        <p14:creationId xmlns:p14="http://schemas.microsoft.com/office/powerpoint/2010/main" val="421408249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matchingName="55_Пользовательский макет">
  <p:cSld name="55_Пользовательский макет">
    <p:spTree>
      <p:nvGrpSpPr>
        <p:cNvPr id="1" name="Shape 197"/>
        <p:cNvGrpSpPr/>
        <p:nvPr/>
      </p:nvGrpSpPr>
      <p:grpSpPr>
        <a:xfrm>
          <a:off x="0" y="0"/>
          <a:ext cx="0" cy="0"/>
          <a:chOff x="0" y="0"/>
          <a:chExt cx="0" cy="0"/>
        </a:xfrm>
      </p:grpSpPr>
      <p:sp>
        <p:nvSpPr>
          <p:cNvPr id="198" name="Google Shape;198;p76"/>
          <p:cNvSpPr>
            <a:spLocks noGrp="1"/>
          </p:cNvSpPr>
          <p:nvPr>
            <p:ph type="pic" idx="2"/>
          </p:nvPr>
        </p:nvSpPr>
        <p:spPr>
          <a:xfrm rot="2700000">
            <a:off x="1498724" y="1009012"/>
            <a:ext cx="2688651" cy="4668451"/>
          </a:xfrm>
          <a:prstGeom prst="rect">
            <a:avLst/>
          </a:prstGeom>
          <a:solidFill>
            <a:srgbClr val="0C0C0C"/>
          </a:solidFill>
          <a:ln>
            <a:noFill/>
          </a:ln>
        </p:spPr>
      </p:sp>
    </p:spTree>
    <p:extLst>
      <p:ext uri="{BB962C8B-B14F-4D97-AF65-F5344CB8AC3E}">
        <p14:creationId xmlns:p14="http://schemas.microsoft.com/office/powerpoint/2010/main" val="117892058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matchingName="11_Титульный слайд">
  <p:cSld name="11_Титульный слайд">
    <p:spTree>
      <p:nvGrpSpPr>
        <p:cNvPr id="1" name="Shape 199"/>
        <p:cNvGrpSpPr/>
        <p:nvPr/>
      </p:nvGrpSpPr>
      <p:grpSpPr>
        <a:xfrm>
          <a:off x="0" y="0"/>
          <a:ext cx="0" cy="0"/>
          <a:chOff x="0" y="0"/>
          <a:chExt cx="0" cy="0"/>
        </a:xfrm>
      </p:grpSpPr>
      <p:sp>
        <p:nvSpPr>
          <p:cNvPr id="200" name="Google Shape;200;p77"/>
          <p:cNvSpPr>
            <a:spLocks noGrp="1"/>
          </p:cNvSpPr>
          <p:nvPr>
            <p:ph type="pic" idx="2"/>
          </p:nvPr>
        </p:nvSpPr>
        <p:spPr>
          <a:xfrm>
            <a:off x="1" y="0"/>
            <a:ext cx="12199215" cy="6858000"/>
          </a:xfrm>
          <a:prstGeom prst="rect">
            <a:avLst/>
          </a:prstGeom>
          <a:gradFill>
            <a:gsLst>
              <a:gs pos="0">
                <a:srgbClr val="FFD44D"/>
              </a:gs>
              <a:gs pos="100000">
                <a:srgbClr val="ED7931"/>
              </a:gs>
            </a:gsLst>
            <a:lin ang="4140000" scaled="0"/>
          </a:gradFill>
          <a:ln>
            <a:noFill/>
          </a:ln>
        </p:spPr>
      </p:sp>
    </p:spTree>
    <p:extLst>
      <p:ext uri="{BB962C8B-B14F-4D97-AF65-F5344CB8AC3E}">
        <p14:creationId xmlns:p14="http://schemas.microsoft.com/office/powerpoint/2010/main" val="1595058339"/>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matchingName="56_Пользовательский макет">
  <p:cSld name="56_Пользовательский макет">
    <p:spTree>
      <p:nvGrpSpPr>
        <p:cNvPr id="1" name="Shape 201"/>
        <p:cNvGrpSpPr/>
        <p:nvPr/>
      </p:nvGrpSpPr>
      <p:grpSpPr>
        <a:xfrm>
          <a:off x="0" y="0"/>
          <a:ext cx="0" cy="0"/>
          <a:chOff x="0" y="0"/>
          <a:chExt cx="0" cy="0"/>
        </a:xfrm>
      </p:grpSpPr>
      <p:sp>
        <p:nvSpPr>
          <p:cNvPr id="202" name="Google Shape;202;p78"/>
          <p:cNvSpPr>
            <a:spLocks noGrp="1"/>
          </p:cNvSpPr>
          <p:nvPr>
            <p:ph type="pic" idx="2"/>
          </p:nvPr>
        </p:nvSpPr>
        <p:spPr>
          <a:xfrm>
            <a:off x="1" y="0"/>
            <a:ext cx="12199215" cy="6858000"/>
          </a:xfrm>
          <a:prstGeom prst="rect">
            <a:avLst/>
          </a:prstGeom>
          <a:gradFill>
            <a:gsLst>
              <a:gs pos="0">
                <a:srgbClr val="28B5D1"/>
              </a:gs>
              <a:gs pos="100000">
                <a:srgbClr val="2F5EEB"/>
              </a:gs>
            </a:gsLst>
            <a:lin ang="4140000" scaled="0"/>
          </a:gradFill>
          <a:ln>
            <a:noFill/>
          </a:ln>
        </p:spPr>
      </p:sp>
    </p:spTree>
    <p:extLst>
      <p:ext uri="{BB962C8B-B14F-4D97-AF65-F5344CB8AC3E}">
        <p14:creationId xmlns:p14="http://schemas.microsoft.com/office/powerpoint/2010/main" val="3367499270"/>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matchingName="57_Пользовательский макет">
  <p:cSld name="57_Пользовательский макет">
    <p:spTree>
      <p:nvGrpSpPr>
        <p:cNvPr id="1" name="Shape 203"/>
        <p:cNvGrpSpPr/>
        <p:nvPr/>
      </p:nvGrpSpPr>
      <p:grpSpPr>
        <a:xfrm>
          <a:off x="0" y="0"/>
          <a:ext cx="0" cy="0"/>
          <a:chOff x="0" y="0"/>
          <a:chExt cx="0" cy="0"/>
        </a:xfrm>
      </p:grpSpPr>
      <p:sp>
        <p:nvSpPr>
          <p:cNvPr id="204" name="Google Shape;204;p79"/>
          <p:cNvSpPr>
            <a:spLocks noGrp="1"/>
          </p:cNvSpPr>
          <p:nvPr>
            <p:ph type="pic" idx="2"/>
          </p:nvPr>
        </p:nvSpPr>
        <p:spPr>
          <a:xfrm>
            <a:off x="1" y="0"/>
            <a:ext cx="12199215" cy="6858000"/>
          </a:xfrm>
          <a:prstGeom prst="rect">
            <a:avLst/>
          </a:prstGeom>
          <a:gradFill>
            <a:gsLst>
              <a:gs pos="0">
                <a:srgbClr val="31B782"/>
              </a:gs>
              <a:gs pos="100000">
                <a:srgbClr val="128C46"/>
              </a:gs>
            </a:gsLst>
            <a:lin ang="4140000" scaled="0"/>
          </a:gradFill>
          <a:ln>
            <a:noFill/>
          </a:ln>
        </p:spPr>
      </p:sp>
    </p:spTree>
    <p:extLst>
      <p:ext uri="{BB962C8B-B14F-4D97-AF65-F5344CB8AC3E}">
        <p14:creationId xmlns:p14="http://schemas.microsoft.com/office/powerpoint/2010/main" val="31997135"/>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matchingName="58_Пользовательский макет">
  <p:cSld name="58_Пользовательский макет">
    <p:spTree>
      <p:nvGrpSpPr>
        <p:cNvPr id="1" name="Shape 205"/>
        <p:cNvGrpSpPr/>
        <p:nvPr/>
      </p:nvGrpSpPr>
      <p:grpSpPr>
        <a:xfrm>
          <a:off x="0" y="0"/>
          <a:ext cx="0" cy="0"/>
          <a:chOff x="0" y="0"/>
          <a:chExt cx="0" cy="0"/>
        </a:xfrm>
      </p:grpSpPr>
      <p:sp>
        <p:nvSpPr>
          <p:cNvPr id="206" name="Google Shape;206;p80"/>
          <p:cNvSpPr>
            <a:spLocks noGrp="1"/>
          </p:cNvSpPr>
          <p:nvPr>
            <p:ph type="pic" idx="2"/>
          </p:nvPr>
        </p:nvSpPr>
        <p:spPr>
          <a:xfrm>
            <a:off x="1" y="0"/>
            <a:ext cx="12199215" cy="6858000"/>
          </a:xfrm>
          <a:prstGeom prst="rect">
            <a:avLst/>
          </a:prstGeom>
          <a:gradFill>
            <a:gsLst>
              <a:gs pos="0">
                <a:srgbClr val="8F8F8F"/>
              </a:gs>
              <a:gs pos="100000">
                <a:srgbClr val="3C3C3C"/>
              </a:gs>
            </a:gsLst>
            <a:lin ang="4140000" scaled="0"/>
          </a:gradFill>
          <a:ln>
            <a:noFill/>
          </a:ln>
        </p:spPr>
      </p:sp>
    </p:spTree>
    <p:extLst>
      <p:ext uri="{BB962C8B-B14F-4D97-AF65-F5344CB8AC3E}">
        <p14:creationId xmlns:p14="http://schemas.microsoft.com/office/powerpoint/2010/main" val="36467646"/>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matchingName="59_Пользовательский макет">
  <p:cSld name="59_Пользовательский макет">
    <p:spTree>
      <p:nvGrpSpPr>
        <p:cNvPr id="1" name="Shape 207"/>
        <p:cNvGrpSpPr/>
        <p:nvPr/>
      </p:nvGrpSpPr>
      <p:grpSpPr>
        <a:xfrm>
          <a:off x="0" y="0"/>
          <a:ext cx="0" cy="0"/>
          <a:chOff x="0" y="0"/>
          <a:chExt cx="0" cy="0"/>
        </a:xfrm>
      </p:grpSpPr>
      <p:sp>
        <p:nvSpPr>
          <p:cNvPr id="208" name="Google Shape;208;p81"/>
          <p:cNvSpPr>
            <a:spLocks noGrp="1"/>
          </p:cNvSpPr>
          <p:nvPr>
            <p:ph type="pic" idx="2"/>
          </p:nvPr>
        </p:nvSpPr>
        <p:spPr>
          <a:xfrm>
            <a:off x="1" y="0"/>
            <a:ext cx="12199215" cy="6858000"/>
          </a:xfrm>
          <a:prstGeom prst="rect">
            <a:avLst/>
          </a:prstGeom>
          <a:gradFill>
            <a:gsLst>
              <a:gs pos="0">
                <a:srgbClr val="874EE8"/>
              </a:gs>
              <a:gs pos="100000">
                <a:srgbClr val="2F1789"/>
              </a:gs>
            </a:gsLst>
            <a:lin ang="4140000" scaled="0"/>
          </a:gradFill>
          <a:ln>
            <a:noFill/>
          </a:ln>
        </p:spPr>
      </p:sp>
    </p:spTree>
    <p:extLst>
      <p:ext uri="{BB962C8B-B14F-4D97-AF65-F5344CB8AC3E}">
        <p14:creationId xmlns:p14="http://schemas.microsoft.com/office/powerpoint/2010/main" val="3605873946"/>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matchingName="60_Пользовательский макет">
  <p:cSld name="60_Пользовательский макет">
    <p:spTree>
      <p:nvGrpSpPr>
        <p:cNvPr id="1" name="Shape 209"/>
        <p:cNvGrpSpPr/>
        <p:nvPr/>
      </p:nvGrpSpPr>
      <p:grpSpPr>
        <a:xfrm>
          <a:off x="0" y="0"/>
          <a:ext cx="0" cy="0"/>
          <a:chOff x="0" y="0"/>
          <a:chExt cx="0" cy="0"/>
        </a:xfrm>
      </p:grpSpPr>
      <p:sp>
        <p:nvSpPr>
          <p:cNvPr id="210" name="Google Shape;210;p82"/>
          <p:cNvSpPr>
            <a:spLocks noGrp="1"/>
          </p:cNvSpPr>
          <p:nvPr>
            <p:ph type="pic" idx="2"/>
          </p:nvPr>
        </p:nvSpPr>
        <p:spPr>
          <a:xfrm>
            <a:off x="1" y="0"/>
            <a:ext cx="12199215" cy="6858000"/>
          </a:xfrm>
          <a:prstGeom prst="rect">
            <a:avLst/>
          </a:prstGeom>
          <a:gradFill>
            <a:gsLst>
              <a:gs pos="0">
                <a:srgbClr val="FFD478"/>
              </a:gs>
              <a:gs pos="100000">
                <a:srgbClr val="FFBD51"/>
              </a:gs>
            </a:gsLst>
            <a:lin ang="4140000" scaled="0"/>
          </a:gradFill>
          <a:ln>
            <a:noFill/>
          </a:ln>
        </p:spPr>
      </p:sp>
    </p:spTree>
    <p:extLst>
      <p:ext uri="{BB962C8B-B14F-4D97-AF65-F5344CB8AC3E}">
        <p14:creationId xmlns:p14="http://schemas.microsoft.com/office/powerpoint/2010/main" val="2160548810"/>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matchingName="61_Пользовательский макет">
  <p:cSld name="61_Пользовательский макет">
    <p:spTree>
      <p:nvGrpSpPr>
        <p:cNvPr id="1" name="Shape 211"/>
        <p:cNvGrpSpPr/>
        <p:nvPr/>
      </p:nvGrpSpPr>
      <p:grpSpPr>
        <a:xfrm>
          <a:off x="0" y="0"/>
          <a:ext cx="0" cy="0"/>
          <a:chOff x="0" y="0"/>
          <a:chExt cx="0" cy="0"/>
        </a:xfrm>
      </p:grpSpPr>
      <p:sp>
        <p:nvSpPr>
          <p:cNvPr id="212" name="Google Shape;212;p83"/>
          <p:cNvSpPr>
            <a:spLocks noGrp="1"/>
          </p:cNvSpPr>
          <p:nvPr>
            <p:ph type="pic" idx="2"/>
          </p:nvPr>
        </p:nvSpPr>
        <p:spPr>
          <a:xfrm>
            <a:off x="1" y="0"/>
            <a:ext cx="12199215" cy="6858000"/>
          </a:xfrm>
          <a:prstGeom prst="rect">
            <a:avLst/>
          </a:prstGeom>
          <a:gradFill>
            <a:gsLst>
              <a:gs pos="0">
                <a:srgbClr val="AF9680"/>
              </a:gs>
              <a:gs pos="100000">
                <a:srgbClr val="65554B"/>
              </a:gs>
            </a:gsLst>
            <a:lin ang="4140000" scaled="0"/>
          </a:gradFill>
          <a:ln>
            <a:noFill/>
          </a:ln>
        </p:spPr>
      </p:sp>
    </p:spTree>
    <p:extLst>
      <p:ext uri="{BB962C8B-B14F-4D97-AF65-F5344CB8AC3E}">
        <p14:creationId xmlns:p14="http://schemas.microsoft.com/office/powerpoint/2010/main" val="4207335316"/>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matchingName="62_Пользовательский макет">
  <p:cSld name="62_Пользовательский макет">
    <p:spTree>
      <p:nvGrpSpPr>
        <p:cNvPr id="1" name="Shape 213"/>
        <p:cNvGrpSpPr/>
        <p:nvPr/>
      </p:nvGrpSpPr>
      <p:grpSpPr>
        <a:xfrm>
          <a:off x="0" y="0"/>
          <a:ext cx="0" cy="0"/>
          <a:chOff x="0" y="0"/>
          <a:chExt cx="0" cy="0"/>
        </a:xfrm>
      </p:grpSpPr>
      <p:sp>
        <p:nvSpPr>
          <p:cNvPr id="214" name="Google Shape;214;p84"/>
          <p:cNvSpPr>
            <a:spLocks noGrp="1"/>
          </p:cNvSpPr>
          <p:nvPr>
            <p:ph type="pic" idx="2"/>
          </p:nvPr>
        </p:nvSpPr>
        <p:spPr>
          <a:xfrm>
            <a:off x="1" y="0"/>
            <a:ext cx="12199215" cy="6858000"/>
          </a:xfrm>
          <a:prstGeom prst="rect">
            <a:avLst/>
          </a:prstGeom>
          <a:gradFill>
            <a:gsLst>
              <a:gs pos="0">
                <a:srgbClr val="235DB6"/>
              </a:gs>
              <a:gs pos="100000">
                <a:srgbClr val="0C1F3D"/>
              </a:gs>
            </a:gsLst>
            <a:lin ang="4140000" scaled="0"/>
          </a:gradFill>
          <a:ln>
            <a:noFill/>
          </a:ln>
        </p:spPr>
      </p:sp>
    </p:spTree>
    <p:extLst>
      <p:ext uri="{BB962C8B-B14F-4D97-AF65-F5344CB8AC3E}">
        <p14:creationId xmlns:p14="http://schemas.microsoft.com/office/powerpoint/2010/main" val="3284640358"/>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matchingName="63_Пользовательский макет">
  <p:cSld name="63_Пользовательский макет">
    <p:spTree>
      <p:nvGrpSpPr>
        <p:cNvPr id="1" name="Shape 215"/>
        <p:cNvGrpSpPr/>
        <p:nvPr/>
      </p:nvGrpSpPr>
      <p:grpSpPr>
        <a:xfrm>
          <a:off x="0" y="0"/>
          <a:ext cx="0" cy="0"/>
          <a:chOff x="0" y="0"/>
          <a:chExt cx="0" cy="0"/>
        </a:xfrm>
      </p:grpSpPr>
      <p:sp>
        <p:nvSpPr>
          <p:cNvPr id="216" name="Google Shape;216;p85"/>
          <p:cNvSpPr>
            <a:spLocks noGrp="1"/>
          </p:cNvSpPr>
          <p:nvPr>
            <p:ph type="pic" idx="2"/>
          </p:nvPr>
        </p:nvSpPr>
        <p:spPr>
          <a:xfrm>
            <a:off x="1" y="0"/>
            <a:ext cx="12199215" cy="6858000"/>
          </a:xfrm>
          <a:prstGeom prst="rect">
            <a:avLst/>
          </a:prstGeom>
          <a:gradFill>
            <a:gsLst>
              <a:gs pos="0">
                <a:srgbClr val="2E949D"/>
              </a:gs>
              <a:gs pos="100000">
                <a:srgbClr val="155058"/>
              </a:gs>
            </a:gsLst>
            <a:lin ang="4140000" scaled="0"/>
          </a:gradFill>
          <a:ln>
            <a:noFill/>
          </a:ln>
        </p:spPr>
      </p:sp>
    </p:spTree>
    <p:extLst>
      <p:ext uri="{BB962C8B-B14F-4D97-AF65-F5344CB8AC3E}">
        <p14:creationId xmlns:p14="http://schemas.microsoft.com/office/powerpoint/2010/main" val="1179047698"/>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matchingName="64_Пользовательский макет">
  <p:cSld name="64_Пользовательский макет">
    <p:spTree>
      <p:nvGrpSpPr>
        <p:cNvPr id="1" name="Shape 217"/>
        <p:cNvGrpSpPr/>
        <p:nvPr/>
      </p:nvGrpSpPr>
      <p:grpSpPr>
        <a:xfrm>
          <a:off x="0" y="0"/>
          <a:ext cx="0" cy="0"/>
          <a:chOff x="0" y="0"/>
          <a:chExt cx="0" cy="0"/>
        </a:xfrm>
      </p:grpSpPr>
      <p:sp>
        <p:nvSpPr>
          <p:cNvPr id="218" name="Google Shape;218;p86"/>
          <p:cNvSpPr>
            <a:spLocks noGrp="1"/>
          </p:cNvSpPr>
          <p:nvPr>
            <p:ph type="pic" idx="2"/>
          </p:nvPr>
        </p:nvSpPr>
        <p:spPr>
          <a:xfrm>
            <a:off x="1" y="0"/>
            <a:ext cx="12199215" cy="6858000"/>
          </a:xfrm>
          <a:prstGeom prst="rect">
            <a:avLst/>
          </a:prstGeom>
          <a:gradFill>
            <a:gsLst>
              <a:gs pos="0">
                <a:srgbClr val="E62820"/>
              </a:gs>
              <a:gs pos="100000">
                <a:srgbClr val="AB1F1B"/>
              </a:gs>
            </a:gsLst>
            <a:lin ang="4140000" scaled="0"/>
          </a:gradFill>
          <a:ln>
            <a:noFill/>
          </a:ln>
        </p:spPr>
      </p:sp>
    </p:spTree>
    <p:extLst>
      <p:ext uri="{BB962C8B-B14F-4D97-AF65-F5344CB8AC3E}">
        <p14:creationId xmlns:p14="http://schemas.microsoft.com/office/powerpoint/2010/main" val="2671101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8.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50" Type="http://schemas.openxmlformats.org/officeDocument/2006/relationships/slideLayout" Target="../slideLayouts/slideLayout62.xml"/><Relationship Id="rId55" Type="http://schemas.openxmlformats.org/officeDocument/2006/relationships/slideLayout" Target="../slideLayouts/slideLayout67.xml"/><Relationship Id="rId63" Type="http://schemas.openxmlformats.org/officeDocument/2006/relationships/slideLayout" Target="../slideLayouts/slideLayout7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9" Type="http://schemas.openxmlformats.org/officeDocument/2006/relationships/slideLayout" Target="../slideLayouts/slideLayout41.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3" Type="http://schemas.openxmlformats.org/officeDocument/2006/relationships/slideLayout" Target="../slideLayouts/slideLayout65.xml"/><Relationship Id="rId58" Type="http://schemas.openxmlformats.org/officeDocument/2006/relationships/slideLayout" Target="../slideLayouts/slideLayout70.xml"/><Relationship Id="rId66" Type="http://schemas.openxmlformats.org/officeDocument/2006/relationships/slideLayout" Target="../slideLayouts/slideLayout78.xml"/><Relationship Id="rId5" Type="http://schemas.openxmlformats.org/officeDocument/2006/relationships/slideLayout" Target="../slideLayouts/slideLayout17.xml"/><Relationship Id="rId61" Type="http://schemas.openxmlformats.org/officeDocument/2006/relationships/slideLayout" Target="../slideLayouts/slideLayout73.xml"/><Relationship Id="rId19" Type="http://schemas.openxmlformats.org/officeDocument/2006/relationships/slideLayout" Target="../slideLayouts/slideLayout3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56" Type="http://schemas.openxmlformats.org/officeDocument/2006/relationships/slideLayout" Target="../slideLayouts/slideLayout68.xml"/><Relationship Id="rId64" Type="http://schemas.openxmlformats.org/officeDocument/2006/relationships/slideLayout" Target="../slideLayouts/slideLayout76.xml"/><Relationship Id="rId8" Type="http://schemas.openxmlformats.org/officeDocument/2006/relationships/slideLayout" Target="../slideLayouts/slideLayout20.xml"/><Relationship Id="rId51" Type="http://schemas.openxmlformats.org/officeDocument/2006/relationships/slideLayout" Target="../slideLayouts/slideLayout63.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59" Type="http://schemas.openxmlformats.org/officeDocument/2006/relationships/slideLayout" Target="../slideLayouts/slideLayout71.xml"/><Relationship Id="rId67" Type="http://schemas.openxmlformats.org/officeDocument/2006/relationships/theme" Target="../theme/theme2.xml"/><Relationship Id="rId20" Type="http://schemas.openxmlformats.org/officeDocument/2006/relationships/slideLayout" Target="../slideLayouts/slideLayout32.xml"/><Relationship Id="rId41" Type="http://schemas.openxmlformats.org/officeDocument/2006/relationships/slideLayout" Target="../slideLayouts/slideLayout53.xml"/><Relationship Id="rId54" Type="http://schemas.openxmlformats.org/officeDocument/2006/relationships/slideLayout" Target="../slideLayouts/slideLayout66.xml"/><Relationship Id="rId62" Type="http://schemas.openxmlformats.org/officeDocument/2006/relationships/slideLayout" Target="../slideLayouts/slideLayout7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slideLayout" Target="../slideLayouts/slideLayout61.xml"/><Relationship Id="rId57" Type="http://schemas.openxmlformats.org/officeDocument/2006/relationships/slideLayout" Target="../slideLayouts/slideLayout69.xml"/><Relationship Id="rId10" Type="http://schemas.openxmlformats.org/officeDocument/2006/relationships/slideLayout" Target="../slideLayouts/slideLayout22.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52" Type="http://schemas.openxmlformats.org/officeDocument/2006/relationships/slideLayout" Target="../slideLayouts/slideLayout64.xml"/><Relationship Id="rId60" Type="http://schemas.openxmlformats.org/officeDocument/2006/relationships/slideLayout" Target="../slideLayouts/slideLayout72.xml"/><Relationship Id="rId65" Type="http://schemas.openxmlformats.org/officeDocument/2006/relationships/slideLayout" Target="../slideLayouts/slideLayout77.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9" Type="http://schemas.openxmlformats.org/officeDocument/2006/relationships/slideLayout" Target="../slideLayouts/slideLayout51.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04.xml"/><Relationship Id="rId21" Type="http://schemas.openxmlformats.org/officeDocument/2006/relationships/slideLayout" Target="../slideLayouts/slideLayout99.xml"/><Relationship Id="rId42" Type="http://schemas.openxmlformats.org/officeDocument/2006/relationships/slideLayout" Target="../slideLayouts/slideLayout120.xml"/><Relationship Id="rId47" Type="http://schemas.openxmlformats.org/officeDocument/2006/relationships/slideLayout" Target="../slideLayouts/slideLayout125.xml"/><Relationship Id="rId63" Type="http://schemas.openxmlformats.org/officeDocument/2006/relationships/slideLayout" Target="../slideLayouts/slideLayout141.xml"/><Relationship Id="rId68" Type="http://schemas.openxmlformats.org/officeDocument/2006/relationships/slideLayout" Target="../slideLayouts/slideLayout146.xml"/><Relationship Id="rId7" Type="http://schemas.openxmlformats.org/officeDocument/2006/relationships/slideLayout" Target="../slideLayouts/slideLayout85.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9" Type="http://schemas.openxmlformats.org/officeDocument/2006/relationships/slideLayout" Target="../slideLayouts/slideLayout107.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slideLayout" Target="../slideLayouts/slideLayout110.xml"/><Relationship Id="rId37" Type="http://schemas.openxmlformats.org/officeDocument/2006/relationships/slideLayout" Target="../slideLayouts/slideLayout115.xml"/><Relationship Id="rId40" Type="http://schemas.openxmlformats.org/officeDocument/2006/relationships/slideLayout" Target="../slideLayouts/slideLayout118.xml"/><Relationship Id="rId45" Type="http://schemas.openxmlformats.org/officeDocument/2006/relationships/slideLayout" Target="../slideLayouts/slideLayout123.xml"/><Relationship Id="rId53" Type="http://schemas.openxmlformats.org/officeDocument/2006/relationships/slideLayout" Target="../slideLayouts/slideLayout131.xml"/><Relationship Id="rId58" Type="http://schemas.openxmlformats.org/officeDocument/2006/relationships/slideLayout" Target="../slideLayouts/slideLayout136.xml"/><Relationship Id="rId66" Type="http://schemas.openxmlformats.org/officeDocument/2006/relationships/slideLayout" Target="../slideLayouts/slideLayout144.xml"/><Relationship Id="rId5" Type="http://schemas.openxmlformats.org/officeDocument/2006/relationships/slideLayout" Target="../slideLayouts/slideLayout83.xml"/><Relationship Id="rId61" Type="http://schemas.openxmlformats.org/officeDocument/2006/relationships/slideLayout" Target="../slideLayouts/slideLayout139.xml"/><Relationship Id="rId19" Type="http://schemas.openxmlformats.org/officeDocument/2006/relationships/slideLayout" Target="../slideLayouts/slideLayout9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 Id="rId35" Type="http://schemas.openxmlformats.org/officeDocument/2006/relationships/slideLayout" Target="../slideLayouts/slideLayout113.xml"/><Relationship Id="rId43" Type="http://schemas.openxmlformats.org/officeDocument/2006/relationships/slideLayout" Target="../slideLayouts/slideLayout121.xml"/><Relationship Id="rId48" Type="http://schemas.openxmlformats.org/officeDocument/2006/relationships/slideLayout" Target="../slideLayouts/slideLayout126.xml"/><Relationship Id="rId56" Type="http://schemas.openxmlformats.org/officeDocument/2006/relationships/slideLayout" Target="../slideLayouts/slideLayout134.xml"/><Relationship Id="rId64" Type="http://schemas.openxmlformats.org/officeDocument/2006/relationships/slideLayout" Target="../slideLayouts/slideLayout142.xml"/><Relationship Id="rId69" Type="http://schemas.openxmlformats.org/officeDocument/2006/relationships/theme" Target="../theme/theme3.xml"/><Relationship Id="rId8" Type="http://schemas.openxmlformats.org/officeDocument/2006/relationships/slideLayout" Target="../slideLayouts/slideLayout86.xml"/><Relationship Id="rId51" Type="http://schemas.openxmlformats.org/officeDocument/2006/relationships/slideLayout" Target="../slideLayouts/slideLayout129.xml"/><Relationship Id="rId3" Type="http://schemas.openxmlformats.org/officeDocument/2006/relationships/slideLayout" Target="../slideLayouts/slideLayout81.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slideLayout" Target="../slideLayouts/slideLayout111.xml"/><Relationship Id="rId38" Type="http://schemas.openxmlformats.org/officeDocument/2006/relationships/slideLayout" Target="../slideLayouts/slideLayout116.xml"/><Relationship Id="rId46" Type="http://schemas.openxmlformats.org/officeDocument/2006/relationships/slideLayout" Target="../slideLayouts/slideLayout124.xml"/><Relationship Id="rId59" Type="http://schemas.openxmlformats.org/officeDocument/2006/relationships/slideLayout" Target="../slideLayouts/slideLayout137.xml"/><Relationship Id="rId67" Type="http://schemas.openxmlformats.org/officeDocument/2006/relationships/slideLayout" Target="../slideLayouts/slideLayout145.xml"/><Relationship Id="rId20" Type="http://schemas.openxmlformats.org/officeDocument/2006/relationships/slideLayout" Target="../slideLayouts/slideLayout98.xml"/><Relationship Id="rId41" Type="http://schemas.openxmlformats.org/officeDocument/2006/relationships/slideLayout" Target="../slideLayouts/slideLayout119.xml"/><Relationship Id="rId54" Type="http://schemas.openxmlformats.org/officeDocument/2006/relationships/slideLayout" Target="../slideLayouts/slideLayout132.xml"/><Relationship Id="rId62" Type="http://schemas.openxmlformats.org/officeDocument/2006/relationships/slideLayout" Target="../slideLayouts/slideLayout14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36" Type="http://schemas.openxmlformats.org/officeDocument/2006/relationships/slideLayout" Target="../slideLayouts/slideLayout114.xml"/><Relationship Id="rId49" Type="http://schemas.openxmlformats.org/officeDocument/2006/relationships/slideLayout" Target="../slideLayouts/slideLayout127.xml"/><Relationship Id="rId57" Type="http://schemas.openxmlformats.org/officeDocument/2006/relationships/slideLayout" Target="../slideLayouts/slideLayout135.xml"/><Relationship Id="rId10" Type="http://schemas.openxmlformats.org/officeDocument/2006/relationships/slideLayout" Target="../slideLayouts/slideLayout88.xml"/><Relationship Id="rId31" Type="http://schemas.openxmlformats.org/officeDocument/2006/relationships/slideLayout" Target="../slideLayouts/slideLayout109.xml"/><Relationship Id="rId44" Type="http://schemas.openxmlformats.org/officeDocument/2006/relationships/slideLayout" Target="../slideLayouts/slideLayout122.xml"/><Relationship Id="rId52" Type="http://schemas.openxmlformats.org/officeDocument/2006/relationships/slideLayout" Target="../slideLayouts/slideLayout130.xml"/><Relationship Id="rId60" Type="http://schemas.openxmlformats.org/officeDocument/2006/relationships/slideLayout" Target="../slideLayouts/slideLayout138.xml"/><Relationship Id="rId65" Type="http://schemas.openxmlformats.org/officeDocument/2006/relationships/slideLayout" Target="../slideLayouts/slideLayout143.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3" Type="http://schemas.openxmlformats.org/officeDocument/2006/relationships/slideLayout" Target="../slideLayouts/slideLayout91.xml"/><Relationship Id="rId18" Type="http://schemas.openxmlformats.org/officeDocument/2006/relationships/slideLayout" Target="../slideLayouts/slideLayout96.xml"/><Relationship Id="rId39" Type="http://schemas.openxmlformats.org/officeDocument/2006/relationships/slideLayout" Target="../slideLayouts/slideLayout117.xml"/><Relationship Id="rId34" Type="http://schemas.openxmlformats.org/officeDocument/2006/relationships/slideLayout" Target="../slideLayouts/slideLayout112.xml"/><Relationship Id="rId50" Type="http://schemas.openxmlformats.org/officeDocument/2006/relationships/slideLayout" Target="../slideLayouts/slideLayout128.xml"/><Relationship Id="rId55" Type="http://schemas.openxmlformats.org/officeDocument/2006/relationships/slideLayout" Target="../slideLayouts/slideLayout133.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172.xml"/><Relationship Id="rId21" Type="http://schemas.openxmlformats.org/officeDocument/2006/relationships/slideLayout" Target="../slideLayouts/slideLayout167.xml"/><Relationship Id="rId42" Type="http://schemas.openxmlformats.org/officeDocument/2006/relationships/slideLayout" Target="../slideLayouts/slideLayout188.xml"/><Relationship Id="rId47" Type="http://schemas.openxmlformats.org/officeDocument/2006/relationships/slideLayout" Target="../slideLayouts/slideLayout193.xml"/><Relationship Id="rId63" Type="http://schemas.openxmlformats.org/officeDocument/2006/relationships/slideLayout" Target="../slideLayouts/slideLayout209.xml"/><Relationship Id="rId68" Type="http://schemas.openxmlformats.org/officeDocument/2006/relationships/slideLayout" Target="../slideLayouts/slideLayout214.xml"/><Relationship Id="rId2" Type="http://schemas.openxmlformats.org/officeDocument/2006/relationships/slideLayout" Target="../slideLayouts/slideLayout148.xml"/><Relationship Id="rId16" Type="http://schemas.openxmlformats.org/officeDocument/2006/relationships/slideLayout" Target="../slideLayouts/slideLayout162.xml"/><Relationship Id="rId29" Type="http://schemas.openxmlformats.org/officeDocument/2006/relationships/slideLayout" Target="../slideLayouts/slideLayout175.xml"/><Relationship Id="rId11" Type="http://schemas.openxmlformats.org/officeDocument/2006/relationships/slideLayout" Target="../slideLayouts/slideLayout157.xml"/><Relationship Id="rId24" Type="http://schemas.openxmlformats.org/officeDocument/2006/relationships/slideLayout" Target="../slideLayouts/slideLayout170.xml"/><Relationship Id="rId32" Type="http://schemas.openxmlformats.org/officeDocument/2006/relationships/slideLayout" Target="../slideLayouts/slideLayout178.xml"/><Relationship Id="rId37" Type="http://schemas.openxmlformats.org/officeDocument/2006/relationships/slideLayout" Target="../slideLayouts/slideLayout183.xml"/><Relationship Id="rId40" Type="http://schemas.openxmlformats.org/officeDocument/2006/relationships/slideLayout" Target="../slideLayouts/slideLayout186.xml"/><Relationship Id="rId45" Type="http://schemas.openxmlformats.org/officeDocument/2006/relationships/slideLayout" Target="../slideLayouts/slideLayout191.xml"/><Relationship Id="rId53" Type="http://schemas.openxmlformats.org/officeDocument/2006/relationships/slideLayout" Target="../slideLayouts/slideLayout199.xml"/><Relationship Id="rId58" Type="http://schemas.openxmlformats.org/officeDocument/2006/relationships/slideLayout" Target="../slideLayouts/slideLayout204.xml"/><Relationship Id="rId66" Type="http://schemas.openxmlformats.org/officeDocument/2006/relationships/slideLayout" Target="../slideLayouts/slideLayout212.xml"/><Relationship Id="rId74" Type="http://schemas.openxmlformats.org/officeDocument/2006/relationships/slideLayout" Target="../slideLayouts/slideLayout220.xml"/><Relationship Id="rId5" Type="http://schemas.openxmlformats.org/officeDocument/2006/relationships/slideLayout" Target="../slideLayouts/slideLayout151.xml"/><Relationship Id="rId61" Type="http://schemas.openxmlformats.org/officeDocument/2006/relationships/slideLayout" Target="../slideLayouts/slideLayout207.xml"/><Relationship Id="rId19" Type="http://schemas.openxmlformats.org/officeDocument/2006/relationships/slideLayout" Target="../slideLayouts/slideLayout165.xml"/><Relationship Id="rId14" Type="http://schemas.openxmlformats.org/officeDocument/2006/relationships/slideLayout" Target="../slideLayouts/slideLayout160.xml"/><Relationship Id="rId22" Type="http://schemas.openxmlformats.org/officeDocument/2006/relationships/slideLayout" Target="../slideLayouts/slideLayout168.xml"/><Relationship Id="rId27" Type="http://schemas.openxmlformats.org/officeDocument/2006/relationships/slideLayout" Target="../slideLayouts/slideLayout173.xml"/><Relationship Id="rId30" Type="http://schemas.openxmlformats.org/officeDocument/2006/relationships/slideLayout" Target="../slideLayouts/slideLayout176.xml"/><Relationship Id="rId35" Type="http://schemas.openxmlformats.org/officeDocument/2006/relationships/slideLayout" Target="../slideLayouts/slideLayout181.xml"/><Relationship Id="rId43" Type="http://schemas.openxmlformats.org/officeDocument/2006/relationships/slideLayout" Target="../slideLayouts/slideLayout189.xml"/><Relationship Id="rId48" Type="http://schemas.openxmlformats.org/officeDocument/2006/relationships/slideLayout" Target="../slideLayouts/slideLayout194.xml"/><Relationship Id="rId56" Type="http://schemas.openxmlformats.org/officeDocument/2006/relationships/slideLayout" Target="../slideLayouts/slideLayout202.xml"/><Relationship Id="rId64" Type="http://schemas.openxmlformats.org/officeDocument/2006/relationships/slideLayout" Target="../slideLayouts/slideLayout210.xml"/><Relationship Id="rId69" Type="http://schemas.openxmlformats.org/officeDocument/2006/relationships/slideLayout" Target="../slideLayouts/slideLayout215.xml"/><Relationship Id="rId8" Type="http://schemas.openxmlformats.org/officeDocument/2006/relationships/slideLayout" Target="../slideLayouts/slideLayout154.xml"/><Relationship Id="rId51" Type="http://schemas.openxmlformats.org/officeDocument/2006/relationships/slideLayout" Target="../slideLayouts/slideLayout197.xml"/><Relationship Id="rId72" Type="http://schemas.openxmlformats.org/officeDocument/2006/relationships/slideLayout" Target="../slideLayouts/slideLayout218.xml"/><Relationship Id="rId3" Type="http://schemas.openxmlformats.org/officeDocument/2006/relationships/slideLayout" Target="../slideLayouts/slideLayout149.xml"/><Relationship Id="rId12" Type="http://schemas.openxmlformats.org/officeDocument/2006/relationships/slideLayout" Target="../slideLayouts/slideLayout158.xml"/><Relationship Id="rId17" Type="http://schemas.openxmlformats.org/officeDocument/2006/relationships/slideLayout" Target="../slideLayouts/slideLayout163.xml"/><Relationship Id="rId25" Type="http://schemas.openxmlformats.org/officeDocument/2006/relationships/slideLayout" Target="../slideLayouts/slideLayout171.xml"/><Relationship Id="rId33" Type="http://schemas.openxmlformats.org/officeDocument/2006/relationships/slideLayout" Target="../slideLayouts/slideLayout179.xml"/><Relationship Id="rId38" Type="http://schemas.openxmlformats.org/officeDocument/2006/relationships/slideLayout" Target="../slideLayouts/slideLayout184.xml"/><Relationship Id="rId46" Type="http://schemas.openxmlformats.org/officeDocument/2006/relationships/slideLayout" Target="../slideLayouts/slideLayout192.xml"/><Relationship Id="rId59" Type="http://schemas.openxmlformats.org/officeDocument/2006/relationships/slideLayout" Target="../slideLayouts/slideLayout205.xml"/><Relationship Id="rId67" Type="http://schemas.openxmlformats.org/officeDocument/2006/relationships/slideLayout" Target="../slideLayouts/slideLayout213.xml"/><Relationship Id="rId20" Type="http://schemas.openxmlformats.org/officeDocument/2006/relationships/slideLayout" Target="../slideLayouts/slideLayout166.xml"/><Relationship Id="rId41" Type="http://schemas.openxmlformats.org/officeDocument/2006/relationships/slideLayout" Target="../slideLayouts/slideLayout187.xml"/><Relationship Id="rId54" Type="http://schemas.openxmlformats.org/officeDocument/2006/relationships/slideLayout" Target="../slideLayouts/slideLayout200.xml"/><Relationship Id="rId62" Type="http://schemas.openxmlformats.org/officeDocument/2006/relationships/slideLayout" Target="../slideLayouts/slideLayout208.xml"/><Relationship Id="rId70" Type="http://schemas.openxmlformats.org/officeDocument/2006/relationships/slideLayout" Target="../slideLayouts/slideLayout216.xml"/><Relationship Id="rId75" Type="http://schemas.openxmlformats.org/officeDocument/2006/relationships/theme" Target="../theme/theme4.xml"/><Relationship Id="rId1" Type="http://schemas.openxmlformats.org/officeDocument/2006/relationships/slideLayout" Target="../slideLayouts/slideLayout147.xml"/><Relationship Id="rId6" Type="http://schemas.openxmlformats.org/officeDocument/2006/relationships/slideLayout" Target="../slideLayouts/slideLayout152.xml"/><Relationship Id="rId15" Type="http://schemas.openxmlformats.org/officeDocument/2006/relationships/slideLayout" Target="../slideLayouts/slideLayout161.xml"/><Relationship Id="rId23" Type="http://schemas.openxmlformats.org/officeDocument/2006/relationships/slideLayout" Target="../slideLayouts/slideLayout169.xml"/><Relationship Id="rId28" Type="http://schemas.openxmlformats.org/officeDocument/2006/relationships/slideLayout" Target="../slideLayouts/slideLayout174.xml"/><Relationship Id="rId36" Type="http://schemas.openxmlformats.org/officeDocument/2006/relationships/slideLayout" Target="../slideLayouts/slideLayout182.xml"/><Relationship Id="rId49" Type="http://schemas.openxmlformats.org/officeDocument/2006/relationships/slideLayout" Target="../slideLayouts/slideLayout195.xml"/><Relationship Id="rId57" Type="http://schemas.openxmlformats.org/officeDocument/2006/relationships/slideLayout" Target="../slideLayouts/slideLayout203.xml"/><Relationship Id="rId10" Type="http://schemas.openxmlformats.org/officeDocument/2006/relationships/slideLayout" Target="../slideLayouts/slideLayout156.xml"/><Relationship Id="rId31" Type="http://schemas.openxmlformats.org/officeDocument/2006/relationships/slideLayout" Target="../slideLayouts/slideLayout177.xml"/><Relationship Id="rId44" Type="http://schemas.openxmlformats.org/officeDocument/2006/relationships/slideLayout" Target="../slideLayouts/slideLayout190.xml"/><Relationship Id="rId52" Type="http://schemas.openxmlformats.org/officeDocument/2006/relationships/slideLayout" Target="../slideLayouts/slideLayout198.xml"/><Relationship Id="rId60" Type="http://schemas.openxmlformats.org/officeDocument/2006/relationships/slideLayout" Target="../slideLayouts/slideLayout206.xml"/><Relationship Id="rId65" Type="http://schemas.openxmlformats.org/officeDocument/2006/relationships/slideLayout" Target="../slideLayouts/slideLayout211.xml"/><Relationship Id="rId73" Type="http://schemas.openxmlformats.org/officeDocument/2006/relationships/slideLayout" Target="../slideLayouts/slideLayout219.xml"/><Relationship Id="rId4" Type="http://schemas.openxmlformats.org/officeDocument/2006/relationships/slideLayout" Target="../slideLayouts/slideLayout150.xml"/><Relationship Id="rId9" Type="http://schemas.openxmlformats.org/officeDocument/2006/relationships/slideLayout" Target="../slideLayouts/slideLayout155.xml"/><Relationship Id="rId13" Type="http://schemas.openxmlformats.org/officeDocument/2006/relationships/slideLayout" Target="../slideLayouts/slideLayout159.xml"/><Relationship Id="rId18" Type="http://schemas.openxmlformats.org/officeDocument/2006/relationships/slideLayout" Target="../slideLayouts/slideLayout164.xml"/><Relationship Id="rId39" Type="http://schemas.openxmlformats.org/officeDocument/2006/relationships/slideLayout" Target="../slideLayouts/slideLayout185.xml"/><Relationship Id="rId34" Type="http://schemas.openxmlformats.org/officeDocument/2006/relationships/slideLayout" Target="../slideLayouts/slideLayout180.xml"/><Relationship Id="rId50" Type="http://schemas.openxmlformats.org/officeDocument/2006/relationships/slideLayout" Target="../slideLayouts/slideLayout196.xml"/><Relationship Id="rId55" Type="http://schemas.openxmlformats.org/officeDocument/2006/relationships/slideLayout" Target="../slideLayouts/slideLayout201.xml"/><Relationship Id="rId7" Type="http://schemas.openxmlformats.org/officeDocument/2006/relationships/slideLayout" Target="../slideLayouts/slideLayout153.xml"/><Relationship Id="rId71" Type="http://schemas.openxmlformats.org/officeDocument/2006/relationships/slideLayout" Target="../slideLayouts/slideLayout2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ED6B15E-E004-432E-B802-B0603540B5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F13CFDF6-D067-4E1A-B260-4071A448B2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5857A86-62CB-4304-9AEB-7A4BB7BF6C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0B502B-AE68-4557-B37D-C0BDDAADB5C4}" type="datetimeFigureOut">
              <a:rPr lang="de-DE" smtClean="0"/>
              <a:t>13.02.2023</a:t>
            </a:fld>
            <a:endParaRPr lang="de-DE"/>
          </a:p>
        </p:txBody>
      </p:sp>
      <p:sp>
        <p:nvSpPr>
          <p:cNvPr id="5" name="Fußzeilenplatzhalter 4">
            <a:extLst>
              <a:ext uri="{FF2B5EF4-FFF2-40B4-BE49-F238E27FC236}">
                <a16:creationId xmlns:a16="http://schemas.microsoft.com/office/drawing/2014/main" id="{FDC48AFF-87CA-4C69-87A0-53A74DB6B3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34941FE1-56FB-4E0A-A045-ECC1DA363C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090C1B-7457-4F56-B44D-58B763411F0E}" type="slidenum">
              <a:rPr lang="de-DE" smtClean="0"/>
              <a:t>‹Nr.›</a:t>
            </a:fld>
            <a:endParaRPr lang="de-DE"/>
          </a:p>
        </p:txBody>
      </p:sp>
    </p:spTree>
    <p:extLst>
      <p:ext uri="{BB962C8B-B14F-4D97-AF65-F5344CB8AC3E}">
        <p14:creationId xmlns:p14="http://schemas.microsoft.com/office/powerpoint/2010/main" val="212316910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3281808"/>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 id="2147483826" r:id="rId18"/>
    <p:sldLayoutId id="2147483827" r:id="rId19"/>
    <p:sldLayoutId id="2147483828" r:id="rId20"/>
    <p:sldLayoutId id="2147483829" r:id="rId21"/>
    <p:sldLayoutId id="2147483830" r:id="rId22"/>
    <p:sldLayoutId id="2147483831" r:id="rId23"/>
    <p:sldLayoutId id="2147483832" r:id="rId24"/>
    <p:sldLayoutId id="2147483833" r:id="rId25"/>
    <p:sldLayoutId id="2147483834" r:id="rId26"/>
    <p:sldLayoutId id="2147483835" r:id="rId27"/>
    <p:sldLayoutId id="2147483836" r:id="rId28"/>
    <p:sldLayoutId id="2147483837" r:id="rId29"/>
    <p:sldLayoutId id="2147483838" r:id="rId30"/>
    <p:sldLayoutId id="2147483839" r:id="rId31"/>
    <p:sldLayoutId id="2147483840" r:id="rId32"/>
    <p:sldLayoutId id="2147483841" r:id="rId33"/>
    <p:sldLayoutId id="2147483842" r:id="rId34"/>
    <p:sldLayoutId id="2147483843" r:id="rId35"/>
    <p:sldLayoutId id="2147483844" r:id="rId36"/>
    <p:sldLayoutId id="2147483845" r:id="rId37"/>
    <p:sldLayoutId id="2147483846" r:id="rId38"/>
    <p:sldLayoutId id="2147483847" r:id="rId39"/>
    <p:sldLayoutId id="2147483848" r:id="rId40"/>
    <p:sldLayoutId id="2147483849" r:id="rId41"/>
    <p:sldLayoutId id="2147483850" r:id="rId42"/>
    <p:sldLayoutId id="2147483851" r:id="rId43"/>
    <p:sldLayoutId id="2147483852" r:id="rId44"/>
    <p:sldLayoutId id="2147483853" r:id="rId45"/>
    <p:sldLayoutId id="2147483854" r:id="rId46"/>
    <p:sldLayoutId id="2147483855" r:id="rId47"/>
    <p:sldLayoutId id="2147483856" r:id="rId48"/>
    <p:sldLayoutId id="2147483857" r:id="rId49"/>
    <p:sldLayoutId id="2147483858" r:id="rId50"/>
    <p:sldLayoutId id="2147483859" r:id="rId51"/>
    <p:sldLayoutId id="2147483860" r:id="rId52"/>
    <p:sldLayoutId id="2147483861" r:id="rId53"/>
    <p:sldLayoutId id="2147483862" r:id="rId54"/>
    <p:sldLayoutId id="2147483863" r:id="rId55"/>
    <p:sldLayoutId id="2147483864" r:id="rId56"/>
    <p:sldLayoutId id="2147483865" r:id="rId57"/>
    <p:sldLayoutId id="2147483866" r:id="rId58"/>
    <p:sldLayoutId id="2147483867" r:id="rId59"/>
    <p:sldLayoutId id="2147483868" r:id="rId60"/>
    <p:sldLayoutId id="2147483869" r:id="rId61"/>
    <p:sldLayoutId id="2147483870" r:id="rId62"/>
    <p:sldLayoutId id="2147483871" r:id="rId63"/>
    <p:sldLayoutId id="2147483872" r:id="rId64"/>
    <p:sldLayoutId id="2147483873" r:id="rId65"/>
    <p:sldLayoutId id="2147483874" r:id="rId66"/>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265004"/>
      </p:ext>
    </p:extLst>
  </p:cSld>
  <p:clrMap bg1="lt1" tx1="dk1" bg2="lt2" tx2="dk2" accent1="accent1" accent2="accent2" accent3="accent3" accent4="accent4" accent5="accent5" accent6="accent6" hlink="hlink" folHlink="fol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 id="2147483887" r:id="rId12"/>
    <p:sldLayoutId id="2147483888" r:id="rId13"/>
    <p:sldLayoutId id="2147483889" r:id="rId14"/>
    <p:sldLayoutId id="2147483890" r:id="rId15"/>
    <p:sldLayoutId id="2147483891" r:id="rId16"/>
    <p:sldLayoutId id="2147483892" r:id="rId17"/>
    <p:sldLayoutId id="2147483893" r:id="rId18"/>
    <p:sldLayoutId id="2147483894" r:id="rId19"/>
    <p:sldLayoutId id="2147483895" r:id="rId20"/>
    <p:sldLayoutId id="2147483896" r:id="rId21"/>
    <p:sldLayoutId id="2147483897" r:id="rId22"/>
    <p:sldLayoutId id="2147483898" r:id="rId23"/>
    <p:sldLayoutId id="2147483899" r:id="rId24"/>
    <p:sldLayoutId id="2147483900" r:id="rId25"/>
    <p:sldLayoutId id="2147483901" r:id="rId26"/>
    <p:sldLayoutId id="2147483902" r:id="rId27"/>
    <p:sldLayoutId id="2147483903" r:id="rId28"/>
    <p:sldLayoutId id="2147483904" r:id="rId29"/>
    <p:sldLayoutId id="2147483905" r:id="rId30"/>
    <p:sldLayoutId id="2147483906" r:id="rId31"/>
    <p:sldLayoutId id="2147483907" r:id="rId32"/>
    <p:sldLayoutId id="2147483908" r:id="rId33"/>
    <p:sldLayoutId id="2147483909" r:id="rId34"/>
    <p:sldLayoutId id="2147483910" r:id="rId35"/>
    <p:sldLayoutId id="2147483911" r:id="rId36"/>
    <p:sldLayoutId id="2147483912" r:id="rId37"/>
    <p:sldLayoutId id="2147483913" r:id="rId38"/>
    <p:sldLayoutId id="2147483914" r:id="rId39"/>
    <p:sldLayoutId id="2147483915" r:id="rId40"/>
    <p:sldLayoutId id="2147483916" r:id="rId41"/>
    <p:sldLayoutId id="2147483917" r:id="rId42"/>
    <p:sldLayoutId id="2147483918" r:id="rId43"/>
    <p:sldLayoutId id="2147483919" r:id="rId44"/>
    <p:sldLayoutId id="2147483920" r:id="rId45"/>
    <p:sldLayoutId id="2147483921" r:id="rId46"/>
    <p:sldLayoutId id="2147483922" r:id="rId47"/>
    <p:sldLayoutId id="2147483923" r:id="rId48"/>
    <p:sldLayoutId id="2147483924" r:id="rId49"/>
    <p:sldLayoutId id="2147483925" r:id="rId50"/>
    <p:sldLayoutId id="2147483926" r:id="rId51"/>
    <p:sldLayoutId id="2147483927" r:id="rId52"/>
    <p:sldLayoutId id="2147483928" r:id="rId53"/>
    <p:sldLayoutId id="2147483929" r:id="rId54"/>
    <p:sldLayoutId id="2147483930" r:id="rId55"/>
    <p:sldLayoutId id="2147483931" r:id="rId56"/>
    <p:sldLayoutId id="2147483932" r:id="rId57"/>
    <p:sldLayoutId id="2147483933" r:id="rId58"/>
    <p:sldLayoutId id="2147483934" r:id="rId59"/>
    <p:sldLayoutId id="2147483935" r:id="rId60"/>
    <p:sldLayoutId id="2147483936" r:id="rId61"/>
    <p:sldLayoutId id="2147483937" r:id="rId62"/>
    <p:sldLayoutId id="2147483938" r:id="rId63"/>
    <p:sldLayoutId id="2147483939" r:id="rId64"/>
    <p:sldLayoutId id="2147483940" r:id="rId65"/>
    <p:sldLayoutId id="2147483941" r:id="rId66"/>
    <p:sldLayoutId id="2147483942" r:id="rId67"/>
    <p:sldLayoutId id="2147483943" r:id="rId68"/>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1280508672"/>
      </p:ext>
    </p:extLst>
  </p:cSld>
  <p:clrMap bg1="lt1" tx1="dk1" bg2="dk2" tx2="lt2" accent1="accent1" accent2="accent2" accent3="accent3" accent4="accent4" accent5="accent5" accent6="accent6" hlink="hlink" folHlink="folHlink"/>
  <p:sldLayoutIdLst>
    <p:sldLayoutId id="2147483945"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 id="2147483954" r:id="rId10"/>
    <p:sldLayoutId id="2147483955" r:id="rId11"/>
    <p:sldLayoutId id="2147483956" r:id="rId12"/>
    <p:sldLayoutId id="2147483957" r:id="rId13"/>
    <p:sldLayoutId id="2147483958" r:id="rId14"/>
    <p:sldLayoutId id="2147483959" r:id="rId15"/>
    <p:sldLayoutId id="2147483960" r:id="rId16"/>
    <p:sldLayoutId id="2147483961" r:id="rId17"/>
    <p:sldLayoutId id="2147483962" r:id="rId18"/>
    <p:sldLayoutId id="2147483963" r:id="rId19"/>
    <p:sldLayoutId id="2147483964" r:id="rId20"/>
    <p:sldLayoutId id="2147483965" r:id="rId21"/>
    <p:sldLayoutId id="2147483966" r:id="rId22"/>
    <p:sldLayoutId id="2147483967" r:id="rId23"/>
    <p:sldLayoutId id="2147483968" r:id="rId24"/>
    <p:sldLayoutId id="2147483969" r:id="rId25"/>
    <p:sldLayoutId id="2147483970" r:id="rId26"/>
    <p:sldLayoutId id="2147483971" r:id="rId27"/>
    <p:sldLayoutId id="2147483972" r:id="rId28"/>
    <p:sldLayoutId id="2147483973" r:id="rId29"/>
    <p:sldLayoutId id="2147483974" r:id="rId30"/>
    <p:sldLayoutId id="2147483975" r:id="rId31"/>
    <p:sldLayoutId id="2147483976" r:id="rId32"/>
    <p:sldLayoutId id="2147483977" r:id="rId33"/>
    <p:sldLayoutId id="2147483978" r:id="rId34"/>
    <p:sldLayoutId id="2147483979" r:id="rId35"/>
    <p:sldLayoutId id="2147483980" r:id="rId36"/>
    <p:sldLayoutId id="2147483981" r:id="rId37"/>
    <p:sldLayoutId id="2147483982" r:id="rId38"/>
    <p:sldLayoutId id="2147483983" r:id="rId39"/>
    <p:sldLayoutId id="2147483984" r:id="rId40"/>
    <p:sldLayoutId id="2147483985" r:id="rId41"/>
    <p:sldLayoutId id="2147483986" r:id="rId42"/>
    <p:sldLayoutId id="2147483987" r:id="rId43"/>
    <p:sldLayoutId id="2147483988" r:id="rId44"/>
    <p:sldLayoutId id="2147483989" r:id="rId45"/>
    <p:sldLayoutId id="2147483990" r:id="rId46"/>
    <p:sldLayoutId id="2147483991" r:id="rId47"/>
    <p:sldLayoutId id="2147483992" r:id="rId48"/>
    <p:sldLayoutId id="2147483993" r:id="rId49"/>
    <p:sldLayoutId id="2147483994" r:id="rId50"/>
    <p:sldLayoutId id="2147483995" r:id="rId51"/>
    <p:sldLayoutId id="2147483996" r:id="rId52"/>
    <p:sldLayoutId id="2147483997" r:id="rId53"/>
    <p:sldLayoutId id="2147483998" r:id="rId54"/>
    <p:sldLayoutId id="2147483999" r:id="rId55"/>
    <p:sldLayoutId id="2147484000" r:id="rId56"/>
    <p:sldLayoutId id="2147484001" r:id="rId57"/>
    <p:sldLayoutId id="2147484002" r:id="rId58"/>
    <p:sldLayoutId id="2147484003" r:id="rId59"/>
    <p:sldLayoutId id="2147484004" r:id="rId60"/>
    <p:sldLayoutId id="2147484005" r:id="rId61"/>
    <p:sldLayoutId id="2147484006" r:id="rId62"/>
    <p:sldLayoutId id="2147484007" r:id="rId63"/>
    <p:sldLayoutId id="2147484008" r:id="rId64"/>
    <p:sldLayoutId id="2147484009" r:id="rId65"/>
    <p:sldLayoutId id="2147484010" r:id="rId66"/>
    <p:sldLayoutId id="2147484011" r:id="rId67"/>
    <p:sldLayoutId id="2147484012" r:id="rId68"/>
    <p:sldLayoutId id="2147484013" r:id="rId69"/>
    <p:sldLayoutId id="2147484014" r:id="rId70"/>
    <p:sldLayoutId id="2147484015" r:id="rId71"/>
    <p:sldLayoutId id="2147484016" r:id="rId72"/>
    <p:sldLayoutId id="2147484017" r:id="rId73"/>
    <p:sldLayoutId id="2147484018" r:id="rId7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6.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9.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9.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0.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0.xm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16.jp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feld 25"/>
          <p:cNvSpPr txBox="1"/>
          <p:nvPr/>
        </p:nvSpPr>
        <p:spPr>
          <a:xfrm>
            <a:off x="6657093" y="6547224"/>
            <a:ext cx="5122751" cy="290942"/>
          </a:xfrm>
          <a:prstGeom prst="rect">
            <a:avLst/>
          </a:prstGeom>
          <a:noFill/>
        </p:spPr>
        <p:txBody>
          <a:bodyPr wrap="square" lIns="108843" tIns="54422" rIns="108843" bIns="54422"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76" b="0" i="0" u="none" strike="noStrike" kern="1200" cap="none" spc="0" normalizeH="0" baseline="0" noProof="0" dirty="0">
                <a:ln>
                  <a:noFill/>
                </a:ln>
                <a:solidFill>
                  <a:prstClr val="white"/>
                </a:solidFill>
                <a:effectLst/>
                <a:uLnTx/>
                <a:uFillTx/>
                <a:latin typeface="Calibri" panose="020F0502020204030204"/>
                <a:ea typeface="+mn-ea"/>
                <a:cs typeface="+mn-cs"/>
              </a:rPr>
              <a:t>New Elements GmbH</a:t>
            </a:r>
          </a:p>
        </p:txBody>
      </p:sp>
      <p:sp>
        <p:nvSpPr>
          <p:cNvPr id="2" name="Titel 1"/>
          <p:cNvSpPr>
            <a:spLocks noGrp="1"/>
          </p:cNvSpPr>
          <p:nvPr>
            <p:ph type="title"/>
          </p:nvPr>
        </p:nvSpPr>
        <p:spPr>
          <a:xfrm>
            <a:off x="-1" y="-18892"/>
            <a:ext cx="12192001" cy="6892382"/>
          </a:xfrm>
        </p:spPr>
        <p:txBody>
          <a:bodyPr/>
          <a:lstStyle/>
          <a:p>
            <a:endParaRPr lang="de-DE" dirty="0"/>
          </a:p>
        </p:txBody>
      </p:sp>
      <p:pic>
        <p:nvPicPr>
          <p:cNvPr id="4" name="Grafik 3">
            <a:extLst>
              <a:ext uri="{FF2B5EF4-FFF2-40B4-BE49-F238E27FC236}">
                <a16:creationId xmlns:a16="http://schemas.microsoft.com/office/drawing/2014/main" id="{EBE40142-E40B-4B24-AA07-89D2F38B1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894"/>
            <a:ext cx="12192000" cy="6882384"/>
          </a:xfrm>
          <a:prstGeom prst="rect">
            <a:avLst/>
          </a:prstGeom>
        </p:spPr>
      </p:pic>
      <p:pic>
        <p:nvPicPr>
          <p:cNvPr id="6" name="Grafik 5">
            <a:extLst>
              <a:ext uri="{FF2B5EF4-FFF2-40B4-BE49-F238E27FC236}">
                <a16:creationId xmlns:a16="http://schemas.microsoft.com/office/drawing/2014/main" id="{6335C2B7-05E3-4521-ADE9-918D3E6841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751" y="137013"/>
            <a:ext cx="2857500" cy="819150"/>
          </a:xfrm>
          <a:prstGeom prst="rect">
            <a:avLst/>
          </a:prstGeom>
        </p:spPr>
      </p:pic>
      <p:grpSp>
        <p:nvGrpSpPr>
          <p:cNvPr id="8" name="Gruppieren 7">
            <a:extLst>
              <a:ext uri="{FF2B5EF4-FFF2-40B4-BE49-F238E27FC236}">
                <a16:creationId xmlns:a16="http://schemas.microsoft.com/office/drawing/2014/main" id="{1EA3564D-FCD3-4985-BD27-E2BC2590A3B2}"/>
              </a:ext>
            </a:extLst>
          </p:cNvPr>
          <p:cNvGrpSpPr/>
          <p:nvPr/>
        </p:nvGrpSpPr>
        <p:grpSpPr>
          <a:xfrm>
            <a:off x="2683705" y="3704944"/>
            <a:ext cx="5905995" cy="1566097"/>
            <a:chOff x="544513" y="1948611"/>
            <a:chExt cx="5905995" cy="1566097"/>
          </a:xfrm>
        </p:grpSpPr>
        <p:sp>
          <p:nvSpPr>
            <p:cNvPr id="9" name="Rechteck 8">
              <a:extLst>
                <a:ext uri="{FF2B5EF4-FFF2-40B4-BE49-F238E27FC236}">
                  <a16:creationId xmlns:a16="http://schemas.microsoft.com/office/drawing/2014/main" id="{151C7BAD-C866-45EE-A5A5-4445B8333253}"/>
                </a:ext>
              </a:extLst>
            </p:cNvPr>
            <p:cNvSpPr/>
            <p:nvPr/>
          </p:nvSpPr>
          <p:spPr>
            <a:xfrm>
              <a:off x="544513" y="1948611"/>
              <a:ext cx="5905995" cy="7357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80000" tIns="72000" rIns="180000" bIns="108000" rtlCol="0" anchor="ctr">
              <a:sp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de-DE" sz="3600" b="1" i="0" u="none" strike="noStrike" kern="1200" cap="none" spc="0" normalizeH="0" baseline="0" noProof="0" dirty="0">
                  <a:ln>
                    <a:noFill/>
                  </a:ln>
                  <a:solidFill>
                    <a:srgbClr val="44546A">
                      <a:lumMod val="75000"/>
                    </a:srgbClr>
                  </a:solidFill>
                  <a:effectLst/>
                  <a:uLnTx/>
                  <a:uFillTx/>
                  <a:latin typeface="Segoe UI" panose="020B0502040204020203" pitchFamily="34" charset="0"/>
                  <a:ea typeface="+mn-ea"/>
                  <a:cs typeface="Segoe UI" panose="020B0502040204020203" pitchFamily="34" charset="0"/>
                </a:rPr>
                <a:t>Einführung in </a:t>
              </a:r>
              <a:r>
                <a:rPr kumimoji="0" lang="de-DE" sz="3600" b="1" i="0" u="none" strike="noStrike" kern="1200" cap="none" spc="0" normalizeH="0" baseline="0" noProof="0" dirty="0" err="1">
                  <a:ln>
                    <a:noFill/>
                  </a:ln>
                  <a:solidFill>
                    <a:srgbClr val="44546A">
                      <a:lumMod val="75000"/>
                    </a:srgbClr>
                  </a:solidFill>
                  <a:effectLst/>
                  <a:uLnTx/>
                  <a:uFillTx/>
                  <a:latin typeface="Segoe UI" panose="020B0502040204020203" pitchFamily="34" charset="0"/>
                  <a:ea typeface="+mn-ea"/>
                  <a:cs typeface="Segoe UI" panose="020B0502040204020203" pitchFamily="34" charset="0"/>
                </a:rPr>
                <a:t>Kubernetes</a:t>
              </a:r>
              <a:endParaRPr kumimoji="0" lang="de-DE" sz="3600" b="1" i="0" u="none" strike="noStrike" kern="1200" cap="none" spc="0" normalizeH="0" baseline="0" noProof="0" dirty="0">
                <a:ln>
                  <a:noFill/>
                </a:ln>
                <a:solidFill>
                  <a:srgbClr val="44546A">
                    <a:lumMod val="75000"/>
                  </a:srgbClr>
                </a:solidFill>
                <a:effectLst/>
                <a:uLnTx/>
                <a:uFillTx/>
                <a:latin typeface="Segoe UI" panose="020B0502040204020203" pitchFamily="34" charset="0"/>
                <a:ea typeface="+mn-ea"/>
                <a:cs typeface="Segoe UI" panose="020B0502040204020203" pitchFamily="34" charset="0"/>
              </a:endParaRPr>
            </a:p>
          </p:txBody>
        </p:sp>
        <p:sp>
          <p:nvSpPr>
            <p:cNvPr id="11" name="Rechteck 10">
              <a:extLst>
                <a:ext uri="{FF2B5EF4-FFF2-40B4-BE49-F238E27FC236}">
                  <a16:creationId xmlns:a16="http://schemas.microsoft.com/office/drawing/2014/main" id="{EAD39B0F-0C26-475E-A9CF-93866908AA29}"/>
                </a:ext>
              </a:extLst>
            </p:cNvPr>
            <p:cNvSpPr/>
            <p:nvPr/>
          </p:nvSpPr>
          <p:spPr>
            <a:xfrm>
              <a:off x="544513" y="2742601"/>
              <a:ext cx="1367197" cy="772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180000" tIns="108000" rIns="108000" bIns="108000" rtlCol="0" anchor="ctr">
              <a:sp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de-DE" sz="36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Tag 3</a:t>
              </a:r>
            </a:p>
          </p:txBody>
        </p:sp>
      </p:grpSp>
    </p:spTree>
    <p:extLst>
      <p:ext uri="{BB962C8B-B14F-4D97-AF65-F5344CB8AC3E}">
        <p14:creationId xmlns:p14="http://schemas.microsoft.com/office/powerpoint/2010/main" val="16306700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feld 25"/>
          <p:cNvSpPr txBox="1"/>
          <p:nvPr/>
        </p:nvSpPr>
        <p:spPr>
          <a:xfrm>
            <a:off x="6657093" y="6547224"/>
            <a:ext cx="5122751" cy="290942"/>
          </a:xfrm>
          <a:prstGeom prst="rect">
            <a:avLst/>
          </a:prstGeom>
          <a:noFill/>
        </p:spPr>
        <p:txBody>
          <a:bodyPr wrap="square" lIns="108843" tIns="54422" rIns="108843" bIns="54422"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76" b="0" i="0" u="none" strike="noStrike" kern="1200" cap="none" spc="0" normalizeH="0" baseline="0" noProof="0" dirty="0">
                <a:ln>
                  <a:noFill/>
                </a:ln>
                <a:solidFill>
                  <a:prstClr val="white"/>
                </a:solidFill>
                <a:effectLst/>
                <a:uLnTx/>
                <a:uFillTx/>
                <a:latin typeface="Calibri" panose="020F0502020204030204"/>
                <a:ea typeface="+mn-ea"/>
                <a:cs typeface="+mn-cs"/>
              </a:rPr>
              <a:t>New Elements GmbH</a:t>
            </a:r>
          </a:p>
        </p:txBody>
      </p:sp>
      <p:sp>
        <p:nvSpPr>
          <p:cNvPr id="2" name="Titel 1"/>
          <p:cNvSpPr>
            <a:spLocks noGrp="1"/>
          </p:cNvSpPr>
          <p:nvPr>
            <p:ph type="title"/>
          </p:nvPr>
        </p:nvSpPr>
        <p:spPr>
          <a:xfrm>
            <a:off x="-1" y="-18892"/>
            <a:ext cx="12192001" cy="6892382"/>
          </a:xfrm>
        </p:spPr>
        <p:txBody>
          <a:bodyPr/>
          <a:lstStyle/>
          <a:p>
            <a:endParaRPr lang="de-DE" dirty="0"/>
          </a:p>
        </p:txBody>
      </p:sp>
      <p:pic>
        <p:nvPicPr>
          <p:cNvPr id="4" name="Grafik 3">
            <a:extLst>
              <a:ext uri="{FF2B5EF4-FFF2-40B4-BE49-F238E27FC236}">
                <a16:creationId xmlns:a16="http://schemas.microsoft.com/office/drawing/2014/main" id="{EBE40142-E40B-4B24-AA07-89D2F38B1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96" y="-1701"/>
            <a:ext cx="12148804" cy="6858000"/>
          </a:xfrm>
          <a:prstGeom prst="rect">
            <a:avLst/>
          </a:prstGeom>
        </p:spPr>
      </p:pic>
      <p:sp>
        <p:nvSpPr>
          <p:cNvPr id="12" name="Rechteck 11">
            <a:extLst>
              <a:ext uri="{FF2B5EF4-FFF2-40B4-BE49-F238E27FC236}">
                <a16:creationId xmlns:a16="http://schemas.microsoft.com/office/drawing/2014/main" id="{3F49C042-42A5-4407-8B43-822E793FDE85}"/>
              </a:ext>
            </a:extLst>
          </p:cNvPr>
          <p:cNvSpPr/>
          <p:nvPr/>
        </p:nvSpPr>
        <p:spPr>
          <a:xfrm>
            <a:off x="0" y="-36083"/>
            <a:ext cx="12190412" cy="6857105"/>
          </a:xfrm>
          <a:prstGeom prst="rect">
            <a:avLst/>
          </a:prstGeom>
          <a:solidFill>
            <a:schemeClr val="tx1">
              <a:alpha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de-DE" sz="1800" b="0" i="0" u="none" strike="noStrike" kern="1200" cap="none" spc="0" normalizeH="0" baseline="0" noProof="0" dirty="0" err="1">
              <a:ln>
                <a:noFill/>
              </a:ln>
              <a:solidFill>
                <a:prstClr val="white"/>
              </a:solidFill>
              <a:effectLst/>
              <a:uLnTx/>
              <a:uFillTx/>
              <a:latin typeface="Calibri" panose="020F0502020204030204"/>
              <a:ea typeface="+mn-ea"/>
              <a:cs typeface="+mn-cs"/>
            </a:endParaRPr>
          </a:p>
        </p:txBody>
      </p:sp>
      <p:pic>
        <p:nvPicPr>
          <p:cNvPr id="6" name="Grafik 5">
            <a:extLst>
              <a:ext uri="{FF2B5EF4-FFF2-40B4-BE49-F238E27FC236}">
                <a16:creationId xmlns:a16="http://schemas.microsoft.com/office/drawing/2014/main" id="{6335C2B7-05E3-4521-ADE9-918D3E6841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4268" y="167466"/>
            <a:ext cx="2857500" cy="819150"/>
          </a:xfrm>
          <a:prstGeom prst="rect">
            <a:avLst/>
          </a:prstGeom>
        </p:spPr>
      </p:pic>
      <p:grpSp>
        <p:nvGrpSpPr>
          <p:cNvPr id="13" name="Gruppieren 12">
            <a:extLst>
              <a:ext uri="{FF2B5EF4-FFF2-40B4-BE49-F238E27FC236}">
                <a16:creationId xmlns:a16="http://schemas.microsoft.com/office/drawing/2014/main" id="{B154D851-248B-40A4-A8EF-EF20817EE3FD}"/>
              </a:ext>
            </a:extLst>
          </p:cNvPr>
          <p:cNvGrpSpPr/>
          <p:nvPr/>
        </p:nvGrpSpPr>
        <p:grpSpPr>
          <a:xfrm>
            <a:off x="7334783" y="2601831"/>
            <a:ext cx="2667461" cy="2319906"/>
            <a:chOff x="2017194" y="635620"/>
            <a:chExt cx="2165657" cy="914401"/>
          </a:xfrm>
        </p:grpSpPr>
        <p:cxnSp>
          <p:nvCxnSpPr>
            <p:cNvPr id="14" name="Gerader Verbinder 13">
              <a:extLst>
                <a:ext uri="{FF2B5EF4-FFF2-40B4-BE49-F238E27FC236}">
                  <a16:creationId xmlns:a16="http://schemas.microsoft.com/office/drawing/2014/main" id="{50CC1B73-764E-45B4-AED5-E68C25EFA938}"/>
                </a:ext>
              </a:extLst>
            </p:cNvPr>
            <p:cNvCxnSpPr>
              <a:cxnSpLocks/>
            </p:cNvCxnSpPr>
            <p:nvPr/>
          </p:nvCxnSpPr>
          <p:spPr>
            <a:xfrm flipV="1">
              <a:off x="4182851" y="635620"/>
              <a:ext cx="0" cy="141123"/>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9741F18-3027-47A2-9DB5-30EC8F6BBE3F}"/>
                </a:ext>
              </a:extLst>
            </p:cNvPr>
            <p:cNvCxnSpPr>
              <a:cxnSpLocks/>
            </p:cNvCxnSpPr>
            <p:nvPr/>
          </p:nvCxnSpPr>
          <p:spPr>
            <a:xfrm flipH="1">
              <a:off x="2017194" y="635620"/>
              <a:ext cx="2142210" cy="0"/>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671C6A31-9721-4B3A-B6F7-D5FCA9554E03}"/>
                </a:ext>
              </a:extLst>
            </p:cNvPr>
            <p:cNvCxnSpPr/>
            <p:nvPr/>
          </p:nvCxnSpPr>
          <p:spPr>
            <a:xfrm flipV="1">
              <a:off x="2017194" y="635620"/>
              <a:ext cx="0" cy="914400"/>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48CD30D6-7191-41B1-B9B2-3FE13F49B1F6}"/>
                </a:ext>
              </a:extLst>
            </p:cNvPr>
            <p:cNvCxnSpPr>
              <a:cxnSpLocks/>
            </p:cNvCxnSpPr>
            <p:nvPr/>
          </p:nvCxnSpPr>
          <p:spPr>
            <a:xfrm flipH="1">
              <a:off x="2017194" y="1550020"/>
              <a:ext cx="2142210" cy="0"/>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A301A9DF-7947-4873-9D7F-71B4AB414DDC}"/>
                </a:ext>
              </a:extLst>
            </p:cNvPr>
            <p:cNvCxnSpPr>
              <a:cxnSpLocks/>
            </p:cNvCxnSpPr>
            <p:nvPr/>
          </p:nvCxnSpPr>
          <p:spPr>
            <a:xfrm flipV="1">
              <a:off x="4182851" y="1294263"/>
              <a:ext cx="0" cy="255758"/>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grpSp>
      <p:sp>
        <p:nvSpPr>
          <p:cNvPr id="20" name="Rechteck 19">
            <a:extLst>
              <a:ext uri="{FF2B5EF4-FFF2-40B4-BE49-F238E27FC236}">
                <a16:creationId xmlns:a16="http://schemas.microsoft.com/office/drawing/2014/main" id="{71A7EBE4-7087-48F4-AA71-C9E41525BD6E}"/>
              </a:ext>
            </a:extLst>
          </p:cNvPr>
          <p:cNvSpPr/>
          <p:nvPr/>
        </p:nvSpPr>
        <p:spPr>
          <a:xfrm>
            <a:off x="9623882" y="2979320"/>
            <a:ext cx="2152467" cy="13071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180000" tIns="72000" rIns="180000" bIns="108000" rtlCol="0" anchor="ctr">
            <a:sp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r>
              <a:rPr kumimoji="0" lang="de-DE" sz="3600" b="1"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Ben</a:t>
            </a:r>
          </a:p>
          <a:p>
            <a:pPr marL="0" marR="0" lvl="0" indent="0" algn="l" defTabSz="914400" rtl="0" eaLnBrk="1" fontAlgn="auto" latinLnBrk="0" hangingPunct="1">
              <a:lnSpc>
                <a:spcPct val="90000"/>
              </a:lnSpc>
              <a:spcBef>
                <a:spcPts val="0"/>
              </a:spcBef>
              <a:spcAft>
                <a:spcPts val="1000"/>
              </a:spcAft>
              <a:buClrTx/>
              <a:buSzTx/>
              <a:buFontTx/>
              <a:buNone/>
              <a:tabLst/>
              <a:defRPr/>
            </a:pPr>
            <a:r>
              <a:rPr lang="de-DE" sz="3600" b="1" kern="1200" dirty="0">
                <a:solidFill>
                  <a:prstClr val="white"/>
                </a:solidFill>
                <a:latin typeface="Segoe UI Light" panose="020B0502040204020203" pitchFamily="34" charset="0"/>
                <a:cs typeface="Segoe UI Light" panose="020B0502040204020203" pitchFamily="34" charset="0"/>
              </a:rPr>
              <a:t>Cöppicus</a:t>
            </a:r>
            <a:endParaRPr kumimoji="0" lang="de-DE" sz="3600" b="1"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endParaRPr>
          </a:p>
        </p:txBody>
      </p:sp>
      <p:cxnSp>
        <p:nvCxnSpPr>
          <p:cNvPr id="22" name="Gerader Verbinder 21">
            <a:extLst>
              <a:ext uri="{FF2B5EF4-FFF2-40B4-BE49-F238E27FC236}">
                <a16:creationId xmlns:a16="http://schemas.microsoft.com/office/drawing/2014/main" id="{3925A140-1865-41F9-98BD-2EE1790C0B6A}"/>
              </a:ext>
            </a:extLst>
          </p:cNvPr>
          <p:cNvCxnSpPr>
            <a:cxnSpLocks/>
          </p:cNvCxnSpPr>
          <p:nvPr/>
        </p:nvCxnSpPr>
        <p:spPr>
          <a:xfrm flipV="1">
            <a:off x="6120233" y="46689"/>
            <a:ext cx="0" cy="1060704"/>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sp>
        <p:nvSpPr>
          <p:cNvPr id="23" name="Rechteck 22">
            <a:extLst>
              <a:ext uri="{FF2B5EF4-FFF2-40B4-BE49-F238E27FC236}">
                <a16:creationId xmlns:a16="http://schemas.microsoft.com/office/drawing/2014/main" id="{A712F2CC-EDC4-4414-BBAC-B33000C6598E}"/>
              </a:ext>
            </a:extLst>
          </p:cNvPr>
          <p:cNvSpPr/>
          <p:nvPr/>
        </p:nvSpPr>
        <p:spPr>
          <a:xfrm>
            <a:off x="10045441" y="2654165"/>
            <a:ext cx="1533846" cy="336807"/>
          </a:xfrm>
          <a:prstGeom prst="rect">
            <a:avLst/>
          </a:prstGeom>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1">
                <a:ln>
                  <a:noFill/>
                </a:ln>
                <a:solidFill>
                  <a:prstClr val="white"/>
                </a:solidFill>
                <a:effectLst/>
                <a:uLnTx/>
                <a:uFillTx/>
                <a:latin typeface="Segoe UI Light" panose="020B0502040204020203" pitchFamily="34" charset="0"/>
                <a:ea typeface="+mn-ea"/>
                <a:cs typeface="Segoe UI Light" panose="020B0502040204020203" pitchFamily="34" charset="0"/>
              </a:rPr>
              <a:t>Ihr Referent</a:t>
            </a:r>
          </a:p>
        </p:txBody>
      </p:sp>
      <p:sp>
        <p:nvSpPr>
          <p:cNvPr id="24" name="Rechteck 23">
            <a:extLst>
              <a:ext uri="{FF2B5EF4-FFF2-40B4-BE49-F238E27FC236}">
                <a16:creationId xmlns:a16="http://schemas.microsoft.com/office/drawing/2014/main" id="{74A49754-0790-4536-B23F-FF97519A95DE}"/>
              </a:ext>
            </a:extLst>
          </p:cNvPr>
          <p:cNvSpPr/>
          <p:nvPr/>
        </p:nvSpPr>
        <p:spPr>
          <a:xfrm>
            <a:off x="43196" y="236863"/>
            <a:ext cx="5497929" cy="6803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72000" rIns="180000" bIns="108000" rtlCol="0" anchor="ctr">
            <a:sp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r>
              <a:rPr kumimoji="0" lang="de-DE" sz="3600" b="1"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Ihr Veranstalter</a:t>
            </a:r>
          </a:p>
        </p:txBody>
      </p:sp>
    </p:spTree>
    <p:extLst>
      <p:ext uri="{BB962C8B-B14F-4D97-AF65-F5344CB8AC3E}">
        <p14:creationId xmlns:p14="http://schemas.microsoft.com/office/powerpoint/2010/main" val="727301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grpSp>
        <p:nvGrpSpPr>
          <p:cNvPr id="241" name="Google Shape;241;p2"/>
          <p:cNvGrpSpPr/>
          <p:nvPr/>
        </p:nvGrpSpPr>
        <p:grpSpPr>
          <a:xfrm>
            <a:off x="1007434" y="1630616"/>
            <a:ext cx="4704523" cy="924836"/>
            <a:chOff x="755575" y="1222961"/>
            <a:chExt cx="3528392" cy="693627"/>
          </a:xfrm>
        </p:grpSpPr>
        <p:sp>
          <p:nvSpPr>
            <p:cNvPr id="243" name="Google Shape;243;p2"/>
            <p:cNvSpPr txBox="1"/>
            <p:nvPr/>
          </p:nvSpPr>
          <p:spPr>
            <a:xfrm>
              <a:off x="755575" y="1222961"/>
              <a:ext cx="3016324" cy="43855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de-DE" sz="1600" b="0" i="0" u="none" strike="noStrike" kern="0" cap="none" spc="0" normalizeH="0" baseline="0" noProof="0" dirty="0">
                  <a:ln>
                    <a:noFill/>
                  </a:ln>
                  <a:solidFill>
                    <a:srgbClr val="383838"/>
                  </a:solidFill>
                  <a:effectLst/>
                  <a:uLnTx/>
                  <a:uFillTx/>
                  <a:latin typeface="Bebas Neue"/>
                  <a:ea typeface="Bebas Neue"/>
                  <a:cs typeface="Bebas Neue"/>
                  <a:sym typeface="Bebas Neue"/>
                </a:rPr>
                <a:t>Steuerung, Überwachung und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de-DE" sz="1600" b="0" i="0" u="none" strike="noStrike" kern="0" cap="none" spc="0" normalizeH="0" baseline="0" noProof="0" dirty="0">
                  <a:ln>
                    <a:noFill/>
                  </a:ln>
                  <a:solidFill>
                    <a:srgbClr val="383838"/>
                  </a:solidFill>
                  <a:effectLst/>
                  <a:uLnTx/>
                  <a:uFillTx/>
                  <a:latin typeface="Bebas Neue"/>
                  <a:ea typeface="Bebas Neue"/>
                  <a:cs typeface="Bebas Neue"/>
                  <a:sym typeface="Bebas Neue"/>
                </a:rPr>
                <a:t>Kontrolle von Anwendungen</a:t>
              </a:r>
            </a:p>
          </p:txBody>
        </p:sp>
        <p:sp>
          <p:nvSpPr>
            <p:cNvPr id="244" name="Google Shape;244;p2"/>
            <p:cNvSpPr txBox="1"/>
            <p:nvPr/>
          </p:nvSpPr>
          <p:spPr>
            <a:xfrm>
              <a:off x="755575" y="1697231"/>
              <a:ext cx="3528392" cy="21935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de-DE" sz="867" dirty="0">
                  <a:solidFill>
                    <a:srgbClr val="7F7F7F"/>
                  </a:solidFill>
                  <a:latin typeface="Open Sans"/>
                  <a:ea typeface="Open Sans"/>
                  <a:cs typeface="Open Sans"/>
                  <a:sym typeface="Open Sans"/>
                </a:rPr>
                <a:t>Welche Überwachung und Kontrollmöglichkeiten gibt es für </a:t>
              </a:r>
              <a:r>
                <a:rPr lang="de-DE" sz="867" dirty="0" err="1">
                  <a:solidFill>
                    <a:srgbClr val="7F7F7F"/>
                  </a:solidFill>
                  <a:latin typeface="Open Sans"/>
                  <a:ea typeface="Open Sans"/>
                  <a:cs typeface="Open Sans"/>
                  <a:sym typeface="Open Sans"/>
                </a:rPr>
                <a:t>Kubernetes</a:t>
              </a:r>
              <a:r>
                <a:rPr lang="de-DE" sz="867" dirty="0">
                  <a:solidFill>
                    <a:srgbClr val="7F7F7F"/>
                  </a:solidFill>
                  <a:latin typeface="Open Sans"/>
                  <a:ea typeface="Open Sans"/>
                  <a:cs typeface="Open Sans"/>
                  <a:sym typeface="Open Sans"/>
                </a:rPr>
                <a:t> und Cluster  </a:t>
              </a:r>
              <a:endParaRPr kumimoji="0" lang="de-DE" sz="867" b="0" i="0" u="none" strike="noStrike" kern="0" cap="none" spc="0" normalizeH="0" baseline="0" noProof="0" dirty="0">
                <a:ln>
                  <a:noFill/>
                </a:ln>
                <a:solidFill>
                  <a:srgbClr val="7F7F7F"/>
                </a:solidFill>
                <a:effectLst/>
                <a:uLnTx/>
                <a:uFillTx/>
                <a:latin typeface="Open Sans"/>
                <a:ea typeface="Open Sans"/>
                <a:cs typeface="Open Sans"/>
                <a:sym typeface="Open Sans"/>
              </a:endParaRPr>
            </a:p>
          </p:txBody>
        </p:sp>
      </p:grpSp>
      <p:grpSp>
        <p:nvGrpSpPr>
          <p:cNvPr id="245" name="Google Shape;245;p2"/>
          <p:cNvGrpSpPr/>
          <p:nvPr/>
        </p:nvGrpSpPr>
        <p:grpSpPr>
          <a:xfrm>
            <a:off x="950995" y="4188706"/>
            <a:ext cx="4718743" cy="684816"/>
            <a:chOff x="786136" y="2331037"/>
            <a:chExt cx="3539057" cy="513612"/>
          </a:xfrm>
        </p:grpSpPr>
        <p:sp>
          <p:nvSpPr>
            <p:cNvPr id="251" name="Google Shape;251;p2"/>
            <p:cNvSpPr txBox="1"/>
            <p:nvPr/>
          </p:nvSpPr>
          <p:spPr>
            <a:xfrm>
              <a:off x="786136" y="2331037"/>
              <a:ext cx="1980258" cy="25388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383838"/>
                  </a:solidFill>
                  <a:effectLst/>
                  <a:uLnTx/>
                  <a:uFillTx/>
                  <a:latin typeface="Bebas Neue"/>
                  <a:ea typeface="Bebas Neue"/>
                  <a:cs typeface="Bebas Neue"/>
                  <a:sym typeface="Bebas Neue"/>
                </a:rPr>
                <a:t>Troubleshooting</a:t>
              </a:r>
            </a:p>
          </p:txBody>
        </p:sp>
        <p:sp>
          <p:nvSpPr>
            <p:cNvPr id="252" name="Google Shape;252;p2"/>
            <p:cNvSpPr txBox="1"/>
            <p:nvPr/>
          </p:nvSpPr>
          <p:spPr>
            <a:xfrm>
              <a:off x="796801" y="2625292"/>
              <a:ext cx="3528392" cy="21935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de-DE" sz="867" dirty="0">
                  <a:solidFill>
                    <a:srgbClr val="7F7F7F"/>
                  </a:solidFill>
                  <a:latin typeface="Open Sans"/>
                  <a:ea typeface="Open Sans"/>
                  <a:cs typeface="Open Sans"/>
                  <a:sym typeface="Open Sans"/>
                </a:rPr>
                <a:t>Probleme entstehen immer wie genau kann man </a:t>
              </a:r>
              <a:r>
                <a:rPr lang="de-DE" sz="867">
                  <a:solidFill>
                    <a:srgbClr val="7F7F7F"/>
                  </a:solidFill>
                  <a:latin typeface="Open Sans"/>
                  <a:ea typeface="Open Sans"/>
                  <a:cs typeface="Open Sans"/>
                  <a:sym typeface="Open Sans"/>
                </a:rPr>
                <a:t>diese beheben</a:t>
              </a:r>
              <a:endParaRPr kumimoji="0" lang="de-DE" sz="867" b="0" i="0" u="none" strike="noStrike" kern="0" cap="none" spc="0" normalizeH="0" baseline="0" noProof="0" dirty="0">
                <a:ln>
                  <a:noFill/>
                </a:ln>
                <a:solidFill>
                  <a:srgbClr val="7F7F7F"/>
                </a:solidFill>
                <a:effectLst/>
                <a:uLnTx/>
                <a:uFillTx/>
                <a:latin typeface="Open Sans"/>
                <a:ea typeface="Open Sans"/>
                <a:cs typeface="Open Sans"/>
                <a:sym typeface="Open Sans"/>
              </a:endParaRPr>
            </a:p>
          </p:txBody>
        </p:sp>
      </p:grpSp>
      <p:grpSp>
        <p:nvGrpSpPr>
          <p:cNvPr id="253" name="Google Shape;253;p2"/>
          <p:cNvGrpSpPr/>
          <p:nvPr/>
        </p:nvGrpSpPr>
        <p:grpSpPr>
          <a:xfrm>
            <a:off x="950995" y="3009752"/>
            <a:ext cx="4760962" cy="832760"/>
            <a:chOff x="766241" y="3386918"/>
            <a:chExt cx="3570722" cy="624570"/>
          </a:xfrm>
        </p:grpSpPr>
        <p:sp>
          <p:nvSpPr>
            <p:cNvPr id="259" name="Google Shape;259;p2"/>
            <p:cNvSpPr txBox="1"/>
            <p:nvPr/>
          </p:nvSpPr>
          <p:spPr>
            <a:xfrm>
              <a:off x="766241" y="3386918"/>
              <a:ext cx="3570722" cy="43855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de-DE" sz="1600" b="0" i="0" u="none" strike="noStrike" kern="0" cap="none" spc="0" normalizeH="0" baseline="0" noProof="0" dirty="0">
                  <a:ln>
                    <a:noFill/>
                  </a:ln>
                  <a:solidFill>
                    <a:srgbClr val="383838"/>
                  </a:solidFill>
                  <a:effectLst/>
                  <a:uLnTx/>
                  <a:uFillTx/>
                  <a:latin typeface="Bebas Neue"/>
                  <a:ea typeface="Bebas Neue"/>
                  <a:cs typeface="Bebas Neue"/>
                  <a:sym typeface="Bebas Neue"/>
                </a:rPr>
                <a:t>Komplexe </a:t>
              </a:r>
              <a:r>
                <a:rPr kumimoji="0" lang="de-DE" sz="1600" b="0" i="0" u="none" strike="noStrike" kern="0" cap="none" spc="0" normalizeH="0" baseline="0" noProof="0" dirty="0" err="1">
                  <a:ln>
                    <a:noFill/>
                  </a:ln>
                  <a:solidFill>
                    <a:srgbClr val="383838"/>
                  </a:solidFill>
                  <a:effectLst/>
                  <a:uLnTx/>
                  <a:uFillTx/>
                  <a:latin typeface="Bebas Neue"/>
                  <a:ea typeface="Bebas Neue"/>
                  <a:cs typeface="Bebas Neue"/>
                  <a:sym typeface="Bebas Neue"/>
                </a:rPr>
                <a:t>Stateful</a:t>
              </a:r>
              <a:r>
                <a:rPr kumimoji="0" lang="de-DE" sz="1600" b="0" i="0" u="none" strike="noStrike" kern="0" cap="none" spc="0" normalizeH="0" baseline="0" noProof="0" dirty="0">
                  <a:ln>
                    <a:noFill/>
                  </a:ln>
                  <a:solidFill>
                    <a:srgbClr val="383838"/>
                  </a:solidFill>
                  <a:effectLst/>
                  <a:uLnTx/>
                  <a:uFillTx/>
                  <a:latin typeface="Bebas Neue"/>
                  <a:ea typeface="Bebas Neue"/>
                  <a:cs typeface="Bebas Neue"/>
                  <a:sym typeface="Bebas Neue"/>
                </a:rPr>
                <a:t> Anwendungen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de-DE" sz="1600" b="0" i="0" u="none" strike="noStrike" kern="0" cap="none" spc="0" normalizeH="0" baseline="0" noProof="0" dirty="0">
                  <a:ln>
                    <a:noFill/>
                  </a:ln>
                  <a:solidFill>
                    <a:srgbClr val="383838"/>
                  </a:solidFill>
                  <a:effectLst/>
                  <a:uLnTx/>
                  <a:uFillTx/>
                  <a:latin typeface="Bebas Neue"/>
                  <a:ea typeface="Bebas Neue"/>
                  <a:cs typeface="Bebas Neue"/>
                  <a:sym typeface="Bebas Neue"/>
                </a:rPr>
                <a:t>(Datenbank) deployen</a:t>
              </a:r>
            </a:p>
          </p:txBody>
        </p:sp>
        <p:sp>
          <p:nvSpPr>
            <p:cNvPr id="260" name="Google Shape;260;p2"/>
            <p:cNvSpPr txBox="1"/>
            <p:nvPr/>
          </p:nvSpPr>
          <p:spPr>
            <a:xfrm>
              <a:off x="787406" y="3792131"/>
              <a:ext cx="3528392" cy="21935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de-DE" sz="867" dirty="0">
                  <a:solidFill>
                    <a:srgbClr val="7F7F7F"/>
                  </a:solidFill>
                  <a:latin typeface="Open Sans"/>
                  <a:ea typeface="Open Sans"/>
                  <a:cs typeface="Open Sans"/>
                  <a:sym typeface="Open Sans"/>
                </a:rPr>
                <a:t>Bereitstellen von Datenbanken und </a:t>
              </a:r>
              <a:r>
                <a:rPr lang="de-DE" sz="867" dirty="0" err="1">
                  <a:solidFill>
                    <a:srgbClr val="7F7F7F"/>
                  </a:solidFill>
                  <a:latin typeface="Open Sans"/>
                  <a:ea typeface="Open Sans"/>
                  <a:cs typeface="Open Sans"/>
                  <a:sym typeface="Open Sans"/>
                </a:rPr>
                <a:t>Statefull</a:t>
              </a:r>
              <a:r>
                <a:rPr lang="de-DE" sz="867" dirty="0">
                  <a:solidFill>
                    <a:srgbClr val="7F7F7F"/>
                  </a:solidFill>
                  <a:latin typeface="Open Sans"/>
                  <a:ea typeface="Open Sans"/>
                  <a:cs typeface="Open Sans"/>
                  <a:sym typeface="Open Sans"/>
                </a:rPr>
                <a:t> Anwendungen in </a:t>
              </a:r>
              <a:r>
                <a:rPr lang="de-DE" sz="867" dirty="0" err="1">
                  <a:solidFill>
                    <a:srgbClr val="7F7F7F"/>
                  </a:solidFill>
                  <a:latin typeface="Open Sans"/>
                  <a:ea typeface="Open Sans"/>
                  <a:cs typeface="Open Sans"/>
                  <a:sym typeface="Open Sans"/>
                </a:rPr>
                <a:t>Kubernetes</a:t>
              </a:r>
              <a:endParaRPr kumimoji="0" lang="de-DE" sz="867" b="0" i="0" u="none" strike="noStrike" kern="0" cap="none" spc="0" normalizeH="0" baseline="0" noProof="0" dirty="0">
                <a:ln>
                  <a:noFill/>
                </a:ln>
                <a:solidFill>
                  <a:srgbClr val="7F7F7F"/>
                </a:solidFill>
                <a:effectLst/>
                <a:uLnTx/>
                <a:uFillTx/>
                <a:latin typeface="Open Sans"/>
                <a:ea typeface="Open Sans"/>
                <a:cs typeface="Open Sans"/>
                <a:sym typeface="Open Sans"/>
              </a:endParaRPr>
            </a:p>
          </p:txBody>
        </p:sp>
      </p:grpSp>
      <p:pic>
        <p:nvPicPr>
          <p:cNvPr id="3" name="Bildplatzhalter 2">
            <a:extLst>
              <a:ext uri="{FF2B5EF4-FFF2-40B4-BE49-F238E27FC236}">
                <a16:creationId xmlns:a16="http://schemas.microsoft.com/office/drawing/2014/main" id="{F52EBEA7-FC5A-8D64-6CB5-FA739587260E}"/>
              </a:ext>
            </a:extLst>
          </p:cNvPr>
          <p:cNvPicPr>
            <a:picLocks noGrp="1" noChangeAspect="1"/>
          </p:cNvPicPr>
          <p:nvPr>
            <p:ph type="pic" idx="2"/>
          </p:nvPr>
        </p:nvPicPr>
        <p:blipFill rotWithShape="1">
          <a:blip r:embed="rId3"/>
          <a:srcRect l="16888" t="-14375" r="14658" b="-11414"/>
          <a:stretch/>
        </p:blipFill>
        <p:spPr>
          <a:xfrm>
            <a:off x="6096000" y="0"/>
            <a:ext cx="6096000" cy="6858000"/>
          </a:xfrm>
          <a:prstGeom prst="rect">
            <a:avLst/>
          </a:prstGeom>
          <a:solidFill>
            <a:schemeClr val="bg1"/>
          </a:solidFill>
          <a:ln>
            <a:noFill/>
          </a:ln>
        </p:spPr>
      </p:pic>
      <p:grpSp>
        <p:nvGrpSpPr>
          <p:cNvPr id="267" name="Google Shape;267;p2"/>
          <p:cNvGrpSpPr/>
          <p:nvPr/>
        </p:nvGrpSpPr>
        <p:grpSpPr>
          <a:xfrm>
            <a:off x="11319310" y="359343"/>
            <a:ext cx="603183" cy="603183"/>
            <a:chOff x="8489482" y="269507"/>
            <a:chExt cx="452387" cy="452387"/>
          </a:xfrm>
        </p:grpSpPr>
        <p:sp>
          <p:nvSpPr>
            <p:cNvPr id="268" name="Google Shape;268;p2"/>
            <p:cNvSpPr/>
            <p:nvPr/>
          </p:nvSpPr>
          <p:spPr>
            <a:xfrm>
              <a:off x="8489482" y="269507"/>
              <a:ext cx="452387" cy="452387"/>
            </a:xfrm>
            <a:prstGeom prst="ellipse">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69" name="Google Shape;269;p2"/>
            <p:cNvSpPr txBox="1"/>
            <p:nvPr/>
          </p:nvSpPr>
          <p:spPr>
            <a:xfrm>
              <a:off x="8615767" y="362013"/>
              <a:ext cx="199815" cy="25391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FFFFFF"/>
                  </a:solidFill>
                  <a:effectLst/>
                  <a:uLnTx/>
                  <a:uFillTx/>
                  <a:latin typeface="Bebas Neue"/>
                  <a:ea typeface="Bebas Neue"/>
                  <a:cs typeface="Bebas Neue"/>
                  <a:sym typeface="Bebas Neue"/>
                </a:rPr>
                <a:t>3</a:t>
              </a:r>
              <a:endParaRPr kumimoji="0" sz="1600" b="0" i="0" u="none" strike="noStrike" kern="0" cap="none" spc="0" normalizeH="0" baseline="0" noProof="0" dirty="0">
                <a:ln>
                  <a:noFill/>
                </a:ln>
                <a:solidFill>
                  <a:srgbClr val="FFFFFF"/>
                </a:solidFill>
                <a:effectLst/>
                <a:uLnTx/>
                <a:uFillTx/>
                <a:latin typeface="Bebas Neue"/>
                <a:ea typeface="Bebas Neue"/>
                <a:cs typeface="Bebas Neue"/>
                <a:sym typeface="Bebas Neue"/>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41"/>
                                        </p:tgtEl>
                                        <p:attrNameLst>
                                          <p:attrName>style.visibility</p:attrName>
                                        </p:attrNameLst>
                                      </p:cBhvr>
                                      <p:to>
                                        <p:strVal val="visible"/>
                                      </p:to>
                                    </p:set>
                                    <p:anim calcmode="lin" valueType="num">
                                      <p:cBhvr additive="base">
                                        <p:cTn id="7" dur="500"/>
                                        <p:tgtEl>
                                          <p:spTgt spid="241"/>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245"/>
                                        </p:tgtEl>
                                        <p:attrNameLst>
                                          <p:attrName>style.visibility</p:attrName>
                                        </p:attrNameLst>
                                      </p:cBhvr>
                                      <p:to>
                                        <p:strVal val="visible"/>
                                      </p:to>
                                    </p:set>
                                    <p:anim calcmode="lin" valueType="num">
                                      <p:cBhvr additive="base">
                                        <p:cTn id="11" dur="500"/>
                                        <p:tgtEl>
                                          <p:spTgt spid="245"/>
                                        </p:tgtEl>
                                        <p:attrNameLst>
                                          <p:attrName>ppt_x</p:attrName>
                                        </p:attrNameLst>
                                      </p:cBhvr>
                                      <p:tavLst>
                                        <p:tav tm="0">
                                          <p:val>
                                            <p:strVal val="#ppt_x-1"/>
                                          </p:val>
                                        </p:tav>
                                        <p:tav tm="100000">
                                          <p:val>
                                            <p:strVal val="#ppt_x"/>
                                          </p:val>
                                        </p:tav>
                                      </p:tavLst>
                                    </p:anim>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253"/>
                                        </p:tgtEl>
                                        <p:attrNameLst>
                                          <p:attrName>style.visibility</p:attrName>
                                        </p:attrNameLst>
                                      </p:cBhvr>
                                      <p:to>
                                        <p:strVal val="visible"/>
                                      </p:to>
                                    </p:set>
                                    <p:anim calcmode="lin" valueType="num">
                                      <p:cBhvr additive="base">
                                        <p:cTn id="15" dur="500"/>
                                        <p:tgtEl>
                                          <p:spTgt spid="25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B73A"/>
        </a:solidFill>
        <a:effectLst/>
      </p:bgPr>
    </p:bg>
    <p:spTree>
      <p:nvGrpSpPr>
        <p:cNvPr id="1" name=""/>
        <p:cNvGrpSpPr/>
        <p:nvPr/>
      </p:nvGrpSpPr>
      <p:grpSpPr>
        <a:xfrm>
          <a:off x="0" y="0"/>
          <a:ext cx="0" cy="0"/>
          <a:chOff x="0" y="0"/>
          <a:chExt cx="0" cy="0"/>
        </a:xfrm>
      </p:grpSpPr>
      <p:sp>
        <p:nvSpPr>
          <p:cNvPr id="6" name="TextBox 5"/>
          <p:cNvSpPr txBox="1"/>
          <p:nvPr/>
        </p:nvSpPr>
        <p:spPr>
          <a:xfrm>
            <a:off x="585050" y="3056232"/>
            <a:ext cx="3756156" cy="954107"/>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28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Steuerung, Überwachung und </a:t>
            </a:r>
          </a:p>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28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Kontrolle von Anwendungen</a:t>
            </a:r>
          </a:p>
        </p:txBody>
      </p:sp>
      <p:sp>
        <p:nvSpPr>
          <p:cNvPr id="8" name="TextBox 7"/>
          <p:cNvSpPr txBox="1"/>
          <p:nvPr/>
        </p:nvSpPr>
        <p:spPr>
          <a:xfrm>
            <a:off x="585050" y="3969308"/>
            <a:ext cx="3465742" cy="367280"/>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1333" b="0" i="0" u="none" strike="noStrike" kern="1200" cap="none" spc="0" normalizeH="0" baseline="0" noProof="0" dirty="0">
                <a:ln>
                  <a:noFill/>
                </a:ln>
                <a:solidFill>
                  <a:srgbClr val="FFFFFF"/>
                </a:solidFill>
                <a:effectLst/>
                <a:uLnTx/>
                <a:uFillTx/>
                <a:latin typeface="Open Sans" charset="0"/>
                <a:ea typeface="Open Sans" charset="0"/>
                <a:cs typeface="Open Sans" charset="0"/>
                <a:sym typeface="Arial"/>
              </a:rPr>
              <a:t>Quality Class</a:t>
            </a:r>
          </a:p>
        </p:txBody>
      </p:sp>
      <p:grpSp>
        <p:nvGrpSpPr>
          <p:cNvPr id="12" name="Группа 11"/>
          <p:cNvGrpSpPr/>
          <p:nvPr/>
        </p:nvGrpSpPr>
        <p:grpSpPr>
          <a:xfrm>
            <a:off x="11319310" y="359343"/>
            <a:ext cx="603183" cy="603183"/>
            <a:chOff x="8489482" y="269507"/>
            <a:chExt cx="452387" cy="452387"/>
          </a:xfrm>
        </p:grpSpPr>
        <p:sp>
          <p:nvSpPr>
            <p:cNvPr id="13" name="Овал 12"/>
            <p:cNvSpPr/>
            <p:nvPr/>
          </p:nvSpPr>
          <p:spPr>
            <a:xfrm>
              <a:off x="8489482" y="269507"/>
              <a:ext cx="452387" cy="452387"/>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4" name="TextBox 13"/>
            <p:cNvSpPr txBox="1"/>
            <p:nvPr/>
          </p:nvSpPr>
          <p:spPr>
            <a:xfrm>
              <a:off x="8585111" y="362013"/>
              <a:ext cx="261130"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11</a:t>
              </a:r>
              <a:endParaRPr kumimoji="0" lang="ru-RU"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endParaRPr>
            </a:p>
          </p:txBody>
        </p:sp>
      </p:grpSp>
      <p:pic>
        <p:nvPicPr>
          <p:cNvPr id="5" name="Bildplatzhalter 4">
            <a:extLst>
              <a:ext uri="{FF2B5EF4-FFF2-40B4-BE49-F238E27FC236}">
                <a16:creationId xmlns:a16="http://schemas.microsoft.com/office/drawing/2014/main" id="{639A7D81-FBE8-CD0C-008B-482B5A674422}"/>
              </a:ext>
            </a:extLst>
          </p:cNvPr>
          <p:cNvPicPr>
            <a:picLocks noGrp="1" noChangeAspect="1"/>
          </p:cNvPicPr>
          <p:nvPr>
            <p:ph type="pic" sz="quarter" idx="10"/>
          </p:nvPr>
        </p:nvPicPr>
        <p:blipFill rotWithShape="1">
          <a:blip r:embed="rId3"/>
          <a:srcRect l="4277" t="-12156" r="10231" b="-15708"/>
          <a:stretch/>
        </p:blipFill>
        <p:spPr>
          <a:xfrm>
            <a:off x="4702286" y="0"/>
            <a:ext cx="7489716" cy="6858000"/>
          </a:xfrm>
          <a:solidFill>
            <a:srgbClr val="FFFFFF"/>
          </a:solidFill>
        </p:spPr>
      </p:pic>
    </p:spTree>
    <p:extLst>
      <p:ext uri="{BB962C8B-B14F-4D97-AF65-F5344CB8AC3E}">
        <p14:creationId xmlns:p14="http://schemas.microsoft.com/office/powerpoint/2010/main" val="137727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platzhalter 4">
            <a:extLst>
              <a:ext uri="{FF2B5EF4-FFF2-40B4-BE49-F238E27FC236}">
                <a16:creationId xmlns:a16="http://schemas.microsoft.com/office/drawing/2014/main" id="{0A585F8D-109B-16FD-B03F-C5330BF45A3D}"/>
              </a:ext>
            </a:extLst>
          </p:cNvPr>
          <p:cNvPicPr>
            <a:picLocks noGrp="1" noChangeAspect="1"/>
          </p:cNvPicPr>
          <p:nvPr>
            <p:ph type="pic" sz="quarter" idx="10"/>
          </p:nvPr>
        </p:nvPicPr>
        <p:blipFill rotWithShape="1">
          <a:blip r:embed="rId2"/>
          <a:srcRect l="11485" t="-15453" r="-63459" b="-24177"/>
          <a:stretch/>
        </p:blipFill>
        <p:spPr>
          <a:xfrm>
            <a:off x="0" y="0"/>
            <a:ext cx="12192000" cy="6858000"/>
          </a:xfrm>
          <a:solidFill>
            <a:srgbClr val="FFFFFF"/>
          </a:solidFill>
        </p:spPr>
      </p:pic>
      <p:grpSp>
        <p:nvGrpSpPr>
          <p:cNvPr id="2" name="Группа 1"/>
          <p:cNvGrpSpPr/>
          <p:nvPr/>
        </p:nvGrpSpPr>
        <p:grpSpPr>
          <a:xfrm>
            <a:off x="3119669" y="3621020"/>
            <a:ext cx="8640960" cy="2176276"/>
            <a:chOff x="2339752" y="2715765"/>
            <a:chExt cx="6480720" cy="1632207"/>
          </a:xfrm>
        </p:grpSpPr>
        <p:sp>
          <p:nvSpPr>
            <p:cNvPr id="6" name="Прямоугольник 5"/>
            <p:cNvSpPr/>
            <p:nvPr/>
          </p:nvSpPr>
          <p:spPr>
            <a:xfrm>
              <a:off x="2339752" y="2715766"/>
              <a:ext cx="6480720" cy="1632206"/>
            </a:xfrm>
            <a:prstGeom prst="rect">
              <a:avLst/>
            </a:prstGeom>
            <a:solidFill>
              <a:schemeClr val="bg1"/>
            </a:solidFill>
            <a:ln w="98425"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dirty="0">
                <a:ln>
                  <a:noFill/>
                </a:ln>
                <a:solidFill>
                  <a:srgbClr val="FFFFFF"/>
                </a:solidFill>
                <a:effectLst/>
                <a:uLnTx/>
                <a:uFillTx/>
                <a:latin typeface="Calibri" panose="020F0502020204030204"/>
                <a:ea typeface="+mn-ea"/>
                <a:cs typeface="+mn-cs"/>
                <a:sym typeface="Arial"/>
              </a:endParaRPr>
            </a:p>
          </p:txBody>
        </p:sp>
        <p:sp>
          <p:nvSpPr>
            <p:cNvPr id="7" name="Прямоугольник 6"/>
            <p:cNvSpPr/>
            <p:nvPr/>
          </p:nvSpPr>
          <p:spPr>
            <a:xfrm>
              <a:off x="2483768" y="2715765"/>
              <a:ext cx="864096" cy="32400"/>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8" name="TextBox 7"/>
            <p:cNvSpPr txBox="1"/>
            <p:nvPr/>
          </p:nvSpPr>
          <p:spPr>
            <a:xfrm>
              <a:off x="2443648" y="3075806"/>
              <a:ext cx="1218122" cy="253916"/>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Definition QS Classes</a:t>
              </a:r>
            </a:p>
          </p:txBody>
        </p:sp>
        <p:sp>
          <p:nvSpPr>
            <p:cNvPr id="10" name="TextBox 9"/>
            <p:cNvSpPr txBox="1"/>
            <p:nvPr/>
          </p:nvSpPr>
          <p:spPr>
            <a:xfrm>
              <a:off x="2443648" y="3414869"/>
              <a:ext cx="6088792" cy="469985"/>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800"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Um die Ressourcen Verfügbarkeit zu optimieren und um den Containern die Ressourcen zu geben die benötigt werden bietet </a:t>
              </a:r>
              <a:r>
                <a:rPr kumimoji="0" lang="de-DE" sz="800" b="0" i="0" u="none" strike="noStrike" kern="1200" cap="none" spc="0" normalizeH="0" baseline="0" noProof="0" dirty="0" err="1">
                  <a:ln>
                    <a:noFill/>
                  </a:ln>
                  <a:solidFill>
                    <a:srgbClr val="FFFFFF">
                      <a:lumMod val="50000"/>
                    </a:srgbClr>
                  </a:solidFill>
                  <a:effectLst/>
                  <a:uLnTx/>
                  <a:uFillTx/>
                  <a:latin typeface="Open Sans" charset="0"/>
                  <a:ea typeface="Open Sans" charset="0"/>
                  <a:cs typeface="Open Sans" charset="0"/>
                  <a:sym typeface="Arial"/>
                </a:rPr>
                <a:t>Kuernetes</a:t>
              </a:r>
              <a:r>
                <a:rPr kumimoji="0" lang="de-DE" sz="800"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 verschiedene Qualität Stufen für Services an die verwendet werden können um diesen Services beizubringen wie viele und unter welchen Umständen diese Ressourcen bekommen können und wie mit diesen Ressourcen umgegangen werden soll.</a:t>
              </a:r>
            </a:p>
          </p:txBody>
        </p:sp>
      </p:grpSp>
      <p:grpSp>
        <p:nvGrpSpPr>
          <p:cNvPr id="13" name="Группа 12"/>
          <p:cNvGrpSpPr/>
          <p:nvPr/>
        </p:nvGrpSpPr>
        <p:grpSpPr>
          <a:xfrm>
            <a:off x="11319310" y="359343"/>
            <a:ext cx="603183" cy="603183"/>
            <a:chOff x="8489482" y="269507"/>
            <a:chExt cx="452387" cy="452387"/>
          </a:xfrm>
        </p:grpSpPr>
        <p:sp>
          <p:nvSpPr>
            <p:cNvPr id="14" name="Овал 13"/>
            <p:cNvSpPr/>
            <p:nvPr/>
          </p:nvSpPr>
          <p:spPr>
            <a:xfrm>
              <a:off x="8489482" y="269507"/>
              <a:ext cx="452387" cy="452387"/>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5" name="TextBox 14"/>
            <p:cNvSpPr txBox="1"/>
            <p:nvPr/>
          </p:nvSpPr>
          <p:spPr>
            <a:xfrm>
              <a:off x="8615767" y="362013"/>
              <a:ext cx="199815"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5</a:t>
              </a:r>
              <a:endParaRPr kumimoji="0" lang="ru-RU"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endParaRPr>
            </a:p>
          </p:txBody>
        </p:sp>
      </p:grpSp>
    </p:spTree>
    <p:extLst>
      <p:ext uri="{BB962C8B-B14F-4D97-AF65-F5344CB8AC3E}">
        <p14:creationId xmlns:p14="http://schemas.microsoft.com/office/powerpoint/2010/main" val="1492625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218" name="Picture 2" descr="qos-class in kubernetes">
            <a:extLst>
              <a:ext uri="{FF2B5EF4-FFF2-40B4-BE49-F238E27FC236}">
                <a16:creationId xmlns:a16="http://schemas.microsoft.com/office/drawing/2014/main" id="{971FD163-C028-1399-000A-46315E2653C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879940"/>
            <a:ext cx="10905066" cy="5098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570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dplatzhalter 18">
            <a:extLst>
              <a:ext uri="{FF2B5EF4-FFF2-40B4-BE49-F238E27FC236}">
                <a16:creationId xmlns:a16="http://schemas.microsoft.com/office/drawing/2014/main" id="{00EF3D30-4C5C-BCB4-C21C-651048D5113D}"/>
              </a:ext>
            </a:extLst>
          </p:cNvPr>
          <p:cNvPicPr>
            <a:picLocks noGrp="1" noChangeAspect="1"/>
          </p:cNvPicPr>
          <p:nvPr>
            <p:ph type="pic" sz="quarter" idx="10"/>
          </p:nvPr>
        </p:nvPicPr>
        <p:blipFill>
          <a:blip r:embed="rId3"/>
          <a:srcRect l="14986" r="14986"/>
          <a:stretch>
            <a:fillRect/>
          </a:stretch>
        </p:blipFill>
        <p:spPr>
          <a:xfrm>
            <a:off x="5711825" y="0"/>
            <a:ext cx="6480175" cy="6858000"/>
          </a:xfrm>
        </p:spPr>
      </p:pic>
      <p:grpSp>
        <p:nvGrpSpPr>
          <p:cNvPr id="2" name="Группа 1"/>
          <p:cNvGrpSpPr/>
          <p:nvPr/>
        </p:nvGrpSpPr>
        <p:grpSpPr>
          <a:xfrm>
            <a:off x="335360" y="1508787"/>
            <a:ext cx="4992554" cy="1920147"/>
            <a:chOff x="251520" y="1131590"/>
            <a:chExt cx="3744416" cy="1440110"/>
          </a:xfrm>
        </p:grpSpPr>
        <p:sp>
          <p:nvSpPr>
            <p:cNvPr id="4" name="Прямоугольник 3"/>
            <p:cNvSpPr/>
            <p:nvPr/>
          </p:nvSpPr>
          <p:spPr>
            <a:xfrm>
              <a:off x="251520" y="1131590"/>
              <a:ext cx="3744416" cy="1440110"/>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5" name="Прямоугольник 4"/>
            <p:cNvSpPr/>
            <p:nvPr/>
          </p:nvSpPr>
          <p:spPr>
            <a:xfrm>
              <a:off x="251520" y="1131590"/>
              <a:ext cx="576064"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6" name="TextBox 5"/>
            <p:cNvSpPr txBox="1"/>
            <p:nvPr/>
          </p:nvSpPr>
          <p:spPr>
            <a:xfrm>
              <a:off x="312593" y="1434907"/>
              <a:ext cx="677108"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Recherche</a:t>
              </a:r>
            </a:p>
          </p:txBody>
        </p:sp>
        <p:sp>
          <p:nvSpPr>
            <p:cNvPr id="7" name="TextBox 6"/>
            <p:cNvSpPr txBox="1"/>
            <p:nvPr/>
          </p:nvSpPr>
          <p:spPr>
            <a:xfrm>
              <a:off x="323258" y="1729162"/>
              <a:ext cx="3456654" cy="503695"/>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Finden Sie heraus wie genau man einem Service eine Quality Class gibt und wie genau hiermit umgegangen werden kann. Finden Sie hierzu eine Anleitung die Sie befolgen könnten.</a:t>
              </a:r>
              <a:endParaRPr kumimoji="0" lang="ru-RU"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endParaRPr>
            </a:p>
          </p:txBody>
        </p:sp>
        <p:sp>
          <p:nvSpPr>
            <p:cNvPr id="8" name="TextBox 7"/>
            <p:cNvSpPr txBox="1"/>
            <p:nvPr/>
          </p:nvSpPr>
          <p:spPr>
            <a:xfrm>
              <a:off x="3458609" y="1177309"/>
              <a:ext cx="491962" cy="50008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01.</a:t>
              </a:r>
            </a:p>
          </p:txBody>
        </p:sp>
      </p:grpSp>
      <p:grpSp>
        <p:nvGrpSpPr>
          <p:cNvPr id="17" name="Группа 16"/>
          <p:cNvGrpSpPr/>
          <p:nvPr/>
        </p:nvGrpSpPr>
        <p:grpSpPr>
          <a:xfrm>
            <a:off x="335360" y="3717033"/>
            <a:ext cx="4992554" cy="1920147"/>
            <a:chOff x="251520" y="2787774"/>
            <a:chExt cx="3744416" cy="1440110"/>
          </a:xfrm>
        </p:grpSpPr>
        <p:sp>
          <p:nvSpPr>
            <p:cNvPr id="9" name="Прямоугольник 8"/>
            <p:cNvSpPr/>
            <p:nvPr/>
          </p:nvSpPr>
          <p:spPr>
            <a:xfrm>
              <a:off x="251520" y="2787774"/>
              <a:ext cx="3744416" cy="1440110"/>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0" name="Прямоугольник 9"/>
            <p:cNvSpPr/>
            <p:nvPr/>
          </p:nvSpPr>
          <p:spPr>
            <a:xfrm>
              <a:off x="251520" y="2787774"/>
              <a:ext cx="576064"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1" name="TextBox 10"/>
            <p:cNvSpPr txBox="1"/>
            <p:nvPr/>
          </p:nvSpPr>
          <p:spPr>
            <a:xfrm>
              <a:off x="312593" y="3091091"/>
              <a:ext cx="1335943"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Gründe und Wichtigkeit</a:t>
              </a:r>
            </a:p>
          </p:txBody>
        </p:sp>
        <p:sp>
          <p:nvSpPr>
            <p:cNvPr id="12" name="TextBox 11"/>
            <p:cNvSpPr txBox="1"/>
            <p:nvPr/>
          </p:nvSpPr>
          <p:spPr>
            <a:xfrm>
              <a:off x="323258" y="3385346"/>
              <a:ext cx="3456654" cy="503695"/>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Diskutieren Sie in der Gruppe wann genau Sie Quality Classes verwenden würden und welche Gründe es hierzu gibt. Seien Sie offen in der Verwendung sowie den Umständen die hierfür eintreten könnten. </a:t>
              </a:r>
            </a:p>
          </p:txBody>
        </p:sp>
        <p:sp>
          <p:nvSpPr>
            <p:cNvPr id="13" name="TextBox 12"/>
            <p:cNvSpPr txBox="1"/>
            <p:nvPr/>
          </p:nvSpPr>
          <p:spPr>
            <a:xfrm>
              <a:off x="3458609" y="2833493"/>
              <a:ext cx="491962" cy="50008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0</a:t>
              </a:r>
              <a:r>
                <a:rPr kumimoji="0" lang="en-US"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2</a:t>
              </a: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a:t>
              </a:r>
            </a:p>
          </p:txBody>
        </p:sp>
      </p:grpSp>
      <p:grpSp>
        <p:nvGrpSpPr>
          <p:cNvPr id="14" name="Группа 13"/>
          <p:cNvGrpSpPr/>
          <p:nvPr/>
        </p:nvGrpSpPr>
        <p:grpSpPr>
          <a:xfrm>
            <a:off x="11319310" y="359343"/>
            <a:ext cx="603183" cy="603183"/>
            <a:chOff x="8489482" y="269507"/>
            <a:chExt cx="452387" cy="452387"/>
          </a:xfrm>
        </p:grpSpPr>
        <p:sp>
          <p:nvSpPr>
            <p:cNvPr id="15" name="Овал 14"/>
            <p:cNvSpPr/>
            <p:nvPr/>
          </p:nvSpPr>
          <p:spPr>
            <a:xfrm>
              <a:off x="8489482" y="269507"/>
              <a:ext cx="452387" cy="452387"/>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6" name="TextBox 15"/>
            <p:cNvSpPr txBox="1"/>
            <p:nvPr/>
          </p:nvSpPr>
          <p:spPr>
            <a:xfrm>
              <a:off x="8585111" y="362013"/>
              <a:ext cx="261129"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13</a:t>
              </a:r>
              <a:endParaRPr kumimoji="0" lang="ru-RU"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endParaRPr>
            </a:p>
          </p:txBody>
        </p:sp>
      </p:grpSp>
    </p:spTree>
    <p:extLst>
      <p:ext uri="{BB962C8B-B14F-4D97-AF65-F5344CB8AC3E}">
        <p14:creationId xmlns:p14="http://schemas.microsoft.com/office/powerpoint/2010/main" val="204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anim calcmode="lin" valueType="num">
                                      <p:cBhvr>
                                        <p:cTn id="14" dur="500" fill="hold"/>
                                        <p:tgtEl>
                                          <p:spTgt spid="17"/>
                                        </p:tgtEl>
                                        <p:attrNameLst>
                                          <p:attrName>ppt_x</p:attrName>
                                        </p:attrNameLst>
                                      </p:cBhvr>
                                      <p:tavLst>
                                        <p:tav tm="0">
                                          <p:val>
                                            <p:strVal val="#ppt_x"/>
                                          </p:val>
                                        </p:tav>
                                        <p:tav tm="100000">
                                          <p:val>
                                            <p:strVal val="#ppt_x"/>
                                          </p:val>
                                        </p:tav>
                                      </p:tavLst>
                                    </p:anim>
                                    <p:anim calcmode="lin" valueType="num">
                                      <p:cBhvr>
                                        <p:cTn id="15"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B73A"/>
        </a:solidFill>
        <a:effectLst/>
      </p:bgPr>
    </p:bg>
    <p:spTree>
      <p:nvGrpSpPr>
        <p:cNvPr id="1" name=""/>
        <p:cNvGrpSpPr/>
        <p:nvPr/>
      </p:nvGrpSpPr>
      <p:grpSpPr>
        <a:xfrm>
          <a:off x="0" y="0"/>
          <a:ext cx="0" cy="0"/>
          <a:chOff x="0" y="0"/>
          <a:chExt cx="0" cy="0"/>
        </a:xfrm>
      </p:grpSpPr>
      <p:sp>
        <p:nvSpPr>
          <p:cNvPr id="6" name="TextBox 5"/>
          <p:cNvSpPr txBox="1"/>
          <p:nvPr/>
        </p:nvSpPr>
        <p:spPr>
          <a:xfrm>
            <a:off x="585050" y="3056232"/>
            <a:ext cx="3756156" cy="954107"/>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28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Steuerung, Überwachung und </a:t>
            </a:r>
          </a:p>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28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Kontrolle von Anwendungen</a:t>
            </a:r>
          </a:p>
        </p:txBody>
      </p:sp>
      <p:sp>
        <p:nvSpPr>
          <p:cNvPr id="8" name="TextBox 7"/>
          <p:cNvSpPr txBox="1"/>
          <p:nvPr/>
        </p:nvSpPr>
        <p:spPr>
          <a:xfrm>
            <a:off x="585050" y="3969308"/>
            <a:ext cx="3465742" cy="367280"/>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en-GB" sz="1333" b="0" i="0" u="none" strike="noStrike" kern="1200" cap="none" spc="0" normalizeH="0" baseline="0" noProof="0" dirty="0">
                <a:ln>
                  <a:noFill/>
                </a:ln>
                <a:solidFill>
                  <a:srgbClr val="FFFFFF"/>
                </a:solidFill>
                <a:effectLst/>
                <a:uLnTx/>
                <a:uFillTx/>
                <a:latin typeface="Open Sans" charset="0"/>
                <a:ea typeface="Open Sans" charset="0"/>
                <a:cs typeface="Open Sans" charset="0"/>
                <a:sym typeface="Arial"/>
              </a:rPr>
              <a:t>Health Checks für Pods (Container)</a:t>
            </a:r>
            <a:endParaRPr kumimoji="0" lang="de-DE" sz="1333" b="0" i="0" u="none" strike="noStrike" kern="1200" cap="none" spc="0" normalizeH="0" baseline="0" noProof="0" dirty="0">
              <a:ln>
                <a:noFill/>
              </a:ln>
              <a:solidFill>
                <a:srgbClr val="FFFFFF"/>
              </a:solidFill>
              <a:effectLst/>
              <a:uLnTx/>
              <a:uFillTx/>
              <a:latin typeface="Open Sans" charset="0"/>
              <a:ea typeface="Open Sans" charset="0"/>
              <a:cs typeface="Open Sans" charset="0"/>
              <a:sym typeface="Arial"/>
            </a:endParaRPr>
          </a:p>
        </p:txBody>
      </p:sp>
      <p:grpSp>
        <p:nvGrpSpPr>
          <p:cNvPr id="12" name="Группа 11"/>
          <p:cNvGrpSpPr/>
          <p:nvPr/>
        </p:nvGrpSpPr>
        <p:grpSpPr>
          <a:xfrm>
            <a:off x="11319310" y="359343"/>
            <a:ext cx="603183" cy="603183"/>
            <a:chOff x="8489482" y="269507"/>
            <a:chExt cx="452387" cy="452387"/>
          </a:xfrm>
        </p:grpSpPr>
        <p:sp>
          <p:nvSpPr>
            <p:cNvPr id="13" name="Овал 12"/>
            <p:cNvSpPr/>
            <p:nvPr/>
          </p:nvSpPr>
          <p:spPr>
            <a:xfrm>
              <a:off x="8489482" y="269507"/>
              <a:ext cx="452387" cy="452387"/>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4" name="TextBox 13"/>
            <p:cNvSpPr txBox="1"/>
            <p:nvPr/>
          </p:nvSpPr>
          <p:spPr>
            <a:xfrm>
              <a:off x="8585111" y="362013"/>
              <a:ext cx="261130"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11</a:t>
              </a:r>
              <a:endParaRPr kumimoji="0" lang="ru-RU"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endParaRPr>
            </a:p>
          </p:txBody>
        </p:sp>
      </p:grpSp>
      <p:pic>
        <p:nvPicPr>
          <p:cNvPr id="5" name="Bildplatzhalter 4">
            <a:extLst>
              <a:ext uri="{FF2B5EF4-FFF2-40B4-BE49-F238E27FC236}">
                <a16:creationId xmlns:a16="http://schemas.microsoft.com/office/drawing/2014/main" id="{639A7D81-FBE8-CD0C-008B-482B5A674422}"/>
              </a:ext>
            </a:extLst>
          </p:cNvPr>
          <p:cNvPicPr>
            <a:picLocks noGrp="1" noChangeAspect="1"/>
          </p:cNvPicPr>
          <p:nvPr>
            <p:ph type="pic" sz="quarter" idx="10"/>
          </p:nvPr>
        </p:nvPicPr>
        <p:blipFill rotWithShape="1">
          <a:blip r:embed="rId3"/>
          <a:srcRect l="4277" t="-12156" r="10231" b="-15708"/>
          <a:stretch/>
        </p:blipFill>
        <p:spPr>
          <a:xfrm>
            <a:off x="4702286" y="0"/>
            <a:ext cx="7489716" cy="6858000"/>
          </a:xfrm>
          <a:solidFill>
            <a:srgbClr val="FFFFFF"/>
          </a:solidFill>
        </p:spPr>
      </p:pic>
    </p:spTree>
    <p:extLst>
      <p:ext uri="{BB962C8B-B14F-4D97-AF65-F5344CB8AC3E}">
        <p14:creationId xmlns:p14="http://schemas.microsoft.com/office/powerpoint/2010/main" val="3988863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44" name="Picture 4">
            <a:extLst>
              <a:ext uri="{FF2B5EF4-FFF2-40B4-BE49-F238E27FC236}">
                <a16:creationId xmlns:a16="http://schemas.microsoft.com/office/drawing/2014/main" id="{EC65DB9D-AF28-4A3C-C0F1-D1E592333E7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784521"/>
            <a:ext cx="10905066" cy="5288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0668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1"/>
          <p:cNvGrpSpPr/>
          <p:nvPr/>
        </p:nvGrpSpPr>
        <p:grpSpPr>
          <a:xfrm>
            <a:off x="5615946" y="1316765"/>
            <a:ext cx="2985036" cy="2400267"/>
            <a:chOff x="4211960" y="987574"/>
            <a:chExt cx="2238777" cy="1800200"/>
          </a:xfrm>
        </p:grpSpPr>
        <p:sp>
          <p:nvSpPr>
            <p:cNvPr id="7" name="Прямоугольник 6"/>
            <p:cNvSpPr/>
            <p:nvPr/>
          </p:nvSpPr>
          <p:spPr>
            <a:xfrm>
              <a:off x="4211960" y="987574"/>
              <a:ext cx="2238777" cy="1800200"/>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8" name="Прямоугольник 7"/>
            <p:cNvSpPr/>
            <p:nvPr/>
          </p:nvSpPr>
          <p:spPr>
            <a:xfrm>
              <a:off x="4211960" y="987574"/>
              <a:ext cx="576064" cy="45719"/>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9" name="TextBox 8"/>
            <p:cNvSpPr txBox="1"/>
            <p:nvPr/>
          </p:nvSpPr>
          <p:spPr>
            <a:xfrm>
              <a:off x="4273033" y="1290891"/>
              <a:ext cx="898323"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Liveness Check</a:t>
              </a:r>
              <a:endParaRPr kumimoji="0" lang="ru-RU"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endParaRPr>
            </a:p>
          </p:txBody>
        </p:sp>
        <p:sp>
          <p:nvSpPr>
            <p:cNvPr id="10" name="TextBox 9"/>
            <p:cNvSpPr txBox="1"/>
            <p:nvPr/>
          </p:nvSpPr>
          <p:spPr>
            <a:xfrm>
              <a:off x="4283698" y="1585146"/>
              <a:ext cx="2088502" cy="803970"/>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en-GB"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Many applications running for long periods of time eventually transition to broken states, and cannot recover except by being restarted. Kubernetes provides liveness probes to detect and remedy such situations.</a:t>
              </a:r>
              <a:endPar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endParaRPr>
            </a:p>
          </p:txBody>
        </p:sp>
        <p:sp>
          <p:nvSpPr>
            <p:cNvPr id="11" name="TextBox 10"/>
            <p:cNvSpPr txBox="1"/>
            <p:nvPr/>
          </p:nvSpPr>
          <p:spPr>
            <a:xfrm>
              <a:off x="5940152" y="1033293"/>
              <a:ext cx="491962" cy="50008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01.</a:t>
              </a:r>
            </a:p>
          </p:txBody>
        </p:sp>
      </p:grpSp>
      <p:grpSp>
        <p:nvGrpSpPr>
          <p:cNvPr id="3" name="Группа 2"/>
          <p:cNvGrpSpPr/>
          <p:nvPr/>
        </p:nvGrpSpPr>
        <p:grpSpPr>
          <a:xfrm>
            <a:off x="8889014" y="1316765"/>
            <a:ext cx="2985036" cy="3178745"/>
            <a:chOff x="6666761" y="987574"/>
            <a:chExt cx="2238777" cy="2384059"/>
          </a:xfrm>
        </p:grpSpPr>
        <p:sp>
          <p:nvSpPr>
            <p:cNvPr id="12" name="Прямоугольник 11"/>
            <p:cNvSpPr/>
            <p:nvPr/>
          </p:nvSpPr>
          <p:spPr>
            <a:xfrm>
              <a:off x="6666761" y="987574"/>
              <a:ext cx="2238777" cy="2384059"/>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3" name="Прямоугольник 12"/>
            <p:cNvSpPr/>
            <p:nvPr/>
          </p:nvSpPr>
          <p:spPr>
            <a:xfrm>
              <a:off x="6666761" y="987574"/>
              <a:ext cx="576064" cy="45719"/>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4" name="TextBox 13"/>
            <p:cNvSpPr txBox="1"/>
            <p:nvPr/>
          </p:nvSpPr>
          <p:spPr>
            <a:xfrm>
              <a:off x="6727834" y="1290891"/>
              <a:ext cx="996908"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Readiness check </a:t>
              </a:r>
              <a:endParaRPr kumimoji="0" lang="ru-RU"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endParaRPr>
            </a:p>
          </p:txBody>
        </p:sp>
        <p:sp>
          <p:nvSpPr>
            <p:cNvPr id="15" name="TextBox 14"/>
            <p:cNvSpPr txBox="1"/>
            <p:nvPr/>
          </p:nvSpPr>
          <p:spPr>
            <a:xfrm>
              <a:off x="6738499" y="1585146"/>
              <a:ext cx="2088502" cy="1704793"/>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en-GB"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Sometimes, applications are temporarily unable to serve traffic. For example, an application might need to load large data or configuration files during </a:t>
              </a:r>
              <a:r>
                <a:rPr kumimoji="0" lang="en-GB" sz="867" b="0" i="0" u="none" strike="noStrike" kern="1200" cap="none" spc="0" normalizeH="0" baseline="0" noProof="0" dirty="0" err="1">
                  <a:ln>
                    <a:noFill/>
                  </a:ln>
                  <a:solidFill>
                    <a:srgbClr val="FFFFFF">
                      <a:lumMod val="50000"/>
                    </a:srgbClr>
                  </a:solidFill>
                  <a:effectLst/>
                  <a:uLnTx/>
                  <a:uFillTx/>
                  <a:latin typeface="Open Sans" charset="0"/>
                  <a:ea typeface="Open Sans" charset="0"/>
                  <a:cs typeface="Open Sans" charset="0"/>
                  <a:sym typeface="Arial"/>
                </a:rPr>
                <a:t>startup</a:t>
              </a:r>
              <a:r>
                <a:rPr kumimoji="0" lang="en-GB"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 or depend on external services after </a:t>
              </a:r>
              <a:r>
                <a:rPr kumimoji="0" lang="en-GB" sz="867" b="0" i="0" u="none" strike="noStrike" kern="1200" cap="none" spc="0" normalizeH="0" baseline="0" noProof="0" dirty="0" err="1">
                  <a:ln>
                    <a:noFill/>
                  </a:ln>
                  <a:solidFill>
                    <a:srgbClr val="FFFFFF">
                      <a:lumMod val="50000"/>
                    </a:srgbClr>
                  </a:solidFill>
                  <a:effectLst/>
                  <a:uLnTx/>
                  <a:uFillTx/>
                  <a:latin typeface="Open Sans" charset="0"/>
                  <a:ea typeface="Open Sans" charset="0"/>
                  <a:cs typeface="Open Sans" charset="0"/>
                  <a:sym typeface="Arial"/>
                </a:rPr>
                <a:t>startup</a:t>
              </a:r>
              <a:r>
                <a:rPr kumimoji="0" lang="en-GB"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 In such cases, you don't want to kill the application, but you don't want to send it requests either. Kubernetes provides readiness probes to detect and mitigate these situations. A pod with containers reporting that they are not ready does not receive traffic through Kubernetes Services.</a:t>
              </a:r>
              <a:endPar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endParaRPr>
            </a:p>
          </p:txBody>
        </p:sp>
        <p:sp>
          <p:nvSpPr>
            <p:cNvPr id="16" name="TextBox 15"/>
            <p:cNvSpPr txBox="1"/>
            <p:nvPr/>
          </p:nvSpPr>
          <p:spPr>
            <a:xfrm>
              <a:off x="8394953" y="1033293"/>
              <a:ext cx="491962" cy="50008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0</a:t>
              </a:r>
              <a:r>
                <a:rPr kumimoji="0" lang="en-US"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2</a:t>
              </a: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a:t>
              </a:r>
            </a:p>
          </p:txBody>
        </p:sp>
      </p:grpSp>
      <p:grpSp>
        <p:nvGrpSpPr>
          <p:cNvPr id="4" name="Группа 3"/>
          <p:cNvGrpSpPr/>
          <p:nvPr/>
        </p:nvGrpSpPr>
        <p:grpSpPr>
          <a:xfrm>
            <a:off x="5615946" y="3909054"/>
            <a:ext cx="2985036" cy="2400267"/>
            <a:chOff x="4211960" y="2931790"/>
            <a:chExt cx="2238777" cy="1800200"/>
          </a:xfrm>
        </p:grpSpPr>
        <p:sp>
          <p:nvSpPr>
            <p:cNvPr id="17" name="Прямоугольник 16"/>
            <p:cNvSpPr/>
            <p:nvPr/>
          </p:nvSpPr>
          <p:spPr>
            <a:xfrm>
              <a:off x="4211960" y="2931790"/>
              <a:ext cx="2238777" cy="1800200"/>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8" name="Прямоугольник 17"/>
            <p:cNvSpPr/>
            <p:nvPr/>
          </p:nvSpPr>
          <p:spPr>
            <a:xfrm>
              <a:off x="4211960" y="2931790"/>
              <a:ext cx="576064" cy="45719"/>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9" name="TextBox 18"/>
            <p:cNvSpPr txBox="1"/>
            <p:nvPr/>
          </p:nvSpPr>
          <p:spPr>
            <a:xfrm>
              <a:off x="4273033" y="3235107"/>
              <a:ext cx="903132"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Startup check </a:t>
              </a:r>
              <a:endParaRPr kumimoji="0" lang="ru-RU"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endParaRPr>
            </a:p>
          </p:txBody>
        </p:sp>
        <p:sp>
          <p:nvSpPr>
            <p:cNvPr id="20" name="TextBox 19"/>
            <p:cNvSpPr txBox="1"/>
            <p:nvPr/>
          </p:nvSpPr>
          <p:spPr>
            <a:xfrm>
              <a:off x="4283698" y="3529362"/>
              <a:ext cx="2088502" cy="1104244"/>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en-GB"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Sometimes, you have to deal with legacy applications that might require an additional </a:t>
              </a:r>
              <a:r>
                <a:rPr kumimoji="0" lang="en-GB" sz="867" b="0" i="0" u="none" strike="noStrike" kern="1200" cap="none" spc="0" normalizeH="0" baseline="0" noProof="0" dirty="0" err="1">
                  <a:ln>
                    <a:noFill/>
                  </a:ln>
                  <a:solidFill>
                    <a:srgbClr val="FFFFFF">
                      <a:lumMod val="50000"/>
                    </a:srgbClr>
                  </a:solidFill>
                  <a:effectLst/>
                  <a:uLnTx/>
                  <a:uFillTx/>
                  <a:latin typeface="Open Sans" charset="0"/>
                  <a:ea typeface="Open Sans" charset="0"/>
                  <a:cs typeface="Open Sans" charset="0"/>
                  <a:sym typeface="Arial"/>
                </a:rPr>
                <a:t>startup</a:t>
              </a:r>
              <a:r>
                <a:rPr kumimoji="0" lang="en-GB"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 time on their first initialization. In such cases, it can be tricky to set up liveness probe parameters without compromising the fast response to deadlocks that motivated such a probe. </a:t>
              </a:r>
              <a:endPar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endParaRPr>
            </a:p>
          </p:txBody>
        </p:sp>
        <p:sp>
          <p:nvSpPr>
            <p:cNvPr id="21" name="TextBox 20"/>
            <p:cNvSpPr txBox="1"/>
            <p:nvPr/>
          </p:nvSpPr>
          <p:spPr>
            <a:xfrm>
              <a:off x="5940152" y="2977509"/>
              <a:ext cx="491962" cy="50008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0</a:t>
              </a:r>
              <a:r>
                <a:rPr kumimoji="0" lang="en-US"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3</a:t>
              </a: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a:t>
              </a:r>
            </a:p>
          </p:txBody>
        </p:sp>
      </p:grpSp>
      <p:grpSp>
        <p:nvGrpSpPr>
          <p:cNvPr id="5" name="Группа 4"/>
          <p:cNvGrpSpPr/>
          <p:nvPr/>
        </p:nvGrpSpPr>
        <p:grpSpPr>
          <a:xfrm>
            <a:off x="8889014" y="4636798"/>
            <a:ext cx="2985036" cy="1672523"/>
            <a:chOff x="6666761" y="2931790"/>
            <a:chExt cx="2238777" cy="1800200"/>
          </a:xfrm>
        </p:grpSpPr>
        <p:sp>
          <p:nvSpPr>
            <p:cNvPr id="22" name="Прямоугольник 21"/>
            <p:cNvSpPr/>
            <p:nvPr/>
          </p:nvSpPr>
          <p:spPr>
            <a:xfrm>
              <a:off x="6666761" y="2931790"/>
              <a:ext cx="2238777" cy="1800200"/>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23" name="Прямоугольник 22"/>
            <p:cNvSpPr/>
            <p:nvPr/>
          </p:nvSpPr>
          <p:spPr>
            <a:xfrm>
              <a:off x="6666761" y="2931790"/>
              <a:ext cx="576064" cy="45719"/>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24" name="TextBox 23"/>
            <p:cNvSpPr txBox="1"/>
            <p:nvPr/>
          </p:nvSpPr>
          <p:spPr>
            <a:xfrm>
              <a:off x="6727834" y="3235107"/>
              <a:ext cx="553277"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GB"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Aufgabe</a:t>
              </a:r>
              <a:endParaRPr kumimoji="0" lang="ru-RU"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endParaRPr>
            </a:p>
          </p:txBody>
        </p:sp>
        <p:sp>
          <p:nvSpPr>
            <p:cNvPr id="25" name="TextBox 24"/>
            <p:cNvSpPr txBox="1"/>
            <p:nvPr/>
          </p:nvSpPr>
          <p:spPr>
            <a:xfrm>
              <a:off x="6738499" y="3529362"/>
              <a:ext cx="2088502" cy="938327"/>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Um das Verständnis hiervon zu stärken recherchieren Sie wie genau Sie diese Checks implementieren. Versuchen Sie zudem einen dieser Checks auszutesten.</a:t>
              </a:r>
            </a:p>
          </p:txBody>
        </p:sp>
        <p:sp>
          <p:nvSpPr>
            <p:cNvPr id="26" name="TextBox 25"/>
            <p:cNvSpPr txBox="1"/>
            <p:nvPr/>
          </p:nvSpPr>
          <p:spPr>
            <a:xfrm>
              <a:off x="8394953" y="2977509"/>
              <a:ext cx="138548" cy="717687"/>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endPar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endParaRPr>
            </a:p>
          </p:txBody>
        </p:sp>
      </p:grpSp>
      <p:sp>
        <p:nvSpPr>
          <p:cNvPr id="27" name="TextBox 26"/>
          <p:cNvSpPr txBox="1"/>
          <p:nvPr/>
        </p:nvSpPr>
        <p:spPr>
          <a:xfrm>
            <a:off x="9563947" y="-223520"/>
            <a:ext cx="184731" cy="369332"/>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000000"/>
              </a:solidFill>
              <a:effectLst/>
              <a:uLnTx/>
              <a:uFillTx/>
              <a:latin typeface="Calibri" panose="020F0502020204030204"/>
              <a:ea typeface="+mn-ea"/>
              <a:cs typeface="Arial"/>
              <a:sym typeface="Arial"/>
            </a:endParaRPr>
          </a:p>
        </p:txBody>
      </p:sp>
      <p:grpSp>
        <p:nvGrpSpPr>
          <p:cNvPr id="28" name="Группа 27"/>
          <p:cNvGrpSpPr/>
          <p:nvPr/>
        </p:nvGrpSpPr>
        <p:grpSpPr>
          <a:xfrm>
            <a:off x="11319310" y="359343"/>
            <a:ext cx="603183" cy="603183"/>
            <a:chOff x="8489482" y="269507"/>
            <a:chExt cx="452387" cy="452387"/>
          </a:xfrm>
        </p:grpSpPr>
        <p:sp>
          <p:nvSpPr>
            <p:cNvPr id="29" name="Овал 28"/>
            <p:cNvSpPr/>
            <p:nvPr/>
          </p:nvSpPr>
          <p:spPr>
            <a:xfrm>
              <a:off x="8489482" y="269507"/>
              <a:ext cx="452387" cy="45238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000000"/>
                </a:solidFill>
                <a:effectLst/>
                <a:uLnTx/>
                <a:uFillTx/>
                <a:latin typeface="Calibri" panose="020F0502020204030204"/>
                <a:ea typeface="+mn-ea"/>
                <a:cs typeface="+mn-cs"/>
                <a:sym typeface="Arial"/>
              </a:endParaRPr>
            </a:p>
          </p:txBody>
        </p:sp>
        <p:sp>
          <p:nvSpPr>
            <p:cNvPr id="30" name="TextBox 29"/>
            <p:cNvSpPr txBox="1"/>
            <p:nvPr/>
          </p:nvSpPr>
          <p:spPr>
            <a:xfrm>
              <a:off x="8585111" y="362013"/>
              <a:ext cx="261130"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w="0"/>
                  <a:solidFill>
                    <a:srgbClr val="F6B73A"/>
                  </a:solidFill>
                  <a:effectLst/>
                  <a:uLnTx/>
                  <a:uFillTx/>
                  <a:latin typeface="Bebas Neue" charset="0"/>
                  <a:ea typeface="Bebas Neue" charset="0"/>
                  <a:cs typeface="Bebas Neue" charset="0"/>
                  <a:sym typeface="Arial"/>
                </a:rPr>
                <a:t>10</a:t>
              </a:r>
              <a:endParaRPr kumimoji="0" lang="ru-RU" sz="1600" b="0" i="0" u="none" strike="noStrike" kern="1200" cap="none" spc="0" normalizeH="0" baseline="0" noProof="0" dirty="0">
                <a:ln w="0"/>
                <a:solidFill>
                  <a:srgbClr val="F6B73A"/>
                </a:solidFill>
                <a:effectLst/>
                <a:uLnTx/>
                <a:uFillTx/>
                <a:latin typeface="Bebas Neue" charset="0"/>
                <a:ea typeface="Bebas Neue" charset="0"/>
                <a:cs typeface="Bebas Neue" charset="0"/>
                <a:sym typeface="Arial"/>
              </a:endParaRPr>
            </a:p>
          </p:txBody>
        </p:sp>
      </p:grpSp>
      <p:pic>
        <p:nvPicPr>
          <p:cNvPr id="31" name="Bildplatzhalter 2">
            <a:extLst>
              <a:ext uri="{FF2B5EF4-FFF2-40B4-BE49-F238E27FC236}">
                <a16:creationId xmlns:a16="http://schemas.microsoft.com/office/drawing/2014/main" id="{FC7EAFC5-BA7D-CCFD-8F09-1C6CF468DD7A}"/>
              </a:ext>
            </a:extLst>
          </p:cNvPr>
          <p:cNvPicPr>
            <a:picLocks noGrp="1" noChangeAspect="1"/>
          </p:cNvPicPr>
          <p:nvPr>
            <p:ph type="pic" sz="quarter" idx="10"/>
          </p:nvPr>
        </p:nvPicPr>
        <p:blipFill rotWithShape="1">
          <a:blip r:embed="rId2"/>
          <a:srcRect l="14493" t="-9183" r="16088" b="-11392"/>
          <a:stretch/>
        </p:blipFill>
        <p:spPr>
          <a:xfrm>
            <a:off x="0" y="0"/>
            <a:ext cx="5327650" cy="6858000"/>
          </a:xfrm>
          <a:solidFill>
            <a:schemeClr val="bg1"/>
          </a:solidFill>
        </p:spPr>
      </p:pic>
    </p:spTree>
    <p:extLst>
      <p:ext uri="{BB962C8B-B14F-4D97-AF65-F5344CB8AC3E}">
        <p14:creationId xmlns:p14="http://schemas.microsoft.com/office/powerpoint/2010/main" val="3384816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B73A"/>
        </a:solidFill>
        <a:effectLst/>
      </p:bgPr>
    </p:bg>
    <p:spTree>
      <p:nvGrpSpPr>
        <p:cNvPr id="1" name=""/>
        <p:cNvGrpSpPr/>
        <p:nvPr/>
      </p:nvGrpSpPr>
      <p:grpSpPr>
        <a:xfrm>
          <a:off x="0" y="0"/>
          <a:ext cx="0" cy="0"/>
          <a:chOff x="0" y="0"/>
          <a:chExt cx="0" cy="0"/>
        </a:xfrm>
      </p:grpSpPr>
      <p:sp>
        <p:nvSpPr>
          <p:cNvPr id="6" name="TextBox 5"/>
          <p:cNvSpPr txBox="1"/>
          <p:nvPr/>
        </p:nvSpPr>
        <p:spPr>
          <a:xfrm>
            <a:off x="585050" y="3056232"/>
            <a:ext cx="3756156" cy="954107"/>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28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Steuerung, Überwachung und </a:t>
            </a:r>
          </a:p>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28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Kontrolle von Anwendungen</a:t>
            </a:r>
          </a:p>
        </p:txBody>
      </p:sp>
      <p:sp>
        <p:nvSpPr>
          <p:cNvPr id="8" name="TextBox 7"/>
          <p:cNvSpPr txBox="1"/>
          <p:nvPr/>
        </p:nvSpPr>
        <p:spPr>
          <a:xfrm>
            <a:off x="585050" y="3969308"/>
            <a:ext cx="3465742" cy="674993"/>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en-GB" sz="1333" b="0" i="0" u="none" strike="noStrike" kern="1200" cap="none" spc="0" normalizeH="0" baseline="0" noProof="0" dirty="0">
                <a:ln>
                  <a:noFill/>
                </a:ln>
                <a:solidFill>
                  <a:srgbClr val="FFFFFF"/>
                </a:solidFill>
                <a:effectLst/>
                <a:uLnTx/>
                <a:uFillTx/>
                <a:latin typeface="Open Sans" charset="0"/>
                <a:ea typeface="Open Sans" charset="0"/>
                <a:cs typeface="Open Sans" charset="0"/>
                <a:sym typeface="Arial"/>
              </a:rPr>
              <a:t>Scheduling </a:t>
            </a:r>
            <a:r>
              <a:rPr kumimoji="0" lang="en-GB" sz="1333" b="0" i="0" u="none" strike="noStrike" kern="1200" cap="none" spc="0" normalizeH="0" baseline="0" noProof="0" dirty="0" err="1">
                <a:ln>
                  <a:noFill/>
                </a:ln>
                <a:solidFill>
                  <a:srgbClr val="FFFFFF"/>
                </a:solidFill>
                <a:effectLst/>
                <a:uLnTx/>
                <a:uFillTx/>
                <a:latin typeface="Open Sans" charset="0"/>
                <a:ea typeface="Open Sans" charset="0"/>
                <a:cs typeface="Open Sans" charset="0"/>
                <a:sym typeface="Arial"/>
              </a:rPr>
              <a:t>steuern</a:t>
            </a:r>
            <a:r>
              <a:rPr kumimoji="0" lang="en-GB" sz="1333" b="0" i="0" u="none" strike="noStrike" kern="1200" cap="none" spc="0" normalizeH="0" baseline="0" noProof="0" dirty="0">
                <a:ln>
                  <a:noFill/>
                </a:ln>
                <a:solidFill>
                  <a:srgbClr val="FFFFFF"/>
                </a:solidFill>
                <a:effectLst/>
                <a:uLnTx/>
                <a:uFillTx/>
                <a:latin typeface="Open Sans" charset="0"/>
                <a:ea typeface="Open Sans" charset="0"/>
                <a:cs typeface="Open Sans" charset="0"/>
                <a:sym typeface="Arial"/>
              </a:rPr>
              <a:t> (Taints und Tolerations)</a:t>
            </a:r>
            <a:endParaRPr kumimoji="0" lang="de-DE" sz="1333" b="0" i="0" u="none" strike="noStrike" kern="1200" cap="none" spc="0" normalizeH="0" baseline="0" noProof="0" dirty="0">
              <a:ln>
                <a:noFill/>
              </a:ln>
              <a:solidFill>
                <a:srgbClr val="FFFFFF"/>
              </a:solidFill>
              <a:effectLst/>
              <a:uLnTx/>
              <a:uFillTx/>
              <a:latin typeface="Open Sans" charset="0"/>
              <a:ea typeface="Open Sans" charset="0"/>
              <a:cs typeface="Open Sans" charset="0"/>
              <a:sym typeface="Arial"/>
            </a:endParaRPr>
          </a:p>
        </p:txBody>
      </p:sp>
      <p:grpSp>
        <p:nvGrpSpPr>
          <p:cNvPr id="12" name="Группа 11"/>
          <p:cNvGrpSpPr/>
          <p:nvPr/>
        </p:nvGrpSpPr>
        <p:grpSpPr>
          <a:xfrm>
            <a:off x="11319310" y="359343"/>
            <a:ext cx="603183" cy="603183"/>
            <a:chOff x="8489482" y="269507"/>
            <a:chExt cx="452387" cy="452387"/>
          </a:xfrm>
        </p:grpSpPr>
        <p:sp>
          <p:nvSpPr>
            <p:cNvPr id="13" name="Овал 12"/>
            <p:cNvSpPr/>
            <p:nvPr/>
          </p:nvSpPr>
          <p:spPr>
            <a:xfrm>
              <a:off x="8489482" y="269507"/>
              <a:ext cx="452387" cy="452387"/>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4" name="TextBox 13"/>
            <p:cNvSpPr txBox="1"/>
            <p:nvPr/>
          </p:nvSpPr>
          <p:spPr>
            <a:xfrm>
              <a:off x="8585111" y="362013"/>
              <a:ext cx="261130"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11</a:t>
              </a:r>
              <a:endParaRPr kumimoji="0" lang="ru-RU"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endParaRPr>
            </a:p>
          </p:txBody>
        </p:sp>
      </p:grpSp>
      <p:pic>
        <p:nvPicPr>
          <p:cNvPr id="5" name="Bildplatzhalter 4">
            <a:extLst>
              <a:ext uri="{FF2B5EF4-FFF2-40B4-BE49-F238E27FC236}">
                <a16:creationId xmlns:a16="http://schemas.microsoft.com/office/drawing/2014/main" id="{639A7D81-FBE8-CD0C-008B-482B5A674422}"/>
              </a:ext>
            </a:extLst>
          </p:cNvPr>
          <p:cNvPicPr>
            <a:picLocks noGrp="1" noChangeAspect="1"/>
          </p:cNvPicPr>
          <p:nvPr>
            <p:ph type="pic" sz="quarter" idx="10"/>
          </p:nvPr>
        </p:nvPicPr>
        <p:blipFill rotWithShape="1">
          <a:blip r:embed="rId3"/>
          <a:srcRect l="4277" t="-12156" r="10231" b="-15708"/>
          <a:stretch/>
        </p:blipFill>
        <p:spPr>
          <a:xfrm>
            <a:off x="4702286" y="0"/>
            <a:ext cx="7489716" cy="6858000"/>
          </a:xfrm>
          <a:solidFill>
            <a:srgbClr val="FFFFFF"/>
          </a:solidFill>
        </p:spPr>
      </p:pic>
    </p:spTree>
    <p:extLst>
      <p:ext uri="{BB962C8B-B14F-4D97-AF65-F5344CB8AC3E}">
        <p14:creationId xmlns:p14="http://schemas.microsoft.com/office/powerpoint/2010/main" val="9948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D1D8088-559A-46A5-A801-CDF0B9476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grpSp>
        <p:nvGrpSpPr>
          <p:cNvPr id="11" name="Group 10">
            <a:extLst>
              <a:ext uri="{FF2B5EF4-FFF2-40B4-BE49-F238E27FC236}">
                <a16:creationId xmlns:a16="http://schemas.microsoft.com/office/drawing/2014/main" id="{83E2E96F-17F7-4C8C-BDF1-6BB90A0C1D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2380868"/>
            <a:ext cx="11982332" cy="2087795"/>
            <a:chOff x="143163" y="5763486"/>
            <a:chExt cx="11982332" cy="739555"/>
          </a:xfrm>
        </p:grpSpPr>
        <p:sp>
          <p:nvSpPr>
            <p:cNvPr id="12" name="Rectangle 11">
              <a:extLst>
                <a:ext uri="{FF2B5EF4-FFF2-40B4-BE49-F238E27FC236}">
                  <a16:creationId xmlns:a16="http://schemas.microsoft.com/office/drawing/2014/main" id="{846BD00C-9313-4A22-94F7-3875A46C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cxnSp>
          <p:nvCxnSpPr>
            <p:cNvPr id="20" name="Straight Connector 12">
              <a:extLst>
                <a:ext uri="{FF2B5EF4-FFF2-40B4-BE49-F238E27FC236}">
                  <a16:creationId xmlns:a16="http://schemas.microsoft.com/office/drawing/2014/main" id="{1EAF30D0-AA67-427C-9938-A2C8A9B5D5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466344"/>
            <a:ext cx="11111729" cy="591782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pic>
        <p:nvPicPr>
          <p:cNvPr id="4" name="Grafik 3">
            <a:extLst>
              <a:ext uri="{FF2B5EF4-FFF2-40B4-BE49-F238E27FC236}">
                <a16:creationId xmlns:a16="http://schemas.microsoft.com/office/drawing/2014/main" id="{D5358288-37CD-4B14-A7B6-27BEDC20E45B}"/>
              </a:ext>
            </a:extLst>
          </p:cNvPr>
          <p:cNvPicPr>
            <a:picLocks noChangeAspect="1"/>
          </p:cNvPicPr>
          <p:nvPr/>
        </p:nvPicPr>
        <p:blipFill rotWithShape="1">
          <a:blip r:embed="rId2"/>
          <a:srcRect t="531" b="1510"/>
          <a:stretch/>
        </p:blipFill>
        <p:spPr>
          <a:xfrm>
            <a:off x="838200" y="704765"/>
            <a:ext cx="10628376" cy="5440003"/>
          </a:xfrm>
          <a:prstGeom prst="rect">
            <a:avLst/>
          </a:prstGeom>
        </p:spPr>
      </p:pic>
    </p:spTree>
    <p:extLst>
      <p:ext uri="{BB962C8B-B14F-4D97-AF65-F5344CB8AC3E}">
        <p14:creationId xmlns:p14="http://schemas.microsoft.com/office/powerpoint/2010/main" val="457859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2" descr="Scheduling Framework | Kubernetes">
            <a:extLst>
              <a:ext uri="{FF2B5EF4-FFF2-40B4-BE49-F238E27FC236}">
                <a16:creationId xmlns:a16="http://schemas.microsoft.com/office/drawing/2014/main" id="{2FAD6BBB-C581-58B6-6F38-799FD619C95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975360"/>
            <a:ext cx="10905066" cy="4907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040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B73A"/>
        </a:solidFill>
        <a:effectLst/>
      </p:bgPr>
    </p:bg>
    <p:spTree>
      <p:nvGrpSpPr>
        <p:cNvPr id="1" name=""/>
        <p:cNvGrpSpPr/>
        <p:nvPr/>
      </p:nvGrpSpPr>
      <p:grpSpPr>
        <a:xfrm>
          <a:off x="0" y="0"/>
          <a:ext cx="0" cy="0"/>
          <a:chOff x="0" y="0"/>
          <a:chExt cx="0" cy="0"/>
        </a:xfrm>
      </p:grpSpPr>
      <p:sp>
        <p:nvSpPr>
          <p:cNvPr id="6" name="TextBox 5"/>
          <p:cNvSpPr txBox="1"/>
          <p:nvPr/>
        </p:nvSpPr>
        <p:spPr>
          <a:xfrm>
            <a:off x="585050" y="3056232"/>
            <a:ext cx="4224233" cy="954107"/>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28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Komplexe </a:t>
            </a:r>
            <a:r>
              <a:rPr kumimoji="0" lang="de-DE" sz="2800" b="0" i="0" u="none" strike="noStrike" kern="1200" cap="none" spc="0" normalizeH="0" baseline="0" noProof="0" dirty="0" err="1">
                <a:ln>
                  <a:noFill/>
                </a:ln>
                <a:solidFill>
                  <a:srgbClr val="FFFFFF"/>
                </a:solidFill>
                <a:effectLst/>
                <a:uLnTx/>
                <a:uFillTx/>
                <a:latin typeface="Bebas Neue" charset="0"/>
                <a:ea typeface="Bebas Neue" charset="0"/>
                <a:cs typeface="Bebas Neue" charset="0"/>
                <a:sym typeface="Arial"/>
              </a:rPr>
              <a:t>Stateful</a:t>
            </a:r>
            <a:r>
              <a:rPr kumimoji="0" lang="de-DE" sz="28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 Anwendungen </a:t>
            </a:r>
          </a:p>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28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(Datenbank) deployen</a:t>
            </a:r>
          </a:p>
        </p:txBody>
      </p:sp>
      <p:sp>
        <p:nvSpPr>
          <p:cNvPr id="8" name="TextBox 7"/>
          <p:cNvSpPr txBox="1"/>
          <p:nvPr/>
        </p:nvSpPr>
        <p:spPr>
          <a:xfrm>
            <a:off x="585050" y="3969308"/>
            <a:ext cx="3465742" cy="367280"/>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en-GB" sz="1333" b="0" i="0" u="none" strike="noStrike" kern="1200" cap="none" spc="0" normalizeH="0" baseline="0" noProof="0" dirty="0">
                <a:ln>
                  <a:noFill/>
                </a:ln>
                <a:solidFill>
                  <a:srgbClr val="FFFFFF"/>
                </a:solidFill>
                <a:effectLst/>
                <a:uLnTx/>
                <a:uFillTx/>
                <a:latin typeface="Open Sans" charset="0"/>
                <a:ea typeface="Open Sans" charset="0"/>
                <a:cs typeface="Open Sans" charset="0"/>
                <a:sym typeface="Arial"/>
              </a:rPr>
              <a:t>Das Operator </a:t>
            </a:r>
            <a:r>
              <a:rPr kumimoji="0" lang="en-GB" sz="1333" b="0" i="0" u="none" strike="noStrike" kern="1200" cap="none" spc="0" normalizeH="0" baseline="0" noProof="0" dirty="0" err="1">
                <a:ln>
                  <a:noFill/>
                </a:ln>
                <a:solidFill>
                  <a:srgbClr val="FFFFFF"/>
                </a:solidFill>
                <a:effectLst/>
                <a:uLnTx/>
                <a:uFillTx/>
                <a:latin typeface="Open Sans" charset="0"/>
                <a:ea typeface="Open Sans" charset="0"/>
                <a:cs typeface="Open Sans" charset="0"/>
                <a:sym typeface="Arial"/>
              </a:rPr>
              <a:t>Konzept</a:t>
            </a:r>
            <a:endParaRPr kumimoji="0" lang="de-DE" sz="1333" b="0" i="0" u="none" strike="noStrike" kern="1200" cap="none" spc="0" normalizeH="0" baseline="0" noProof="0" dirty="0">
              <a:ln>
                <a:noFill/>
              </a:ln>
              <a:solidFill>
                <a:srgbClr val="FFFFFF"/>
              </a:solidFill>
              <a:effectLst/>
              <a:uLnTx/>
              <a:uFillTx/>
              <a:latin typeface="Open Sans" charset="0"/>
              <a:ea typeface="Open Sans" charset="0"/>
              <a:cs typeface="Open Sans" charset="0"/>
              <a:sym typeface="Arial"/>
            </a:endParaRPr>
          </a:p>
        </p:txBody>
      </p:sp>
      <p:grpSp>
        <p:nvGrpSpPr>
          <p:cNvPr id="12" name="Группа 11"/>
          <p:cNvGrpSpPr/>
          <p:nvPr/>
        </p:nvGrpSpPr>
        <p:grpSpPr>
          <a:xfrm>
            <a:off x="11319310" y="359343"/>
            <a:ext cx="603183" cy="603183"/>
            <a:chOff x="8489482" y="269507"/>
            <a:chExt cx="452387" cy="452387"/>
          </a:xfrm>
        </p:grpSpPr>
        <p:sp>
          <p:nvSpPr>
            <p:cNvPr id="13" name="Овал 12"/>
            <p:cNvSpPr/>
            <p:nvPr/>
          </p:nvSpPr>
          <p:spPr>
            <a:xfrm>
              <a:off x="8489482" y="269507"/>
              <a:ext cx="452387" cy="452387"/>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4" name="TextBox 13"/>
            <p:cNvSpPr txBox="1"/>
            <p:nvPr/>
          </p:nvSpPr>
          <p:spPr>
            <a:xfrm>
              <a:off x="8585111" y="362013"/>
              <a:ext cx="261130"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11</a:t>
              </a:r>
              <a:endParaRPr kumimoji="0" lang="ru-RU"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endParaRPr>
            </a:p>
          </p:txBody>
        </p:sp>
      </p:grpSp>
      <p:pic>
        <p:nvPicPr>
          <p:cNvPr id="5" name="Bildplatzhalter 4">
            <a:extLst>
              <a:ext uri="{FF2B5EF4-FFF2-40B4-BE49-F238E27FC236}">
                <a16:creationId xmlns:a16="http://schemas.microsoft.com/office/drawing/2014/main" id="{639A7D81-FBE8-CD0C-008B-482B5A674422}"/>
              </a:ext>
            </a:extLst>
          </p:cNvPr>
          <p:cNvPicPr>
            <a:picLocks noGrp="1" noChangeAspect="1"/>
          </p:cNvPicPr>
          <p:nvPr>
            <p:ph type="pic" sz="quarter" idx="10"/>
          </p:nvPr>
        </p:nvPicPr>
        <p:blipFill rotWithShape="1">
          <a:blip r:embed="rId3"/>
          <a:srcRect l="4277" t="-12156" r="10231" b="-15708"/>
          <a:stretch/>
        </p:blipFill>
        <p:spPr>
          <a:xfrm>
            <a:off x="4702286" y="0"/>
            <a:ext cx="7489716" cy="6858000"/>
          </a:xfrm>
          <a:solidFill>
            <a:srgbClr val="FFFFFF"/>
          </a:solidFill>
        </p:spPr>
      </p:pic>
    </p:spTree>
    <p:extLst>
      <p:ext uri="{BB962C8B-B14F-4D97-AF65-F5344CB8AC3E}">
        <p14:creationId xmlns:p14="http://schemas.microsoft.com/office/powerpoint/2010/main" val="3779888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dplatzhalter 18">
            <a:extLst>
              <a:ext uri="{FF2B5EF4-FFF2-40B4-BE49-F238E27FC236}">
                <a16:creationId xmlns:a16="http://schemas.microsoft.com/office/drawing/2014/main" id="{00EF3D30-4C5C-BCB4-C21C-651048D5113D}"/>
              </a:ext>
            </a:extLst>
          </p:cNvPr>
          <p:cNvPicPr>
            <a:picLocks noGrp="1" noChangeAspect="1"/>
          </p:cNvPicPr>
          <p:nvPr>
            <p:ph type="pic" sz="quarter" idx="10"/>
          </p:nvPr>
        </p:nvPicPr>
        <p:blipFill>
          <a:blip r:embed="rId3"/>
          <a:srcRect l="14986" r="14986"/>
          <a:stretch>
            <a:fillRect/>
          </a:stretch>
        </p:blipFill>
        <p:spPr>
          <a:xfrm>
            <a:off x="5711825" y="29184"/>
            <a:ext cx="6480175" cy="6858000"/>
          </a:xfrm>
        </p:spPr>
      </p:pic>
      <p:grpSp>
        <p:nvGrpSpPr>
          <p:cNvPr id="2" name="Группа 1"/>
          <p:cNvGrpSpPr/>
          <p:nvPr/>
        </p:nvGrpSpPr>
        <p:grpSpPr>
          <a:xfrm>
            <a:off x="335360" y="1508787"/>
            <a:ext cx="4992554" cy="1920147"/>
            <a:chOff x="251520" y="1131590"/>
            <a:chExt cx="3744416" cy="1440110"/>
          </a:xfrm>
        </p:grpSpPr>
        <p:sp>
          <p:nvSpPr>
            <p:cNvPr id="4" name="Прямоугольник 3"/>
            <p:cNvSpPr/>
            <p:nvPr/>
          </p:nvSpPr>
          <p:spPr>
            <a:xfrm>
              <a:off x="251520" y="1131590"/>
              <a:ext cx="3744416" cy="1440110"/>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5" name="Прямоугольник 4"/>
            <p:cNvSpPr/>
            <p:nvPr/>
          </p:nvSpPr>
          <p:spPr>
            <a:xfrm>
              <a:off x="251520" y="1131590"/>
              <a:ext cx="576064"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6" name="TextBox 5"/>
            <p:cNvSpPr txBox="1"/>
            <p:nvPr/>
          </p:nvSpPr>
          <p:spPr>
            <a:xfrm>
              <a:off x="312593" y="1434907"/>
              <a:ext cx="649457"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Definition</a:t>
              </a:r>
            </a:p>
          </p:txBody>
        </p:sp>
        <p:sp>
          <p:nvSpPr>
            <p:cNvPr id="7" name="TextBox 6"/>
            <p:cNvSpPr txBox="1"/>
            <p:nvPr/>
          </p:nvSpPr>
          <p:spPr>
            <a:xfrm>
              <a:off x="323258" y="1729162"/>
              <a:ext cx="3456654" cy="653833"/>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Operatoren ist eine erweiternde Software für </a:t>
              </a:r>
              <a:r>
                <a:rPr kumimoji="0" lang="de-DE" sz="867" b="0" i="0" u="none" strike="noStrike" kern="1200" cap="none" spc="0" normalizeH="0" baseline="0" noProof="0" dirty="0" err="1">
                  <a:ln>
                    <a:noFill/>
                  </a:ln>
                  <a:solidFill>
                    <a:srgbClr val="FFFFFF">
                      <a:lumMod val="50000"/>
                    </a:srgbClr>
                  </a:solidFill>
                  <a:effectLst/>
                  <a:uLnTx/>
                  <a:uFillTx/>
                  <a:latin typeface="Open Sans" charset="0"/>
                  <a:ea typeface="Open Sans" charset="0"/>
                  <a:cs typeface="Open Sans" charset="0"/>
                  <a:sym typeface="Arial"/>
                </a:rPr>
                <a:t>Kubernetes</a:t>
              </a: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 welche es erlaubt eigene Ressourcen zu benutzen um Anwendungen und deren Komponente zu verwalten. Operatoren folgen den </a:t>
              </a:r>
              <a:r>
                <a:rPr kumimoji="0" lang="de-DE" sz="867" b="0" i="0" u="none" strike="noStrike" kern="1200" cap="none" spc="0" normalizeH="0" baseline="0" noProof="0" dirty="0" err="1">
                  <a:ln>
                    <a:noFill/>
                  </a:ln>
                  <a:solidFill>
                    <a:srgbClr val="FFFFFF">
                      <a:lumMod val="50000"/>
                    </a:srgbClr>
                  </a:solidFill>
                  <a:effectLst/>
                  <a:uLnTx/>
                  <a:uFillTx/>
                  <a:latin typeface="Open Sans" charset="0"/>
                  <a:ea typeface="Open Sans" charset="0"/>
                  <a:cs typeface="Open Sans" charset="0"/>
                  <a:sym typeface="Arial"/>
                </a:rPr>
                <a:t>Kubernetes</a:t>
              </a: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 Prinzipien, im besonderen dem des Control Loops.</a:t>
              </a:r>
            </a:p>
          </p:txBody>
        </p:sp>
        <p:sp>
          <p:nvSpPr>
            <p:cNvPr id="8" name="TextBox 7"/>
            <p:cNvSpPr txBox="1"/>
            <p:nvPr/>
          </p:nvSpPr>
          <p:spPr>
            <a:xfrm>
              <a:off x="3458609" y="1177309"/>
              <a:ext cx="491962" cy="50008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01.</a:t>
              </a:r>
            </a:p>
          </p:txBody>
        </p:sp>
      </p:grpSp>
      <p:grpSp>
        <p:nvGrpSpPr>
          <p:cNvPr id="17" name="Группа 16"/>
          <p:cNvGrpSpPr/>
          <p:nvPr/>
        </p:nvGrpSpPr>
        <p:grpSpPr>
          <a:xfrm>
            <a:off x="335360" y="3717033"/>
            <a:ext cx="4992554" cy="1920147"/>
            <a:chOff x="251520" y="2787774"/>
            <a:chExt cx="3744416" cy="1440110"/>
          </a:xfrm>
        </p:grpSpPr>
        <p:sp>
          <p:nvSpPr>
            <p:cNvPr id="9" name="Прямоугольник 8"/>
            <p:cNvSpPr/>
            <p:nvPr/>
          </p:nvSpPr>
          <p:spPr>
            <a:xfrm>
              <a:off x="251520" y="2787774"/>
              <a:ext cx="3744416" cy="1440110"/>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0" name="Прямоугольник 9"/>
            <p:cNvSpPr/>
            <p:nvPr/>
          </p:nvSpPr>
          <p:spPr>
            <a:xfrm>
              <a:off x="251520" y="2787774"/>
              <a:ext cx="576064"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1" name="TextBox 10"/>
            <p:cNvSpPr txBox="1"/>
            <p:nvPr/>
          </p:nvSpPr>
          <p:spPr>
            <a:xfrm>
              <a:off x="312593" y="3091091"/>
              <a:ext cx="703558"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Motivation</a:t>
              </a:r>
            </a:p>
          </p:txBody>
        </p:sp>
        <p:sp>
          <p:nvSpPr>
            <p:cNvPr id="12" name="TextBox 11"/>
            <p:cNvSpPr txBox="1"/>
            <p:nvPr/>
          </p:nvSpPr>
          <p:spPr>
            <a:xfrm>
              <a:off x="323258" y="3385346"/>
              <a:ext cx="3456654" cy="653833"/>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Das Konzept des Operators versucht das aufzunehmen wie ein „menschlicher“ Anwender Tätigkeiten ausführen würde. Diese sollen dann automatisiert und vereinfacht werden. Dies erlaubt es sicherzugehen das Konzepte und oder Tätigkeiten so ausgeführt werden wie es ein Mensch tun würde.</a:t>
              </a:r>
            </a:p>
          </p:txBody>
        </p:sp>
        <p:sp>
          <p:nvSpPr>
            <p:cNvPr id="13" name="TextBox 12"/>
            <p:cNvSpPr txBox="1"/>
            <p:nvPr/>
          </p:nvSpPr>
          <p:spPr>
            <a:xfrm>
              <a:off x="3458609" y="2833493"/>
              <a:ext cx="491962" cy="50008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0</a:t>
              </a:r>
              <a:r>
                <a:rPr kumimoji="0" lang="en-US"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2</a:t>
              </a: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a:t>
              </a:r>
            </a:p>
          </p:txBody>
        </p:sp>
      </p:grpSp>
      <p:grpSp>
        <p:nvGrpSpPr>
          <p:cNvPr id="14" name="Группа 13"/>
          <p:cNvGrpSpPr/>
          <p:nvPr/>
        </p:nvGrpSpPr>
        <p:grpSpPr>
          <a:xfrm>
            <a:off x="11319310" y="359343"/>
            <a:ext cx="603183" cy="603183"/>
            <a:chOff x="8489482" y="269507"/>
            <a:chExt cx="452387" cy="452387"/>
          </a:xfrm>
        </p:grpSpPr>
        <p:sp>
          <p:nvSpPr>
            <p:cNvPr id="15" name="Овал 14"/>
            <p:cNvSpPr/>
            <p:nvPr/>
          </p:nvSpPr>
          <p:spPr>
            <a:xfrm>
              <a:off x="8489482" y="269507"/>
              <a:ext cx="452387" cy="452387"/>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6" name="TextBox 15"/>
            <p:cNvSpPr txBox="1"/>
            <p:nvPr/>
          </p:nvSpPr>
          <p:spPr>
            <a:xfrm>
              <a:off x="8585111" y="362013"/>
              <a:ext cx="261129"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13</a:t>
              </a:r>
              <a:endParaRPr kumimoji="0" lang="ru-RU"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endParaRPr>
            </a:p>
          </p:txBody>
        </p:sp>
      </p:grpSp>
    </p:spTree>
    <p:extLst>
      <p:ext uri="{BB962C8B-B14F-4D97-AF65-F5344CB8AC3E}">
        <p14:creationId xmlns:p14="http://schemas.microsoft.com/office/powerpoint/2010/main" val="147613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anim calcmode="lin" valueType="num">
                                      <p:cBhvr>
                                        <p:cTn id="14" dur="500" fill="hold"/>
                                        <p:tgtEl>
                                          <p:spTgt spid="17"/>
                                        </p:tgtEl>
                                        <p:attrNameLst>
                                          <p:attrName>ppt_x</p:attrName>
                                        </p:attrNameLst>
                                      </p:cBhvr>
                                      <p:tavLst>
                                        <p:tav tm="0">
                                          <p:val>
                                            <p:strVal val="#ppt_x"/>
                                          </p:val>
                                        </p:tav>
                                        <p:tav tm="100000">
                                          <p:val>
                                            <p:strVal val="#ppt_x"/>
                                          </p:val>
                                        </p:tav>
                                      </p:tavLst>
                                    </p:anim>
                                    <p:anim calcmode="lin" valueType="num">
                                      <p:cBhvr>
                                        <p:cTn id="15"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215C6C6-E45C-4179-9FC1-E8A4C1D47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grpSp>
        <p:nvGrpSpPr>
          <p:cNvPr id="1033" name="Group 1032">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564726" y="1890469"/>
            <a:ext cx="5860051" cy="2079143"/>
            <a:chOff x="6081624" y="1998368"/>
            <a:chExt cx="5613457" cy="782175"/>
          </a:xfrm>
          <a:solidFill>
            <a:schemeClr val="accent4"/>
          </a:solidFill>
        </p:grpSpPr>
        <p:sp>
          <p:nvSpPr>
            <p:cNvPr id="1034" name="Rectangle 1033">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035" name="Rectangle 1034">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grpSp>
      <p:sp>
        <p:nvSpPr>
          <p:cNvPr id="1037" name="Rectangle 1036">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466344"/>
            <a:ext cx="11111729" cy="591782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pic>
        <p:nvPicPr>
          <p:cNvPr id="1026" name="Picture 2" descr="Kubernetes Operators Explained">
            <a:extLst>
              <a:ext uri="{FF2B5EF4-FFF2-40B4-BE49-F238E27FC236}">
                <a16:creationId xmlns:a16="http://schemas.microsoft.com/office/drawing/2014/main" id="{6D0DCE76-6450-F4F3-373A-C1478A14C2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825" b="1"/>
          <a:stretch/>
        </p:blipFill>
        <p:spPr bwMode="auto">
          <a:xfrm>
            <a:off x="838200" y="704765"/>
            <a:ext cx="10628376" cy="5440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7052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1"/>
          <p:cNvGrpSpPr/>
          <p:nvPr/>
        </p:nvGrpSpPr>
        <p:grpSpPr>
          <a:xfrm>
            <a:off x="5615946" y="1316765"/>
            <a:ext cx="2985036" cy="2400267"/>
            <a:chOff x="4211960" y="987574"/>
            <a:chExt cx="2238777" cy="1800200"/>
          </a:xfrm>
        </p:grpSpPr>
        <p:sp>
          <p:nvSpPr>
            <p:cNvPr id="7" name="Прямоугольник 6"/>
            <p:cNvSpPr/>
            <p:nvPr/>
          </p:nvSpPr>
          <p:spPr>
            <a:xfrm>
              <a:off x="4211960" y="987574"/>
              <a:ext cx="2238777" cy="1800200"/>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8" name="Прямоугольник 7"/>
            <p:cNvSpPr/>
            <p:nvPr/>
          </p:nvSpPr>
          <p:spPr>
            <a:xfrm>
              <a:off x="4211960" y="987574"/>
              <a:ext cx="576064" cy="45719"/>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9" name="TextBox 8"/>
            <p:cNvSpPr txBox="1"/>
            <p:nvPr/>
          </p:nvSpPr>
          <p:spPr>
            <a:xfrm>
              <a:off x="4273033" y="1290891"/>
              <a:ext cx="750446"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Deployment</a:t>
              </a:r>
              <a:endParaRPr kumimoji="0" lang="ru-RU"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endParaRPr>
            </a:p>
          </p:txBody>
        </p:sp>
        <p:sp>
          <p:nvSpPr>
            <p:cNvPr id="10" name="TextBox 9"/>
            <p:cNvSpPr txBox="1"/>
            <p:nvPr/>
          </p:nvSpPr>
          <p:spPr>
            <a:xfrm>
              <a:off x="4283698" y="1585146"/>
              <a:ext cx="2088502" cy="803970"/>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Das Anlegen und starten von Anwendungen ist zeit aufwändig und kann per Operator so vereinfacht werden das bei einer spezifischen Änderungen automatisch neue </a:t>
              </a:r>
              <a:r>
                <a:rPr kumimoji="0" lang="de-DE" sz="867" b="0" i="0" u="none" strike="noStrike" kern="1200" cap="none" spc="0" normalizeH="0" baseline="0" noProof="0" dirty="0" err="1">
                  <a:ln>
                    <a:noFill/>
                  </a:ln>
                  <a:solidFill>
                    <a:srgbClr val="FFFFFF">
                      <a:lumMod val="50000"/>
                    </a:srgbClr>
                  </a:solidFill>
                  <a:effectLst/>
                  <a:uLnTx/>
                  <a:uFillTx/>
                  <a:latin typeface="Open Sans" charset="0"/>
                  <a:ea typeface="Open Sans" charset="0"/>
                  <a:cs typeface="Open Sans" charset="0"/>
                  <a:sym typeface="Arial"/>
                </a:rPr>
                <a:t>Deployments</a:t>
              </a: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 erstellt werden.</a:t>
              </a:r>
            </a:p>
          </p:txBody>
        </p:sp>
        <p:sp>
          <p:nvSpPr>
            <p:cNvPr id="11" name="TextBox 10"/>
            <p:cNvSpPr txBox="1"/>
            <p:nvPr/>
          </p:nvSpPr>
          <p:spPr>
            <a:xfrm>
              <a:off x="5940152" y="1033293"/>
              <a:ext cx="491962" cy="50008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01.</a:t>
              </a:r>
            </a:p>
          </p:txBody>
        </p:sp>
      </p:grpSp>
      <p:grpSp>
        <p:nvGrpSpPr>
          <p:cNvPr id="3" name="Группа 2"/>
          <p:cNvGrpSpPr/>
          <p:nvPr/>
        </p:nvGrpSpPr>
        <p:grpSpPr>
          <a:xfrm>
            <a:off x="8889014" y="1316765"/>
            <a:ext cx="2985036" cy="2238052"/>
            <a:chOff x="6666761" y="987574"/>
            <a:chExt cx="2238777" cy="1678539"/>
          </a:xfrm>
        </p:grpSpPr>
        <p:sp>
          <p:nvSpPr>
            <p:cNvPr id="12" name="Прямоугольник 11"/>
            <p:cNvSpPr/>
            <p:nvPr/>
          </p:nvSpPr>
          <p:spPr>
            <a:xfrm>
              <a:off x="6666761" y="987575"/>
              <a:ext cx="2238777" cy="1678538"/>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3" name="Прямоугольник 12"/>
            <p:cNvSpPr/>
            <p:nvPr/>
          </p:nvSpPr>
          <p:spPr>
            <a:xfrm>
              <a:off x="6666761" y="987574"/>
              <a:ext cx="576064" cy="45719"/>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4" name="TextBox 13"/>
            <p:cNvSpPr txBox="1"/>
            <p:nvPr/>
          </p:nvSpPr>
          <p:spPr>
            <a:xfrm>
              <a:off x="6727834" y="1290891"/>
              <a:ext cx="595355" cy="253916"/>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Updating</a:t>
              </a:r>
              <a:endParaRPr kumimoji="0" lang="ru-RU"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endParaRPr>
            </a:p>
          </p:txBody>
        </p:sp>
        <p:sp>
          <p:nvSpPr>
            <p:cNvPr id="15" name="TextBox 14"/>
            <p:cNvSpPr txBox="1"/>
            <p:nvPr/>
          </p:nvSpPr>
          <p:spPr>
            <a:xfrm>
              <a:off x="6738499" y="1585146"/>
              <a:ext cx="2088502" cy="803970"/>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Manche Anwendungen erlauben es nicht das Updates in allen Ressourcen durchgeführt werden können. Zum Beispiel Datenbanken. Per Operator ist es möglich einen Prozess zu automatisieren der sich um diese Thematik kümmert.</a:t>
              </a:r>
            </a:p>
          </p:txBody>
        </p:sp>
        <p:sp>
          <p:nvSpPr>
            <p:cNvPr id="16" name="TextBox 15"/>
            <p:cNvSpPr txBox="1"/>
            <p:nvPr/>
          </p:nvSpPr>
          <p:spPr>
            <a:xfrm>
              <a:off x="8394953" y="1033293"/>
              <a:ext cx="491962" cy="50008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0</a:t>
              </a:r>
              <a:r>
                <a:rPr kumimoji="0" lang="en-US"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2</a:t>
              </a: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a:t>
              </a:r>
            </a:p>
          </p:txBody>
        </p:sp>
      </p:grpSp>
      <p:grpSp>
        <p:nvGrpSpPr>
          <p:cNvPr id="4" name="Группа 3"/>
          <p:cNvGrpSpPr/>
          <p:nvPr/>
        </p:nvGrpSpPr>
        <p:grpSpPr>
          <a:xfrm>
            <a:off x="5615946" y="3909054"/>
            <a:ext cx="2985036" cy="2400267"/>
            <a:chOff x="4211960" y="2931790"/>
            <a:chExt cx="2238777" cy="1800200"/>
          </a:xfrm>
        </p:grpSpPr>
        <p:sp>
          <p:nvSpPr>
            <p:cNvPr id="17" name="Прямоугольник 16"/>
            <p:cNvSpPr/>
            <p:nvPr/>
          </p:nvSpPr>
          <p:spPr>
            <a:xfrm>
              <a:off x="4211960" y="2931790"/>
              <a:ext cx="2238777" cy="1800200"/>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8" name="Прямоугольник 17"/>
            <p:cNvSpPr/>
            <p:nvPr/>
          </p:nvSpPr>
          <p:spPr>
            <a:xfrm>
              <a:off x="4211960" y="2931790"/>
              <a:ext cx="576064" cy="45719"/>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9" name="TextBox 18"/>
            <p:cNvSpPr txBox="1"/>
            <p:nvPr/>
          </p:nvSpPr>
          <p:spPr>
            <a:xfrm>
              <a:off x="4273033" y="3235107"/>
              <a:ext cx="505187"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Backup</a:t>
              </a:r>
              <a:endParaRPr kumimoji="0" lang="ru-RU"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endParaRPr>
            </a:p>
          </p:txBody>
        </p:sp>
        <p:sp>
          <p:nvSpPr>
            <p:cNvPr id="20" name="TextBox 19"/>
            <p:cNvSpPr txBox="1"/>
            <p:nvPr/>
          </p:nvSpPr>
          <p:spPr>
            <a:xfrm>
              <a:off x="4283698" y="3529362"/>
              <a:ext cx="2088502" cy="803970"/>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Um Datensicherheit und Integrität zu wahren ist es möglich einen Operator zu entwickeln der wenn Daten angelegt werden diese automatisch sichert und ein Backup erstellt welches dann weiter verwendet werden kann.</a:t>
              </a:r>
            </a:p>
          </p:txBody>
        </p:sp>
        <p:sp>
          <p:nvSpPr>
            <p:cNvPr id="21" name="TextBox 20"/>
            <p:cNvSpPr txBox="1"/>
            <p:nvPr/>
          </p:nvSpPr>
          <p:spPr>
            <a:xfrm>
              <a:off x="5940152" y="2977509"/>
              <a:ext cx="491962" cy="50008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0</a:t>
              </a:r>
              <a:r>
                <a:rPr kumimoji="0" lang="en-US"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3</a:t>
              </a: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a:t>
              </a:r>
            </a:p>
          </p:txBody>
        </p:sp>
      </p:grpSp>
      <p:grpSp>
        <p:nvGrpSpPr>
          <p:cNvPr id="5" name="Группа 4"/>
          <p:cNvGrpSpPr/>
          <p:nvPr/>
        </p:nvGrpSpPr>
        <p:grpSpPr>
          <a:xfrm>
            <a:off x="8870642" y="3909054"/>
            <a:ext cx="2985036" cy="2400267"/>
            <a:chOff x="6666761" y="2931790"/>
            <a:chExt cx="2238777" cy="1800200"/>
          </a:xfrm>
        </p:grpSpPr>
        <p:sp>
          <p:nvSpPr>
            <p:cNvPr id="22" name="Прямоугольник 21"/>
            <p:cNvSpPr/>
            <p:nvPr/>
          </p:nvSpPr>
          <p:spPr>
            <a:xfrm>
              <a:off x="6666761" y="2931790"/>
              <a:ext cx="2238777" cy="1800200"/>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dirty="0">
                <a:ln>
                  <a:noFill/>
                </a:ln>
                <a:solidFill>
                  <a:srgbClr val="FFFFFF"/>
                </a:solidFill>
                <a:effectLst/>
                <a:uLnTx/>
                <a:uFillTx/>
                <a:latin typeface="Calibri" panose="020F0502020204030204"/>
                <a:ea typeface="+mn-ea"/>
                <a:cs typeface="+mn-cs"/>
                <a:sym typeface="Arial"/>
              </a:endParaRPr>
            </a:p>
          </p:txBody>
        </p:sp>
        <p:sp>
          <p:nvSpPr>
            <p:cNvPr id="23" name="Прямоугольник 22"/>
            <p:cNvSpPr/>
            <p:nvPr/>
          </p:nvSpPr>
          <p:spPr>
            <a:xfrm>
              <a:off x="6666761" y="2931790"/>
              <a:ext cx="576064" cy="45719"/>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24" name="TextBox 23"/>
            <p:cNvSpPr txBox="1"/>
            <p:nvPr/>
          </p:nvSpPr>
          <p:spPr>
            <a:xfrm>
              <a:off x="6727834" y="3235107"/>
              <a:ext cx="482344"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en-GB" sz="1600" b="0" i="0" u="none" strike="noStrike" kern="1200" cap="none" spc="0" normalizeH="0" baseline="0" noProof="0" dirty="0" err="1">
                  <a:ln>
                    <a:noFill/>
                  </a:ln>
                  <a:solidFill>
                    <a:srgbClr val="383838"/>
                  </a:solidFill>
                  <a:effectLst/>
                  <a:uLnTx/>
                  <a:uFillTx/>
                  <a:latin typeface="Bebas Neue" charset="0"/>
                  <a:ea typeface="Bebas Neue" charset="0"/>
                  <a:cs typeface="Bebas Neue" charset="0"/>
                  <a:sym typeface="Arial"/>
                </a:rPr>
                <a:t>Fehler</a:t>
              </a:r>
              <a:endParaRPr kumimoji="0" lang="ru-RU"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endParaRPr>
            </a:p>
          </p:txBody>
        </p:sp>
        <p:sp>
          <p:nvSpPr>
            <p:cNvPr id="25" name="TextBox 24"/>
            <p:cNvSpPr txBox="1"/>
            <p:nvPr/>
          </p:nvSpPr>
          <p:spPr>
            <a:xfrm>
              <a:off x="6738499" y="3529362"/>
              <a:ext cx="2088502" cy="954107"/>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Manchmal ist es notwendig Fehler zu simulieren sei es nun in Tests und oder einfach nur um bestimmte Reaktionen aus der Anwendung zu erzeugen. Ins besonderem wenn Sie zum Beispiel nicht genau sicher seien können wie mit diesen Themen umgegangen werden soll.</a:t>
              </a:r>
            </a:p>
          </p:txBody>
        </p:sp>
        <p:sp>
          <p:nvSpPr>
            <p:cNvPr id="26" name="TextBox 25"/>
            <p:cNvSpPr txBox="1"/>
            <p:nvPr/>
          </p:nvSpPr>
          <p:spPr>
            <a:xfrm>
              <a:off x="8394953" y="2977509"/>
              <a:ext cx="138548" cy="717687"/>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endPar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endParaRPr>
            </a:p>
          </p:txBody>
        </p:sp>
      </p:grpSp>
      <p:sp>
        <p:nvSpPr>
          <p:cNvPr id="27" name="TextBox 26"/>
          <p:cNvSpPr txBox="1"/>
          <p:nvPr/>
        </p:nvSpPr>
        <p:spPr>
          <a:xfrm>
            <a:off x="9563947" y="-223520"/>
            <a:ext cx="184731" cy="369332"/>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000000"/>
              </a:solidFill>
              <a:effectLst/>
              <a:uLnTx/>
              <a:uFillTx/>
              <a:latin typeface="Calibri" panose="020F0502020204030204"/>
              <a:ea typeface="+mn-ea"/>
              <a:cs typeface="Arial"/>
              <a:sym typeface="Arial"/>
            </a:endParaRPr>
          </a:p>
        </p:txBody>
      </p:sp>
      <p:grpSp>
        <p:nvGrpSpPr>
          <p:cNvPr id="28" name="Группа 27"/>
          <p:cNvGrpSpPr/>
          <p:nvPr/>
        </p:nvGrpSpPr>
        <p:grpSpPr>
          <a:xfrm>
            <a:off x="11319310" y="359343"/>
            <a:ext cx="603183" cy="603183"/>
            <a:chOff x="8489482" y="269507"/>
            <a:chExt cx="452387" cy="452387"/>
          </a:xfrm>
        </p:grpSpPr>
        <p:sp>
          <p:nvSpPr>
            <p:cNvPr id="29" name="Овал 28"/>
            <p:cNvSpPr/>
            <p:nvPr/>
          </p:nvSpPr>
          <p:spPr>
            <a:xfrm>
              <a:off x="8489482" y="269507"/>
              <a:ext cx="452387" cy="45238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000000"/>
                </a:solidFill>
                <a:effectLst/>
                <a:uLnTx/>
                <a:uFillTx/>
                <a:latin typeface="Calibri" panose="020F0502020204030204"/>
                <a:ea typeface="+mn-ea"/>
                <a:cs typeface="+mn-cs"/>
                <a:sym typeface="Arial"/>
              </a:endParaRPr>
            </a:p>
          </p:txBody>
        </p:sp>
        <p:sp>
          <p:nvSpPr>
            <p:cNvPr id="30" name="TextBox 29"/>
            <p:cNvSpPr txBox="1"/>
            <p:nvPr/>
          </p:nvSpPr>
          <p:spPr>
            <a:xfrm>
              <a:off x="8585111" y="362013"/>
              <a:ext cx="261130"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w="0"/>
                  <a:solidFill>
                    <a:srgbClr val="F6B73A"/>
                  </a:solidFill>
                  <a:effectLst/>
                  <a:uLnTx/>
                  <a:uFillTx/>
                  <a:latin typeface="Bebas Neue" charset="0"/>
                  <a:ea typeface="Bebas Neue" charset="0"/>
                  <a:cs typeface="Bebas Neue" charset="0"/>
                  <a:sym typeface="Arial"/>
                </a:rPr>
                <a:t>17</a:t>
              </a:r>
              <a:endParaRPr kumimoji="0" lang="ru-RU" sz="1600" b="0" i="0" u="none" strike="noStrike" kern="1200" cap="none" spc="0" normalizeH="0" baseline="0" noProof="0" dirty="0">
                <a:ln w="0"/>
                <a:solidFill>
                  <a:srgbClr val="F6B73A"/>
                </a:solidFill>
                <a:effectLst/>
                <a:uLnTx/>
                <a:uFillTx/>
                <a:latin typeface="Bebas Neue" charset="0"/>
                <a:ea typeface="Bebas Neue" charset="0"/>
                <a:cs typeface="Bebas Neue" charset="0"/>
                <a:sym typeface="Arial"/>
              </a:endParaRPr>
            </a:p>
          </p:txBody>
        </p:sp>
      </p:grpSp>
      <p:pic>
        <p:nvPicPr>
          <p:cNvPr id="31" name="Bildplatzhalter 2">
            <a:extLst>
              <a:ext uri="{FF2B5EF4-FFF2-40B4-BE49-F238E27FC236}">
                <a16:creationId xmlns:a16="http://schemas.microsoft.com/office/drawing/2014/main" id="{38518EF6-A4E2-B016-3038-6EF35473AB5D}"/>
              </a:ext>
            </a:extLst>
          </p:cNvPr>
          <p:cNvPicPr>
            <a:picLocks noGrp="1" noChangeAspect="1"/>
          </p:cNvPicPr>
          <p:nvPr>
            <p:ph type="pic" sz="quarter" idx="10"/>
          </p:nvPr>
        </p:nvPicPr>
        <p:blipFill rotWithShape="1">
          <a:blip r:embed="rId2"/>
          <a:srcRect l="6353" t="-22038" r="12724" b="-18516"/>
          <a:stretch/>
        </p:blipFill>
        <p:spPr>
          <a:xfrm>
            <a:off x="0" y="0"/>
            <a:ext cx="5327650" cy="6858000"/>
          </a:xfrm>
          <a:solidFill>
            <a:schemeClr val="bg1"/>
          </a:solidFill>
        </p:spPr>
      </p:pic>
    </p:spTree>
    <p:extLst>
      <p:ext uri="{BB962C8B-B14F-4D97-AF65-F5344CB8AC3E}">
        <p14:creationId xmlns:p14="http://schemas.microsoft.com/office/powerpoint/2010/main" val="2129825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dplatzhalter 18">
            <a:extLst>
              <a:ext uri="{FF2B5EF4-FFF2-40B4-BE49-F238E27FC236}">
                <a16:creationId xmlns:a16="http://schemas.microsoft.com/office/drawing/2014/main" id="{00EF3D30-4C5C-BCB4-C21C-651048D5113D}"/>
              </a:ext>
            </a:extLst>
          </p:cNvPr>
          <p:cNvPicPr>
            <a:picLocks noGrp="1" noChangeAspect="1"/>
          </p:cNvPicPr>
          <p:nvPr>
            <p:ph type="pic" sz="quarter" idx="10"/>
          </p:nvPr>
        </p:nvPicPr>
        <p:blipFill>
          <a:blip r:embed="rId3"/>
          <a:srcRect l="14986" r="14986"/>
          <a:stretch>
            <a:fillRect/>
          </a:stretch>
        </p:blipFill>
        <p:spPr>
          <a:xfrm>
            <a:off x="5711825" y="0"/>
            <a:ext cx="6480175" cy="6858000"/>
          </a:xfrm>
        </p:spPr>
      </p:pic>
      <p:grpSp>
        <p:nvGrpSpPr>
          <p:cNvPr id="17" name="Группа 16"/>
          <p:cNvGrpSpPr/>
          <p:nvPr/>
        </p:nvGrpSpPr>
        <p:grpSpPr>
          <a:xfrm>
            <a:off x="335360" y="3717033"/>
            <a:ext cx="4992554" cy="1920147"/>
            <a:chOff x="251520" y="2787774"/>
            <a:chExt cx="3744416" cy="1440110"/>
          </a:xfrm>
        </p:grpSpPr>
        <p:sp>
          <p:nvSpPr>
            <p:cNvPr id="9" name="Прямоугольник 8"/>
            <p:cNvSpPr/>
            <p:nvPr/>
          </p:nvSpPr>
          <p:spPr>
            <a:xfrm>
              <a:off x="251520" y="2787774"/>
              <a:ext cx="3744416" cy="1440110"/>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0" name="Прямоугольник 9"/>
            <p:cNvSpPr/>
            <p:nvPr/>
          </p:nvSpPr>
          <p:spPr>
            <a:xfrm>
              <a:off x="251520" y="2787774"/>
              <a:ext cx="576064"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1" name="TextBox 10"/>
            <p:cNvSpPr txBox="1"/>
            <p:nvPr/>
          </p:nvSpPr>
          <p:spPr>
            <a:xfrm>
              <a:off x="312593" y="3091091"/>
              <a:ext cx="797334"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Ihre Meinung</a:t>
              </a:r>
            </a:p>
          </p:txBody>
        </p:sp>
        <p:sp>
          <p:nvSpPr>
            <p:cNvPr id="12" name="TextBox 11"/>
            <p:cNvSpPr txBox="1"/>
            <p:nvPr/>
          </p:nvSpPr>
          <p:spPr>
            <a:xfrm>
              <a:off x="323258" y="3385346"/>
              <a:ext cx="3456654" cy="503695"/>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Denken Sie kurz darüber nach wofür Sie Operatoren verwenden würden und welche Vorteile diese für Sie im Unternehmerischen Sinn haben. Gehen Sie insbesondere darauf ein was Sie mit diesen anfangen könnten.</a:t>
              </a:r>
            </a:p>
          </p:txBody>
        </p:sp>
        <p:sp>
          <p:nvSpPr>
            <p:cNvPr id="13" name="TextBox 12"/>
            <p:cNvSpPr txBox="1"/>
            <p:nvPr/>
          </p:nvSpPr>
          <p:spPr>
            <a:xfrm>
              <a:off x="3458609" y="2833493"/>
              <a:ext cx="491962" cy="50008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0</a:t>
              </a:r>
              <a:r>
                <a:rPr kumimoji="0" lang="en-US"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2</a:t>
              </a: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a:t>
              </a:r>
            </a:p>
          </p:txBody>
        </p:sp>
      </p:grpSp>
      <p:grpSp>
        <p:nvGrpSpPr>
          <p:cNvPr id="14" name="Группа 13"/>
          <p:cNvGrpSpPr/>
          <p:nvPr/>
        </p:nvGrpSpPr>
        <p:grpSpPr>
          <a:xfrm>
            <a:off x="11319310" y="359343"/>
            <a:ext cx="603183" cy="603183"/>
            <a:chOff x="8489482" y="269507"/>
            <a:chExt cx="452387" cy="452387"/>
          </a:xfrm>
        </p:grpSpPr>
        <p:sp>
          <p:nvSpPr>
            <p:cNvPr id="15" name="Овал 14"/>
            <p:cNvSpPr/>
            <p:nvPr/>
          </p:nvSpPr>
          <p:spPr>
            <a:xfrm>
              <a:off x="8489482" y="269507"/>
              <a:ext cx="452387" cy="452387"/>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6" name="TextBox 15"/>
            <p:cNvSpPr txBox="1"/>
            <p:nvPr/>
          </p:nvSpPr>
          <p:spPr>
            <a:xfrm>
              <a:off x="8585111" y="362013"/>
              <a:ext cx="261129"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13</a:t>
              </a:r>
              <a:endParaRPr kumimoji="0" lang="ru-RU"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endParaRPr>
            </a:p>
          </p:txBody>
        </p:sp>
      </p:grpSp>
    </p:spTree>
    <p:extLst>
      <p:ext uri="{BB962C8B-B14F-4D97-AF65-F5344CB8AC3E}">
        <p14:creationId xmlns:p14="http://schemas.microsoft.com/office/powerpoint/2010/main" val="341057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anim calcmode="lin" valueType="num">
                                      <p:cBhvr>
                                        <p:cTn id="8" dur="500" fill="hold"/>
                                        <p:tgtEl>
                                          <p:spTgt spid="17"/>
                                        </p:tgtEl>
                                        <p:attrNameLst>
                                          <p:attrName>ppt_x</p:attrName>
                                        </p:attrNameLst>
                                      </p:cBhvr>
                                      <p:tavLst>
                                        <p:tav tm="0">
                                          <p:val>
                                            <p:strVal val="#ppt_x"/>
                                          </p:val>
                                        </p:tav>
                                        <p:tav tm="100000">
                                          <p:val>
                                            <p:strVal val="#ppt_x"/>
                                          </p:val>
                                        </p:tav>
                                      </p:tavLst>
                                    </p:anim>
                                    <p:anim calcmode="lin" valueType="num">
                                      <p:cBhvr>
                                        <p:cTn id="9"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8528" y="3429000"/>
            <a:ext cx="2214068" cy="523220"/>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2800" b="0" i="0" u="none" strike="noStrike" kern="1200" cap="none" spc="0" normalizeH="0" baseline="0" noProof="0" dirty="0">
                <a:ln>
                  <a:noFill/>
                </a:ln>
                <a:solidFill>
                  <a:srgbClr val="000000"/>
                </a:solidFill>
                <a:effectLst/>
                <a:uLnTx/>
                <a:uFillTx/>
                <a:latin typeface="Bebas Neue" charset="0"/>
                <a:ea typeface="Bebas Neue" charset="0"/>
                <a:cs typeface="Bebas Neue" charset="0"/>
                <a:sym typeface="Arial"/>
              </a:rPr>
              <a:t>Troubleshooting</a:t>
            </a:r>
          </a:p>
        </p:txBody>
      </p:sp>
      <p:sp>
        <p:nvSpPr>
          <p:cNvPr id="8" name="TextBox 7"/>
          <p:cNvSpPr txBox="1"/>
          <p:nvPr/>
        </p:nvSpPr>
        <p:spPr>
          <a:xfrm>
            <a:off x="585050" y="3969308"/>
            <a:ext cx="3118270" cy="367280"/>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1333"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Zugriff auf einen Pod</a:t>
            </a:r>
          </a:p>
        </p:txBody>
      </p:sp>
      <p:grpSp>
        <p:nvGrpSpPr>
          <p:cNvPr id="12" name="Группа 11"/>
          <p:cNvGrpSpPr/>
          <p:nvPr/>
        </p:nvGrpSpPr>
        <p:grpSpPr>
          <a:xfrm>
            <a:off x="11319310" y="359343"/>
            <a:ext cx="603183" cy="603183"/>
            <a:chOff x="8489482" y="269507"/>
            <a:chExt cx="452387" cy="452387"/>
          </a:xfrm>
        </p:grpSpPr>
        <p:sp>
          <p:nvSpPr>
            <p:cNvPr id="13" name="Овал 12"/>
            <p:cNvSpPr/>
            <p:nvPr/>
          </p:nvSpPr>
          <p:spPr>
            <a:xfrm>
              <a:off x="8489482" y="269507"/>
              <a:ext cx="452387" cy="452387"/>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4" name="TextBox 13"/>
            <p:cNvSpPr txBox="1"/>
            <p:nvPr/>
          </p:nvSpPr>
          <p:spPr>
            <a:xfrm>
              <a:off x="8585111" y="362013"/>
              <a:ext cx="261130"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11</a:t>
              </a:r>
              <a:endParaRPr kumimoji="0" lang="ru-RU"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endParaRPr>
            </a:p>
          </p:txBody>
        </p:sp>
      </p:grpSp>
      <p:pic>
        <p:nvPicPr>
          <p:cNvPr id="2" name="Bildplatzhalter 3" descr="Ein Bild, das Text, Gerät, Systemsteuerung enthält.&#10;&#10;Automatisch generierte Beschreibung">
            <a:extLst>
              <a:ext uri="{FF2B5EF4-FFF2-40B4-BE49-F238E27FC236}">
                <a16:creationId xmlns:a16="http://schemas.microsoft.com/office/drawing/2014/main" id="{10C46584-D3E3-A8AE-93AA-877112AAD6B2}"/>
              </a:ext>
            </a:extLst>
          </p:cNvPr>
          <p:cNvPicPr>
            <a:picLocks noGrp="1" noChangeAspect="1"/>
          </p:cNvPicPr>
          <p:nvPr>
            <p:ph type="pic" sz="quarter" idx="10"/>
          </p:nvPr>
        </p:nvPicPr>
        <p:blipFill>
          <a:blip r:embed="rId3"/>
          <a:srcRect l="31768" r="31768"/>
          <a:stretch>
            <a:fillRect/>
          </a:stretch>
        </p:blipFill>
        <p:spPr>
          <a:xfrm>
            <a:off x="4702175" y="0"/>
            <a:ext cx="7489825" cy="6858000"/>
          </a:xfrm>
        </p:spPr>
      </p:pic>
    </p:spTree>
    <p:extLst>
      <p:ext uri="{BB962C8B-B14F-4D97-AF65-F5344CB8AC3E}">
        <p14:creationId xmlns:p14="http://schemas.microsoft.com/office/powerpoint/2010/main" val="17400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EB416D77-5A61-5398-4A89-F595FF7695DC}"/>
              </a:ext>
            </a:extLst>
          </p:cNvPr>
          <p:cNvPicPr>
            <a:picLocks noChangeAspect="1"/>
          </p:cNvPicPr>
          <p:nvPr/>
        </p:nvPicPr>
        <p:blipFill>
          <a:blip r:embed="rId3"/>
          <a:stretch>
            <a:fillRect/>
          </a:stretch>
        </p:blipFill>
        <p:spPr>
          <a:xfrm>
            <a:off x="643467" y="2161285"/>
            <a:ext cx="10905066" cy="2535428"/>
          </a:xfrm>
          <a:prstGeom prst="rect">
            <a:avLst/>
          </a:prstGeom>
        </p:spPr>
      </p:pic>
    </p:spTree>
    <p:extLst>
      <p:ext uri="{BB962C8B-B14F-4D97-AF65-F5344CB8AC3E}">
        <p14:creationId xmlns:p14="http://schemas.microsoft.com/office/powerpoint/2010/main" val="238068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32B8DC82-DDCD-C1AD-90B9-5760DC2A8A7A}"/>
              </a:ext>
            </a:extLst>
          </p:cNvPr>
          <p:cNvPicPr>
            <a:picLocks noChangeAspect="1"/>
          </p:cNvPicPr>
          <p:nvPr/>
        </p:nvPicPr>
        <p:blipFill>
          <a:blip r:embed="rId2"/>
          <a:stretch>
            <a:fillRect/>
          </a:stretch>
        </p:blipFill>
        <p:spPr>
          <a:xfrm>
            <a:off x="342097" y="2762157"/>
            <a:ext cx="11507806" cy="1333686"/>
          </a:xfrm>
          <a:prstGeom prst="rect">
            <a:avLst/>
          </a:prstGeom>
        </p:spPr>
      </p:pic>
    </p:spTree>
    <p:extLst>
      <p:ext uri="{BB962C8B-B14F-4D97-AF65-F5344CB8AC3E}">
        <p14:creationId xmlns:p14="http://schemas.microsoft.com/office/powerpoint/2010/main" val="1368817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dplatzhalter 18">
            <a:extLst>
              <a:ext uri="{FF2B5EF4-FFF2-40B4-BE49-F238E27FC236}">
                <a16:creationId xmlns:a16="http://schemas.microsoft.com/office/drawing/2014/main" id="{00EF3D30-4C5C-BCB4-C21C-651048D5113D}"/>
              </a:ext>
            </a:extLst>
          </p:cNvPr>
          <p:cNvPicPr>
            <a:picLocks noGrp="1" noChangeAspect="1"/>
          </p:cNvPicPr>
          <p:nvPr>
            <p:ph type="pic" sz="quarter" idx="10"/>
          </p:nvPr>
        </p:nvPicPr>
        <p:blipFill>
          <a:blip r:embed="rId3"/>
          <a:srcRect l="14986" r="14986"/>
          <a:stretch>
            <a:fillRect/>
          </a:stretch>
        </p:blipFill>
        <p:spPr>
          <a:xfrm>
            <a:off x="5711825" y="0"/>
            <a:ext cx="6480175" cy="6858000"/>
          </a:xfrm>
        </p:spPr>
      </p:pic>
      <p:grpSp>
        <p:nvGrpSpPr>
          <p:cNvPr id="17" name="Группа 16"/>
          <p:cNvGrpSpPr/>
          <p:nvPr/>
        </p:nvGrpSpPr>
        <p:grpSpPr>
          <a:xfrm>
            <a:off x="335360" y="3717033"/>
            <a:ext cx="4992554" cy="1920147"/>
            <a:chOff x="251520" y="2787774"/>
            <a:chExt cx="3744416" cy="1440110"/>
          </a:xfrm>
        </p:grpSpPr>
        <p:sp>
          <p:nvSpPr>
            <p:cNvPr id="9" name="Прямоугольник 8"/>
            <p:cNvSpPr/>
            <p:nvPr/>
          </p:nvSpPr>
          <p:spPr>
            <a:xfrm>
              <a:off x="251520" y="2787774"/>
              <a:ext cx="3744416" cy="1440110"/>
            </a:xfrm>
            <a:prstGeom prst="rect">
              <a:avLst/>
            </a:prstGeom>
            <a:solidFill>
              <a:schemeClr val="bg1"/>
            </a:solidFill>
            <a:ln w="98425" cap="rnd">
              <a:noFill/>
              <a:round/>
            </a:ln>
            <a:effectLst>
              <a:outerShdw blurRad="177800" dir="5400000" algn="t"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0" name="Прямоугольник 9"/>
            <p:cNvSpPr/>
            <p:nvPr/>
          </p:nvSpPr>
          <p:spPr>
            <a:xfrm>
              <a:off x="251520" y="2787774"/>
              <a:ext cx="576064"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1" name="TextBox 10"/>
            <p:cNvSpPr txBox="1"/>
            <p:nvPr/>
          </p:nvSpPr>
          <p:spPr>
            <a:xfrm>
              <a:off x="312593" y="3091091"/>
              <a:ext cx="686726" cy="25391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1600" b="0" i="0" u="none" strike="noStrike" kern="1200" cap="none" spc="0" normalizeH="0" baseline="0" noProof="0" dirty="0">
                  <a:ln>
                    <a:noFill/>
                  </a:ln>
                  <a:solidFill>
                    <a:srgbClr val="383838"/>
                  </a:solidFill>
                  <a:effectLst/>
                  <a:uLnTx/>
                  <a:uFillTx/>
                  <a:latin typeface="Bebas Neue" charset="0"/>
                  <a:ea typeface="Bebas Neue" charset="0"/>
                  <a:cs typeface="Bebas Neue" charset="0"/>
                  <a:sym typeface="Arial"/>
                </a:rPr>
                <a:t>Diskussion</a:t>
              </a:r>
            </a:p>
          </p:txBody>
        </p:sp>
        <p:sp>
          <p:nvSpPr>
            <p:cNvPr id="12" name="TextBox 11"/>
            <p:cNvSpPr txBox="1"/>
            <p:nvPr/>
          </p:nvSpPr>
          <p:spPr>
            <a:xfrm>
              <a:off x="323258" y="3385346"/>
              <a:ext cx="3456654" cy="503695"/>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867"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Können Sie sich vorstellen aus welchen Gründen man in einen Container rein gehen muss um in diesem Befehle auszuführen? Diskutieren Sie in der Gruppe nach Gründen die es für solch eine Funktionalität gibt. </a:t>
              </a:r>
            </a:p>
          </p:txBody>
        </p:sp>
        <p:sp>
          <p:nvSpPr>
            <p:cNvPr id="13" name="TextBox 12"/>
            <p:cNvSpPr txBox="1"/>
            <p:nvPr/>
          </p:nvSpPr>
          <p:spPr>
            <a:xfrm>
              <a:off x="3458609" y="2833493"/>
              <a:ext cx="491962" cy="50008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0</a:t>
              </a:r>
              <a:r>
                <a:rPr kumimoji="0" lang="en-US"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2</a:t>
              </a:r>
              <a:r>
                <a:rPr kumimoji="0" lang="ru-RU" sz="3733" b="0" i="0" u="none" strike="noStrike" kern="1200" cap="none" spc="0" normalizeH="0" baseline="0" noProof="0" dirty="0">
                  <a:ln>
                    <a:noFill/>
                  </a:ln>
                  <a:solidFill>
                    <a:srgbClr val="ECECEC"/>
                  </a:solidFill>
                  <a:effectLst/>
                  <a:uLnTx/>
                  <a:uFillTx/>
                  <a:latin typeface="Bebas Neue" charset="0"/>
                  <a:ea typeface="Bebas Neue" charset="0"/>
                  <a:cs typeface="Bebas Neue" charset="0"/>
                  <a:sym typeface="Arial"/>
                </a:rPr>
                <a:t>.</a:t>
              </a:r>
            </a:p>
          </p:txBody>
        </p:sp>
      </p:grpSp>
      <p:grpSp>
        <p:nvGrpSpPr>
          <p:cNvPr id="14" name="Группа 13"/>
          <p:cNvGrpSpPr/>
          <p:nvPr/>
        </p:nvGrpSpPr>
        <p:grpSpPr>
          <a:xfrm>
            <a:off x="11319310" y="359343"/>
            <a:ext cx="603183" cy="603183"/>
            <a:chOff x="8489482" y="269507"/>
            <a:chExt cx="452387" cy="452387"/>
          </a:xfrm>
        </p:grpSpPr>
        <p:sp>
          <p:nvSpPr>
            <p:cNvPr id="15" name="Овал 14"/>
            <p:cNvSpPr/>
            <p:nvPr/>
          </p:nvSpPr>
          <p:spPr>
            <a:xfrm>
              <a:off x="8489482" y="269507"/>
              <a:ext cx="452387" cy="452387"/>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6" name="TextBox 15"/>
            <p:cNvSpPr txBox="1"/>
            <p:nvPr/>
          </p:nvSpPr>
          <p:spPr>
            <a:xfrm>
              <a:off x="8585111" y="362013"/>
              <a:ext cx="261129"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13</a:t>
              </a:r>
              <a:endParaRPr kumimoji="0" lang="ru-RU"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endParaRPr>
            </a:p>
          </p:txBody>
        </p:sp>
      </p:grpSp>
    </p:spTree>
    <p:extLst>
      <p:ext uri="{BB962C8B-B14F-4D97-AF65-F5344CB8AC3E}">
        <p14:creationId xmlns:p14="http://schemas.microsoft.com/office/powerpoint/2010/main" val="975710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anim calcmode="lin" valueType="num">
                                      <p:cBhvr>
                                        <p:cTn id="8" dur="500" fill="hold"/>
                                        <p:tgtEl>
                                          <p:spTgt spid="17"/>
                                        </p:tgtEl>
                                        <p:attrNameLst>
                                          <p:attrName>ppt_x</p:attrName>
                                        </p:attrNameLst>
                                      </p:cBhvr>
                                      <p:tavLst>
                                        <p:tav tm="0">
                                          <p:val>
                                            <p:strVal val="#ppt_x"/>
                                          </p:val>
                                        </p:tav>
                                        <p:tav tm="100000">
                                          <p:val>
                                            <p:strVal val="#ppt_x"/>
                                          </p:val>
                                        </p:tav>
                                      </p:tavLst>
                                    </p:anim>
                                    <p:anim calcmode="lin" valueType="num">
                                      <p:cBhvr>
                                        <p:cTn id="9"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8528" y="3429000"/>
            <a:ext cx="2214068" cy="523220"/>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2800" b="0" i="0" u="none" strike="noStrike" kern="1200" cap="none" spc="0" normalizeH="0" baseline="0" noProof="0" dirty="0">
                <a:ln>
                  <a:noFill/>
                </a:ln>
                <a:solidFill>
                  <a:srgbClr val="000000"/>
                </a:solidFill>
                <a:effectLst/>
                <a:uLnTx/>
                <a:uFillTx/>
                <a:latin typeface="Bebas Neue" charset="0"/>
                <a:ea typeface="Bebas Neue" charset="0"/>
                <a:cs typeface="Bebas Neue" charset="0"/>
                <a:sym typeface="Arial"/>
              </a:rPr>
              <a:t>Troubleshooting</a:t>
            </a:r>
          </a:p>
        </p:txBody>
      </p:sp>
      <p:sp>
        <p:nvSpPr>
          <p:cNvPr id="8" name="TextBox 7"/>
          <p:cNvSpPr txBox="1"/>
          <p:nvPr/>
        </p:nvSpPr>
        <p:spPr>
          <a:xfrm>
            <a:off x="585050" y="3969308"/>
            <a:ext cx="3118270" cy="367280"/>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1333"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Netzwerkverbindungen testen</a:t>
            </a:r>
          </a:p>
        </p:txBody>
      </p:sp>
      <p:grpSp>
        <p:nvGrpSpPr>
          <p:cNvPr id="12" name="Группа 11"/>
          <p:cNvGrpSpPr/>
          <p:nvPr/>
        </p:nvGrpSpPr>
        <p:grpSpPr>
          <a:xfrm>
            <a:off x="11319310" y="359343"/>
            <a:ext cx="603183" cy="603183"/>
            <a:chOff x="8489482" y="269507"/>
            <a:chExt cx="452387" cy="452387"/>
          </a:xfrm>
        </p:grpSpPr>
        <p:sp>
          <p:nvSpPr>
            <p:cNvPr id="13" name="Овал 12"/>
            <p:cNvSpPr/>
            <p:nvPr/>
          </p:nvSpPr>
          <p:spPr>
            <a:xfrm>
              <a:off x="8489482" y="269507"/>
              <a:ext cx="452387" cy="452387"/>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4" name="TextBox 13"/>
            <p:cNvSpPr txBox="1"/>
            <p:nvPr/>
          </p:nvSpPr>
          <p:spPr>
            <a:xfrm>
              <a:off x="8585111" y="362013"/>
              <a:ext cx="261130"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11</a:t>
              </a:r>
              <a:endParaRPr kumimoji="0" lang="ru-RU"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endParaRPr>
            </a:p>
          </p:txBody>
        </p:sp>
      </p:grpSp>
      <p:pic>
        <p:nvPicPr>
          <p:cNvPr id="2" name="Bildplatzhalter 3" descr="Ein Bild, das Text, Gerät, Systemsteuerung enthält.&#10;&#10;Automatisch generierte Beschreibung">
            <a:extLst>
              <a:ext uri="{FF2B5EF4-FFF2-40B4-BE49-F238E27FC236}">
                <a16:creationId xmlns:a16="http://schemas.microsoft.com/office/drawing/2014/main" id="{10C46584-D3E3-A8AE-93AA-877112AAD6B2}"/>
              </a:ext>
            </a:extLst>
          </p:cNvPr>
          <p:cNvPicPr>
            <a:picLocks noGrp="1" noChangeAspect="1"/>
          </p:cNvPicPr>
          <p:nvPr>
            <p:ph type="pic" sz="quarter" idx="10"/>
          </p:nvPr>
        </p:nvPicPr>
        <p:blipFill>
          <a:blip r:embed="rId3"/>
          <a:srcRect l="31768" r="31768"/>
          <a:stretch>
            <a:fillRect/>
          </a:stretch>
        </p:blipFill>
        <p:spPr>
          <a:xfrm>
            <a:off x="4702175" y="0"/>
            <a:ext cx="7489825" cy="6858000"/>
          </a:xfrm>
        </p:spPr>
      </p:pic>
    </p:spTree>
    <p:extLst>
      <p:ext uri="{BB962C8B-B14F-4D97-AF65-F5344CB8AC3E}">
        <p14:creationId xmlns:p14="http://schemas.microsoft.com/office/powerpoint/2010/main" val="235553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8A15E11C-0F51-461D-CFA8-1919BD9C1D8D}"/>
              </a:ext>
            </a:extLst>
          </p:cNvPr>
          <p:cNvSpPr txBox="1"/>
          <p:nvPr/>
        </p:nvSpPr>
        <p:spPr>
          <a:xfrm>
            <a:off x="4250783" y="3075057"/>
            <a:ext cx="3690434"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de-DE" sz="4000" b="1" i="0" u="none" strike="noStrike" kern="0" cap="none" spc="0" normalizeH="0" baseline="0" noProof="0" dirty="0">
                <a:ln>
                  <a:noFill/>
                </a:ln>
                <a:solidFill>
                  <a:srgbClr val="000000"/>
                </a:solidFill>
                <a:effectLst/>
                <a:uLnTx/>
                <a:uFillTx/>
                <a:latin typeface="Bebas Neue" panose="020B0606020202050201" pitchFamily="34" charset="0"/>
                <a:cs typeface="Arial"/>
                <a:sym typeface="Arial"/>
              </a:rPr>
              <a:t>Ping &lt;IP&gt; || </a:t>
            </a:r>
            <a:r>
              <a:rPr kumimoji="0" lang="de-DE" sz="4000" b="1" i="0" u="none" strike="noStrike" kern="0" cap="none" spc="0" normalizeH="0" baseline="0" noProof="0" dirty="0" err="1">
                <a:ln>
                  <a:noFill/>
                </a:ln>
                <a:solidFill>
                  <a:srgbClr val="000000"/>
                </a:solidFill>
                <a:effectLst/>
                <a:uLnTx/>
                <a:uFillTx/>
                <a:latin typeface="Bebas Neue" panose="020B0606020202050201" pitchFamily="34" charset="0"/>
                <a:cs typeface="Arial"/>
                <a:sym typeface="Arial"/>
              </a:rPr>
              <a:t>cat</a:t>
            </a:r>
            <a:r>
              <a:rPr kumimoji="0" lang="de-DE" sz="4000" b="1" i="0" u="none" strike="noStrike" kern="0" cap="none" spc="0" normalizeH="0" baseline="0" noProof="0" dirty="0">
                <a:ln>
                  <a:noFill/>
                </a:ln>
                <a:solidFill>
                  <a:srgbClr val="000000"/>
                </a:solidFill>
                <a:effectLst/>
                <a:uLnTx/>
                <a:uFillTx/>
                <a:latin typeface="Bebas Neue" panose="020B0606020202050201" pitchFamily="34" charset="0"/>
                <a:cs typeface="Arial"/>
                <a:sym typeface="Arial"/>
              </a:rPr>
              <a:t> &lt;IP&gt;</a:t>
            </a:r>
          </a:p>
        </p:txBody>
      </p:sp>
      <p:sp>
        <p:nvSpPr>
          <p:cNvPr id="3" name="TextBox 33">
            <a:extLst>
              <a:ext uri="{FF2B5EF4-FFF2-40B4-BE49-F238E27FC236}">
                <a16:creationId xmlns:a16="http://schemas.microsoft.com/office/drawing/2014/main" id="{5269A0D4-4D30-E99E-F67F-81CE34249811}"/>
              </a:ext>
            </a:extLst>
          </p:cNvPr>
          <p:cNvSpPr txBox="1"/>
          <p:nvPr/>
        </p:nvSpPr>
        <p:spPr>
          <a:xfrm>
            <a:off x="11446815" y="482684"/>
            <a:ext cx="348174" cy="33855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w="0"/>
                <a:solidFill>
                  <a:srgbClr val="F6B73A"/>
                </a:solidFill>
                <a:effectLst/>
                <a:uLnTx/>
                <a:uFillTx/>
                <a:latin typeface="Bebas Neue" charset="0"/>
                <a:ea typeface="Bebas Neue" charset="0"/>
                <a:cs typeface="Bebas Neue" charset="0"/>
                <a:sym typeface="Arial"/>
              </a:rPr>
              <a:t>38</a:t>
            </a:r>
          </a:p>
        </p:txBody>
      </p:sp>
      <p:grpSp>
        <p:nvGrpSpPr>
          <p:cNvPr id="4" name="Группа 30">
            <a:extLst>
              <a:ext uri="{FF2B5EF4-FFF2-40B4-BE49-F238E27FC236}">
                <a16:creationId xmlns:a16="http://schemas.microsoft.com/office/drawing/2014/main" id="{A986BA59-905D-FC06-B4FB-CEEB075F152A}"/>
              </a:ext>
            </a:extLst>
          </p:cNvPr>
          <p:cNvGrpSpPr/>
          <p:nvPr/>
        </p:nvGrpSpPr>
        <p:grpSpPr>
          <a:xfrm>
            <a:off x="11319310" y="359343"/>
            <a:ext cx="603183" cy="603183"/>
            <a:chOff x="8489482" y="269507"/>
            <a:chExt cx="452387" cy="452387"/>
          </a:xfrm>
        </p:grpSpPr>
        <p:sp>
          <p:nvSpPr>
            <p:cNvPr id="5" name="Овал 32">
              <a:extLst>
                <a:ext uri="{FF2B5EF4-FFF2-40B4-BE49-F238E27FC236}">
                  <a16:creationId xmlns:a16="http://schemas.microsoft.com/office/drawing/2014/main" id="{25C671B7-ACF2-B81E-BF37-965BE6F77163}"/>
                </a:ext>
              </a:extLst>
            </p:cNvPr>
            <p:cNvSpPr/>
            <p:nvPr/>
          </p:nvSpPr>
          <p:spPr>
            <a:xfrm>
              <a:off x="8489482" y="269507"/>
              <a:ext cx="452387" cy="45238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000000"/>
                </a:solidFill>
                <a:effectLst/>
                <a:uLnTx/>
                <a:uFillTx/>
                <a:latin typeface="Calibri" panose="020F0502020204030204"/>
                <a:ea typeface="+mn-ea"/>
                <a:cs typeface="+mn-cs"/>
                <a:sym typeface="Arial"/>
              </a:endParaRPr>
            </a:p>
          </p:txBody>
        </p:sp>
        <p:sp>
          <p:nvSpPr>
            <p:cNvPr id="6" name="TextBox 33">
              <a:extLst>
                <a:ext uri="{FF2B5EF4-FFF2-40B4-BE49-F238E27FC236}">
                  <a16:creationId xmlns:a16="http://schemas.microsoft.com/office/drawing/2014/main" id="{1D3C50B2-4CE6-4BBF-96A0-01C8991EBE6B}"/>
                </a:ext>
              </a:extLst>
            </p:cNvPr>
            <p:cNvSpPr txBox="1"/>
            <p:nvPr/>
          </p:nvSpPr>
          <p:spPr>
            <a:xfrm>
              <a:off x="8585111" y="362013"/>
              <a:ext cx="261130"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w="0"/>
                  <a:solidFill>
                    <a:srgbClr val="F6B73A"/>
                  </a:solidFill>
                  <a:effectLst/>
                  <a:uLnTx/>
                  <a:uFillTx/>
                  <a:latin typeface="Bebas Neue" charset="0"/>
                  <a:ea typeface="Bebas Neue" charset="0"/>
                  <a:cs typeface="Bebas Neue" charset="0"/>
                  <a:sym typeface="Arial"/>
                </a:rPr>
                <a:t>24</a:t>
              </a:r>
            </a:p>
          </p:txBody>
        </p:sp>
      </p:grpSp>
    </p:spTree>
    <p:extLst>
      <p:ext uri="{BB962C8B-B14F-4D97-AF65-F5344CB8AC3E}">
        <p14:creationId xmlns:p14="http://schemas.microsoft.com/office/powerpoint/2010/main" val="1359762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68528" y="3429000"/>
            <a:ext cx="2214068" cy="523220"/>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 typeface="Arial"/>
              <a:buNone/>
              <a:tabLst/>
              <a:defRPr/>
            </a:pPr>
            <a:r>
              <a:rPr kumimoji="0" lang="de-DE" sz="2800" b="0" i="0" u="none" strike="noStrike" kern="1200" cap="none" spc="0" normalizeH="0" baseline="0" noProof="0" dirty="0">
                <a:ln>
                  <a:noFill/>
                </a:ln>
                <a:solidFill>
                  <a:srgbClr val="000000"/>
                </a:solidFill>
                <a:effectLst/>
                <a:uLnTx/>
                <a:uFillTx/>
                <a:latin typeface="Bebas Neue" charset="0"/>
                <a:ea typeface="Bebas Neue" charset="0"/>
                <a:cs typeface="Bebas Neue" charset="0"/>
                <a:sym typeface="Arial"/>
              </a:rPr>
              <a:t>Troubleshooting</a:t>
            </a:r>
          </a:p>
        </p:txBody>
      </p:sp>
      <p:sp>
        <p:nvSpPr>
          <p:cNvPr id="8" name="TextBox 7"/>
          <p:cNvSpPr txBox="1"/>
          <p:nvPr/>
        </p:nvSpPr>
        <p:spPr>
          <a:xfrm>
            <a:off x="585050" y="3969308"/>
            <a:ext cx="3118270" cy="367280"/>
          </a:xfrm>
          <a:prstGeom prst="rect">
            <a:avLst/>
          </a:prstGeom>
          <a:noFill/>
        </p:spPr>
        <p:txBody>
          <a:bodyPr wrap="square" rtlCol="0">
            <a:spAutoFit/>
          </a:bodyPr>
          <a:lstStyle/>
          <a:p>
            <a:pPr marL="0" marR="0" lvl="0" indent="0" algn="l" defTabSz="914377" rtl="0" eaLnBrk="1" fontAlgn="auto" latinLnBrk="0" hangingPunct="1">
              <a:lnSpc>
                <a:spcPct val="150000"/>
              </a:lnSpc>
              <a:spcBef>
                <a:spcPts val="0"/>
              </a:spcBef>
              <a:spcAft>
                <a:spcPts val="0"/>
              </a:spcAft>
              <a:buClrTx/>
              <a:buSzTx/>
              <a:buFont typeface="Arial"/>
              <a:buNone/>
              <a:tabLst/>
              <a:defRPr/>
            </a:pPr>
            <a:r>
              <a:rPr kumimoji="0" lang="de-DE" sz="1333" b="0" i="0" u="none" strike="noStrike" kern="1200" cap="none" spc="0" normalizeH="0" baseline="0" noProof="0" dirty="0" err="1">
                <a:ln>
                  <a:noFill/>
                </a:ln>
                <a:solidFill>
                  <a:srgbClr val="FFFFFF">
                    <a:lumMod val="50000"/>
                  </a:srgbClr>
                </a:solidFill>
                <a:effectLst/>
                <a:uLnTx/>
                <a:uFillTx/>
                <a:latin typeface="Open Sans" charset="0"/>
                <a:ea typeface="Open Sans" charset="0"/>
                <a:cs typeface="Open Sans" charset="0"/>
                <a:sym typeface="Arial"/>
              </a:rPr>
              <a:t>Logging</a:t>
            </a:r>
            <a:r>
              <a:rPr kumimoji="0" lang="de-DE" sz="1333" b="0" i="0" u="none" strike="noStrike" kern="1200" cap="none" spc="0" normalizeH="0" baseline="0" noProof="0" dirty="0">
                <a:ln>
                  <a:noFill/>
                </a:ln>
                <a:solidFill>
                  <a:srgbClr val="FFFFFF">
                    <a:lumMod val="50000"/>
                  </a:srgbClr>
                </a:solidFill>
                <a:effectLst/>
                <a:uLnTx/>
                <a:uFillTx/>
                <a:latin typeface="Open Sans" charset="0"/>
                <a:ea typeface="Open Sans" charset="0"/>
                <a:cs typeface="Open Sans" charset="0"/>
                <a:sym typeface="Arial"/>
              </a:rPr>
              <a:t> / Event Infos des CLI Tools</a:t>
            </a:r>
          </a:p>
        </p:txBody>
      </p:sp>
      <p:grpSp>
        <p:nvGrpSpPr>
          <p:cNvPr id="12" name="Группа 11"/>
          <p:cNvGrpSpPr/>
          <p:nvPr/>
        </p:nvGrpSpPr>
        <p:grpSpPr>
          <a:xfrm>
            <a:off x="11319310" y="359343"/>
            <a:ext cx="603183" cy="603183"/>
            <a:chOff x="8489482" y="269507"/>
            <a:chExt cx="452387" cy="452387"/>
          </a:xfrm>
        </p:grpSpPr>
        <p:sp>
          <p:nvSpPr>
            <p:cNvPr id="13" name="Овал 12"/>
            <p:cNvSpPr/>
            <p:nvPr/>
          </p:nvSpPr>
          <p:spPr>
            <a:xfrm>
              <a:off x="8489482" y="269507"/>
              <a:ext cx="452387" cy="452387"/>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14" name="TextBox 13"/>
            <p:cNvSpPr txBox="1"/>
            <p:nvPr/>
          </p:nvSpPr>
          <p:spPr>
            <a:xfrm>
              <a:off x="8585111" y="362013"/>
              <a:ext cx="261130"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rPr>
                <a:t>11</a:t>
              </a:r>
              <a:endParaRPr kumimoji="0" lang="ru-RU" sz="1600" b="0" i="0" u="none" strike="noStrike" kern="1200" cap="none" spc="0" normalizeH="0" baseline="0" noProof="0" dirty="0">
                <a:ln>
                  <a:noFill/>
                </a:ln>
                <a:solidFill>
                  <a:srgbClr val="FFFFFF"/>
                </a:solidFill>
                <a:effectLst/>
                <a:uLnTx/>
                <a:uFillTx/>
                <a:latin typeface="Bebas Neue" charset="0"/>
                <a:ea typeface="Bebas Neue" charset="0"/>
                <a:cs typeface="Bebas Neue" charset="0"/>
                <a:sym typeface="Arial"/>
              </a:endParaRPr>
            </a:p>
          </p:txBody>
        </p:sp>
      </p:grpSp>
      <p:pic>
        <p:nvPicPr>
          <p:cNvPr id="2" name="Bildplatzhalter 3" descr="Ein Bild, das Text, Gerät, Systemsteuerung enthält.&#10;&#10;Automatisch generierte Beschreibung">
            <a:extLst>
              <a:ext uri="{FF2B5EF4-FFF2-40B4-BE49-F238E27FC236}">
                <a16:creationId xmlns:a16="http://schemas.microsoft.com/office/drawing/2014/main" id="{10C46584-D3E3-A8AE-93AA-877112AAD6B2}"/>
              </a:ext>
            </a:extLst>
          </p:cNvPr>
          <p:cNvPicPr>
            <a:picLocks noGrp="1" noChangeAspect="1"/>
          </p:cNvPicPr>
          <p:nvPr>
            <p:ph type="pic" sz="quarter" idx="10"/>
          </p:nvPr>
        </p:nvPicPr>
        <p:blipFill>
          <a:blip r:embed="rId3"/>
          <a:srcRect l="31768" r="31768"/>
          <a:stretch>
            <a:fillRect/>
          </a:stretch>
        </p:blipFill>
        <p:spPr>
          <a:xfrm>
            <a:off x="4702175" y="0"/>
            <a:ext cx="7489825" cy="6858000"/>
          </a:xfrm>
        </p:spPr>
      </p:pic>
    </p:spTree>
    <p:extLst>
      <p:ext uri="{BB962C8B-B14F-4D97-AF65-F5344CB8AC3E}">
        <p14:creationId xmlns:p14="http://schemas.microsoft.com/office/powerpoint/2010/main" val="696846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8A15E11C-0F51-461D-CFA8-1919BD9C1D8D}"/>
              </a:ext>
            </a:extLst>
          </p:cNvPr>
          <p:cNvSpPr txBox="1"/>
          <p:nvPr/>
        </p:nvSpPr>
        <p:spPr>
          <a:xfrm>
            <a:off x="4063231" y="3075057"/>
            <a:ext cx="4065537"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de-DE" sz="4000" b="1" i="0" u="none" strike="noStrike" kern="0" cap="none" spc="0" normalizeH="0" baseline="0" noProof="0" dirty="0" err="1">
                <a:ln>
                  <a:noFill/>
                </a:ln>
                <a:solidFill>
                  <a:srgbClr val="000000"/>
                </a:solidFill>
                <a:effectLst/>
                <a:uLnTx/>
                <a:uFillTx/>
                <a:latin typeface="Bebas Neue" panose="020B0606020202050201" pitchFamily="34" charset="0"/>
                <a:cs typeface="Arial"/>
                <a:sym typeface="Arial"/>
              </a:rPr>
              <a:t>kubectl</a:t>
            </a:r>
            <a:r>
              <a:rPr kumimoji="0" lang="de-DE" sz="4000" b="1" i="0" u="none" strike="noStrike" kern="0" cap="none" spc="0" normalizeH="0" baseline="0" noProof="0" dirty="0">
                <a:ln>
                  <a:noFill/>
                </a:ln>
                <a:solidFill>
                  <a:srgbClr val="000000"/>
                </a:solidFill>
                <a:effectLst/>
                <a:uLnTx/>
                <a:uFillTx/>
                <a:latin typeface="Bebas Neue" panose="020B0606020202050201" pitchFamily="34" charset="0"/>
                <a:cs typeface="Arial"/>
                <a:sym typeface="Arial"/>
              </a:rPr>
              <a:t> logs </a:t>
            </a:r>
            <a:r>
              <a:rPr kumimoji="0" lang="de-DE" sz="4000" b="1" i="0" u="none" strike="noStrike" kern="0" cap="none" spc="0" normalizeH="0" baseline="0" noProof="0" dirty="0" err="1">
                <a:ln>
                  <a:noFill/>
                </a:ln>
                <a:solidFill>
                  <a:srgbClr val="000000"/>
                </a:solidFill>
                <a:effectLst/>
                <a:uLnTx/>
                <a:uFillTx/>
                <a:latin typeface="Bebas Neue" panose="020B0606020202050201" pitchFamily="34" charset="0"/>
                <a:cs typeface="Arial"/>
                <a:sym typeface="Arial"/>
              </a:rPr>
              <a:t>pod</a:t>
            </a:r>
            <a:r>
              <a:rPr kumimoji="0" lang="de-DE" sz="4000" b="1" i="0" u="none" strike="noStrike" kern="0" cap="none" spc="0" normalizeH="0" baseline="0" noProof="0" dirty="0">
                <a:ln>
                  <a:noFill/>
                </a:ln>
                <a:solidFill>
                  <a:srgbClr val="000000"/>
                </a:solidFill>
                <a:effectLst/>
                <a:uLnTx/>
                <a:uFillTx/>
                <a:latin typeface="Bebas Neue" panose="020B0606020202050201" pitchFamily="34" charset="0"/>
                <a:cs typeface="Arial"/>
                <a:sym typeface="Arial"/>
              </a:rPr>
              <a:t>-name</a:t>
            </a:r>
          </a:p>
        </p:txBody>
      </p:sp>
      <p:sp>
        <p:nvSpPr>
          <p:cNvPr id="3" name="TextBox 33">
            <a:extLst>
              <a:ext uri="{FF2B5EF4-FFF2-40B4-BE49-F238E27FC236}">
                <a16:creationId xmlns:a16="http://schemas.microsoft.com/office/drawing/2014/main" id="{5269A0D4-4D30-E99E-F67F-81CE34249811}"/>
              </a:ext>
            </a:extLst>
          </p:cNvPr>
          <p:cNvSpPr txBox="1"/>
          <p:nvPr/>
        </p:nvSpPr>
        <p:spPr>
          <a:xfrm>
            <a:off x="11446815" y="482684"/>
            <a:ext cx="348174" cy="33855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w="0"/>
                <a:solidFill>
                  <a:srgbClr val="F6B73A"/>
                </a:solidFill>
                <a:effectLst/>
                <a:uLnTx/>
                <a:uFillTx/>
                <a:latin typeface="Bebas Neue" charset="0"/>
                <a:ea typeface="Bebas Neue" charset="0"/>
                <a:cs typeface="Bebas Neue" charset="0"/>
                <a:sym typeface="Arial"/>
              </a:rPr>
              <a:t>38</a:t>
            </a:r>
          </a:p>
        </p:txBody>
      </p:sp>
      <p:grpSp>
        <p:nvGrpSpPr>
          <p:cNvPr id="4" name="Группа 30">
            <a:extLst>
              <a:ext uri="{FF2B5EF4-FFF2-40B4-BE49-F238E27FC236}">
                <a16:creationId xmlns:a16="http://schemas.microsoft.com/office/drawing/2014/main" id="{A986BA59-905D-FC06-B4FB-CEEB075F152A}"/>
              </a:ext>
            </a:extLst>
          </p:cNvPr>
          <p:cNvGrpSpPr/>
          <p:nvPr/>
        </p:nvGrpSpPr>
        <p:grpSpPr>
          <a:xfrm>
            <a:off x="11319310" y="359343"/>
            <a:ext cx="603183" cy="603183"/>
            <a:chOff x="8489482" y="269507"/>
            <a:chExt cx="452387" cy="452387"/>
          </a:xfrm>
        </p:grpSpPr>
        <p:sp>
          <p:nvSpPr>
            <p:cNvPr id="5" name="Овал 32">
              <a:extLst>
                <a:ext uri="{FF2B5EF4-FFF2-40B4-BE49-F238E27FC236}">
                  <a16:creationId xmlns:a16="http://schemas.microsoft.com/office/drawing/2014/main" id="{25C671B7-ACF2-B81E-BF37-965BE6F77163}"/>
                </a:ext>
              </a:extLst>
            </p:cNvPr>
            <p:cNvSpPr/>
            <p:nvPr/>
          </p:nvSpPr>
          <p:spPr>
            <a:xfrm>
              <a:off x="8489482" y="269507"/>
              <a:ext cx="452387" cy="45238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000000"/>
                </a:solidFill>
                <a:effectLst/>
                <a:uLnTx/>
                <a:uFillTx/>
                <a:latin typeface="Calibri" panose="020F0502020204030204"/>
                <a:ea typeface="+mn-ea"/>
                <a:cs typeface="+mn-cs"/>
                <a:sym typeface="Arial"/>
              </a:endParaRPr>
            </a:p>
          </p:txBody>
        </p:sp>
        <p:sp>
          <p:nvSpPr>
            <p:cNvPr id="6" name="TextBox 33">
              <a:extLst>
                <a:ext uri="{FF2B5EF4-FFF2-40B4-BE49-F238E27FC236}">
                  <a16:creationId xmlns:a16="http://schemas.microsoft.com/office/drawing/2014/main" id="{1D3C50B2-4CE6-4BBF-96A0-01C8991EBE6B}"/>
                </a:ext>
              </a:extLst>
            </p:cNvPr>
            <p:cNvSpPr txBox="1"/>
            <p:nvPr/>
          </p:nvSpPr>
          <p:spPr>
            <a:xfrm>
              <a:off x="8585111" y="362013"/>
              <a:ext cx="261130"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w="0"/>
                  <a:solidFill>
                    <a:srgbClr val="F6B73A"/>
                  </a:solidFill>
                  <a:effectLst/>
                  <a:uLnTx/>
                  <a:uFillTx/>
                  <a:latin typeface="Bebas Neue" charset="0"/>
                  <a:ea typeface="Bebas Neue" charset="0"/>
                  <a:cs typeface="Bebas Neue" charset="0"/>
                  <a:sym typeface="Arial"/>
                </a:rPr>
                <a:t>26</a:t>
              </a:r>
            </a:p>
          </p:txBody>
        </p:sp>
      </p:grpSp>
    </p:spTree>
    <p:extLst>
      <p:ext uri="{BB962C8B-B14F-4D97-AF65-F5344CB8AC3E}">
        <p14:creationId xmlns:p14="http://schemas.microsoft.com/office/powerpoint/2010/main" val="1735486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8A15E11C-0F51-461D-CFA8-1919BD9C1D8D}"/>
              </a:ext>
            </a:extLst>
          </p:cNvPr>
          <p:cNvSpPr txBox="1"/>
          <p:nvPr/>
        </p:nvSpPr>
        <p:spPr>
          <a:xfrm>
            <a:off x="2671825" y="3075057"/>
            <a:ext cx="684835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de-DE" sz="4000" b="1" i="0" u="none" strike="noStrike" kern="0" cap="none" spc="0" normalizeH="0" baseline="0" noProof="0" dirty="0" err="1">
                <a:ln>
                  <a:noFill/>
                </a:ln>
                <a:solidFill>
                  <a:srgbClr val="000000"/>
                </a:solidFill>
                <a:effectLst/>
                <a:uLnTx/>
                <a:uFillTx/>
                <a:latin typeface="Bebas Neue" panose="020B0606020202050201" pitchFamily="34" charset="0"/>
                <a:cs typeface="Arial"/>
                <a:sym typeface="Arial"/>
              </a:rPr>
              <a:t>kubectl</a:t>
            </a:r>
            <a:r>
              <a:rPr kumimoji="0" lang="de-DE" sz="4000" b="1" i="0" u="none" strike="noStrike" kern="0" cap="none" spc="0" normalizeH="0" baseline="0" noProof="0" dirty="0">
                <a:ln>
                  <a:noFill/>
                </a:ln>
                <a:solidFill>
                  <a:srgbClr val="000000"/>
                </a:solidFill>
                <a:effectLst/>
                <a:uLnTx/>
                <a:uFillTx/>
                <a:latin typeface="Bebas Neue" panose="020B0606020202050201" pitchFamily="34" charset="0"/>
                <a:cs typeface="Arial"/>
                <a:sym typeface="Arial"/>
              </a:rPr>
              <a:t> logs </a:t>
            </a:r>
            <a:r>
              <a:rPr kumimoji="0" lang="de-DE" sz="4000" b="1" i="0" u="none" strike="noStrike" kern="0" cap="none" spc="0" normalizeH="0" baseline="0" noProof="0" dirty="0" err="1">
                <a:ln>
                  <a:noFill/>
                </a:ln>
                <a:solidFill>
                  <a:srgbClr val="000000"/>
                </a:solidFill>
                <a:effectLst/>
                <a:uLnTx/>
                <a:uFillTx/>
                <a:latin typeface="Bebas Neue" panose="020B0606020202050201" pitchFamily="34" charset="0"/>
                <a:cs typeface="Arial"/>
                <a:sym typeface="Arial"/>
              </a:rPr>
              <a:t>pod</a:t>
            </a:r>
            <a:r>
              <a:rPr kumimoji="0" lang="de-DE" sz="4000" b="1" i="0" u="none" strike="noStrike" kern="0" cap="none" spc="0" normalizeH="0" baseline="0" noProof="0" dirty="0">
                <a:ln>
                  <a:noFill/>
                </a:ln>
                <a:solidFill>
                  <a:srgbClr val="000000"/>
                </a:solidFill>
                <a:effectLst/>
                <a:uLnTx/>
                <a:uFillTx/>
                <a:latin typeface="Bebas Neue" panose="020B0606020202050201" pitchFamily="34" charset="0"/>
                <a:cs typeface="Arial"/>
                <a:sym typeface="Arial"/>
              </a:rPr>
              <a:t>-name container-name</a:t>
            </a:r>
          </a:p>
        </p:txBody>
      </p:sp>
      <p:sp>
        <p:nvSpPr>
          <p:cNvPr id="3" name="TextBox 33">
            <a:extLst>
              <a:ext uri="{FF2B5EF4-FFF2-40B4-BE49-F238E27FC236}">
                <a16:creationId xmlns:a16="http://schemas.microsoft.com/office/drawing/2014/main" id="{5269A0D4-4D30-E99E-F67F-81CE34249811}"/>
              </a:ext>
            </a:extLst>
          </p:cNvPr>
          <p:cNvSpPr txBox="1"/>
          <p:nvPr/>
        </p:nvSpPr>
        <p:spPr>
          <a:xfrm>
            <a:off x="11446815" y="482684"/>
            <a:ext cx="348174" cy="33855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w="0"/>
                <a:solidFill>
                  <a:srgbClr val="F6B73A"/>
                </a:solidFill>
                <a:effectLst/>
                <a:uLnTx/>
                <a:uFillTx/>
                <a:latin typeface="Bebas Neue" charset="0"/>
                <a:ea typeface="Bebas Neue" charset="0"/>
                <a:cs typeface="Bebas Neue" charset="0"/>
                <a:sym typeface="Arial"/>
              </a:rPr>
              <a:t>38</a:t>
            </a:r>
          </a:p>
        </p:txBody>
      </p:sp>
      <p:grpSp>
        <p:nvGrpSpPr>
          <p:cNvPr id="4" name="Группа 30">
            <a:extLst>
              <a:ext uri="{FF2B5EF4-FFF2-40B4-BE49-F238E27FC236}">
                <a16:creationId xmlns:a16="http://schemas.microsoft.com/office/drawing/2014/main" id="{A986BA59-905D-FC06-B4FB-CEEB075F152A}"/>
              </a:ext>
            </a:extLst>
          </p:cNvPr>
          <p:cNvGrpSpPr/>
          <p:nvPr/>
        </p:nvGrpSpPr>
        <p:grpSpPr>
          <a:xfrm>
            <a:off x="11319310" y="359343"/>
            <a:ext cx="603183" cy="603183"/>
            <a:chOff x="8489482" y="269507"/>
            <a:chExt cx="452387" cy="452387"/>
          </a:xfrm>
        </p:grpSpPr>
        <p:sp>
          <p:nvSpPr>
            <p:cNvPr id="5" name="Овал 32">
              <a:extLst>
                <a:ext uri="{FF2B5EF4-FFF2-40B4-BE49-F238E27FC236}">
                  <a16:creationId xmlns:a16="http://schemas.microsoft.com/office/drawing/2014/main" id="{25C671B7-ACF2-B81E-BF37-965BE6F77163}"/>
                </a:ext>
              </a:extLst>
            </p:cNvPr>
            <p:cNvSpPr/>
            <p:nvPr/>
          </p:nvSpPr>
          <p:spPr>
            <a:xfrm>
              <a:off x="8489482" y="269507"/>
              <a:ext cx="452387" cy="452387"/>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endParaRPr kumimoji="0" lang="ru-RU" sz="1800" b="0" i="0" u="none" strike="noStrike" kern="1200" cap="none" spc="0" normalizeH="0" baseline="0" noProof="0">
                <a:ln>
                  <a:noFill/>
                </a:ln>
                <a:solidFill>
                  <a:srgbClr val="000000"/>
                </a:solidFill>
                <a:effectLst/>
                <a:uLnTx/>
                <a:uFillTx/>
                <a:latin typeface="Calibri" panose="020F0502020204030204"/>
                <a:ea typeface="+mn-ea"/>
                <a:cs typeface="+mn-cs"/>
                <a:sym typeface="Arial"/>
              </a:endParaRPr>
            </a:p>
          </p:txBody>
        </p:sp>
        <p:sp>
          <p:nvSpPr>
            <p:cNvPr id="6" name="TextBox 33">
              <a:extLst>
                <a:ext uri="{FF2B5EF4-FFF2-40B4-BE49-F238E27FC236}">
                  <a16:creationId xmlns:a16="http://schemas.microsoft.com/office/drawing/2014/main" id="{1D3C50B2-4CE6-4BBF-96A0-01C8991EBE6B}"/>
                </a:ext>
              </a:extLst>
            </p:cNvPr>
            <p:cNvSpPr txBox="1"/>
            <p:nvPr/>
          </p:nvSpPr>
          <p:spPr>
            <a:xfrm>
              <a:off x="8585111" y="362013"/>
              <a:ext cx="261130" cy="253915"/>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 typeface="Arial"/>
                <a:buNone/>
                <a:tabLst/>
                <a:defRPr/>
              </a:pPr>
              <a:r>
                <a:rPr kumimoji="0" lang="en-US" sz="1600" b="0" i="0" u="none" strike="noStrike" kern="1200" cap="none" spc="0" normalizeH="0" baseline="0" noProof="0" dirty="0">
                  <a:ln w="0"/>
                  <a:solidFill>
                    <a:srgbClr val="F6B73A"/>
                  </a:solidFill>
                  <a:effectLst/>
                  <a:uLnTx/>
                  <a:uFillTx/>
                  <a:latin typeface="Bebas Neue" charset="0"/>
                  <a:ea typeface="Bebas Neue" charset="0"/>
                  <a:cs typeface="Bebas Neue" charset="0"/>
                  <a:sym typeface="Arial"/>
                </a:rPr>
                <a:t>27</a:t>
              </a:r>
            </a:p>
          </p:txBody>
        </p:sp>
      </p:grpSp>
    </p:spTree>
    <p:extLst>
      <p:ext uri="{BB962C8B-B14F-4D97-AF65-F5344CB8AC3E}">
        <p14:creationId xmlns:p14="http://schemas.microsoft.com/office/powerpoint/2010/main" val="3603788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60782486-B2DA-40B6-8459-598F968CB8A6}"/>
              </a:ext>
            </a:extLst>
          </p:cNvPr>
          <p:cNvPicPr>
            <a:picLocks noChangeAspect="1"/>
          </p:cNvPicPr>
          <p:nvPr/>
        </p:nvPicPr>
        <p:blipFill>
          <a:blip r:embed="rId2"/>
          <a:stretch>
            <a:fillRect/>
          </a:stretch>
        </p:blipFill>
        <p:spPr>
          <a:xfrm>
            <a:off x="2880864" y="3033657"/>
            <a:ext cx="6430272" cy="790685"/>
          </a:xfrm>
          <a:prstGeom prst="rect">
            <a:avLst/>
          </a:prstGeom>
        </p:spPr>
      </p:pic>
    </p:spTree>
    <p:extLst>
      <p:ext uri="{BB962C8B-B14F-4D97-AF65-F5344CB8AC3E}">
        <p14:creationId xmlns:p14="http://schemas.microsoft.com/office/powerpoint/2010/main" val="1768176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3814F57C-6FC8-5734-298C-2B2066FB3084}"/>
              </a:ext>
            </a:extLst>
          </p:cNvPr>
          <p:cNvPicPr>
            <a:picLocks noChangeAspect="1"/>
          </p:cNvPicPr>
          <p:nvPr/>
        </p:nvPicPr>
        <p:blipFill>
          <a:blip r:embed="rId2"/>
          <a:stretch>
            <a:fillRect/>
          </a:stretch>
        </p:blipFill>
        <p:spPr>
          <a:xfrm>
            <a:off x="2895153" y="3014604"/>
            <a:ext cx="6401693" cy="828791"/>
          </a:xfrm>
          <a:prstGeom prst="rect">
            <a:avLst/>
          </a:prstGeom>
        </p:spPr>
      </p:pic>
    </p:spTree>
    <p:extLst>
      <p:ext uri="{BB962C8B-B14F-4D97-AF65-F5344CB8AC3E}">
        <p14:creationId xmlns:p14="http://schemas.microsoft.com/office/powerpoint/2010/main" val="30066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feld 25"/>
          <p:cNvSpPr txBox="1"/>
          <p:nvPr/>
        </p:nvSpPr>
        <p:spPr>
          <a:xfrm>
            <a:off x="6657093" y="6547224"/>
            <a:ext cx="5122751" cy="290942"/>
          </a:xfrm>
          <a:prstGeom prst="rect">
            <a:avLst/>
          </a:prstGeom>
          <a:noFill/>
        </p:spPr>
        <p:txBody>
          <a:bodyPr wrap="square" lIns="108843" tIns="54422" rIns="108843" bIns="54422"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76" b="0" i="0" u="none" strike="noStrike" kern="1200" cap="none" spc="0" normalizeH="0" baseline="0" noProof="0" dirty="0">
                <a:ln>
                  <a:noFill/>
                </a:ln>
                <a:solidFill>
                  <a:prstClr val="white"/>
                </a:solidFill>
                <a:effectLst/>
                <a:uLnTx/>
                <a:uFillTx/>
                <a:latin typeface="Calibri" panose="020F0502020204030204"/>
                <a:ea typeface="+mn-ea"/>
                <a:cs typeface="+mn-cs"/>
              </a:rPr>
              <a:t>New Elements GmbH</a:t>
            </a:r>
          </a:p>
        </p:txBody>
      </p:sp>
      <p:sp>
        <p:nvSpPr>
          <p:cNvPr id="2" name="Titel 1"/>
          <p:cNvSpPr>
            <a:spLocks noGrp="1"/>
          </p:cNvSpPr>
          <p:nvPr>
            <p:ph type="title"/>
          </p:nvPr>
        </p:nvSpPr>
        <p:spPr>
          <a:xfrm>
            <a:off x="-1" y="-18892"/>
            <a:ext cx="12192001" cy="6892382"/>
          </a:xfrm>
        </p:spPr>
        <p:txBody>
          <a:bodyPr/>
          <a:lstStyle/>
          <a:p>
            <a:endParaRPr lang="de-DE" dirty="0"/>
          </a:p>
        </p:txBody>
      </p:sp>
      <p:pic>
        <p:nvPicPr>
          <p:cNvPr id="4" name="Grafik 3">
            <a:extLst>
              <a:ext uri="{FF2B5EF4-FFF2-40B4-BE49-F238E27FC236}">
                <a16:creationId xmlns:a16="http://schemas.microsoft.com/office/drawing/2014/main" id="{EBE40142-E40B-4B24-AA07-89D2F38B1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96" y="-1701"/>
            <a:ext cx="12148804" cy="6858000"/>
          </a:xfrm>
          <a:prstGeom prst="rect">
            <a:avLst/>
          </a:prstGeom>
        </p:spPr>
      </p:pic>
      <p:sp>
        <p:nvSpPr>
          <p:cNvPr id="12" name="Rechteck 11">
            <a:extLst>
              <a:ext uri="{FF2B5EF4-FFF2-40B4-BE49-F238E27FC236}">
                <a16:creationId xmlns:a16="http://schemas.microsoft.com/office/drawing/2014/main" id="{3F49C042-42A5-4407-8B43-822E793FDE85}"/>
              </a:ext>
            </a:extLst>
          </p:cNvPr>
          <p:cNvSpPr/>
          <p:nvPr/>
        </p:nvSpPr>
        <p:spPr>
          <a:xfrm>
            <a:off x="0" y="-36083"/>
            <a:ext cx="12190412" cy="6857105"/>
          </a:xfrm>
          <a:prstGeom prst="rect">
            <a:avLst/>
          </a:prstGeom>
          <a:solidFill>
            <a:schemeClr val="tx1">
              <a:alpha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de-DE" sz="1800" b="0" i="0" u="none" strike="noStrike" kern="1200" cap="none" spc="0" normalizeH="0" baseline="0" noProof="0" dirty="0" err="1">
              <a:ln>
                <a:noFill/>
              </a:ln>
              <a:solidFill>
                <a:prstClr val="white"/>
              </a:solidFill>
              <a:effectLst/>
              <a:uLnTx/>
              <a:uFillTx/>
              <a:latin typeface="Calibri" panose="020F0502020204030204"/>
              <a:ea typeface="+mn-ea"/>
              <a:cs typeface="+mn-cs"/>
            </a:endParaRPr>
          </a:p>
        </p:txBody>
      </p:sp>
      <p:pic>
        <p:nvPicPr>
          <p:cNvPr id="6" name="Grafik 5">
            <a:extLst>
              <a:ext uri="{FF2B5EF4-FFF2-40B4-BE49-F238E27FC236}">
                <a16:creationId xmlns:a16="http://schemas.microsoft.com/office/drawing/2014/main" id="{6335C2B7-05E3-4521-ADE9-918D3E6841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751" y="137013"/>
            <a:ext cx="2857500" cy="819150"/>
          </a:xfrm>
          <a:prstGeom prst="rect">
            <a:avLst/>
          </a:prstGeom>
        </p:spPr>
      </p:pic>
      <p:grpSp>
        <p:nvGrpSpPr>
          <p:cNvPr id="13" name="Gruppieren 12">
            <a:extLst>
              <a:ext uri="{FF2B5EF4-FFF2-40B4-BE49-F238E27FC236}">
                <a16:creationId xmlns:a16="http://schemas.microsoft.com/office/drawing/2014/main" id="{B154D851-248B-40A4-A8EF-EF20817EE3FD}"/>
              </a:ext>
            </a:extLst>
          </p:cNvPr>
          <p:cNvGrpSpPr/>
          <p:nvPr/>
        </p:nvGrpSpPr>
        <p:grpSpPr>
          <a:xfrm>
            <a:off x="224856" y="1797165"/>
            <a:ext cx="2667461" cy="2319906"/>
            <a:chOff x="2017194" y="635620"/>
            <a:chExt cx="2165657" cy="914401"/>
          </a:xfrm>
        </p:grpSpPr>
        <p:cxnSp>
          <p:nvCxnSpPr>
            <p:cNvPr id="14" name="Gerader Verbinder 13">
              <a:extLst>
                <a:ext uri="{FF2B5EF4-FFF2-40B4-BE49-F238E27FC236}">
                  <a16:creationId xmlns:a16="http://schemas.microsoft.com/office/drawing/2014/main" id="{50CC1B73-764E-45B4-AED5-E68C25EFA938}"/>
                </a:ext>
              </a:extLst>
            </p:cNvPr>
            <p:cNvCxnSpPr>
              <a:cxnSpLocks/>
            </p:cNvCxnSpPr>
            <p:nvPr/>
          </p:nvCxnSpPr>
          <p:spPr>
            <a:xfrm flipV="1">
              <a:off x="4182851" y="635620"/>
              <a:ext cx="0" cy="141123"/>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9741F18-3027-47A2-9DB5-30EC8F6BBE3F}"/>
                </a:ext>
              </a:extLst>
            </p:cNvPr>
            <p:cNvCxnSpPr>
              <a:cxnSpLocks/>
            </p:cNvCxnSpPr>
            <p:nvPr/>
          </p:nvCxnSpPr>
          <p:spPr>
            <a:xfrm flipH="1">
              <a:off x="2017194" y="635620"/>
              <a:ext cx="2142210" cy="0"/>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671C6A31-9721-4B3A-B6F7-D5FCA9554E03}"/>
                </a:ext>
              </a:extLst>
            </p:cNvPr>
            <p:cNvCxnSpPr/>
            <p:nvPr/>
          </p:nvCxnSpPr>
          <p:spPr>
            <a:xfrm flipV="1">
              <a:off x="2017194" y="635620"/>
              <a:ext cx="0" cy="914400"/>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48CD30D6-7191-41B1-B9B2-3FE13F49B1F6}"/>
                </a:ext>
              </a:extLst>
            </p:cNvPr>
            <p:cNvCxnSpPr>
              <a:cxnSpLocks/>
            </p:cNvCxnSpPr>
            <p:nvPr/>
          </p:nvCxnSpPr>
          <p:spPr>
            <a:xfrm flipH="1">
              <a:off x="2017194" y="1550020"/>
              <a:ext cx="2142210" cy="0"/>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A301A9DF-7947-4873-9D7F-71B4AB414DDC}"/>
                </a:ext>
              </a:extLst>
            </p:cNvPr>
            <p:cNvCxnSpPr>
              <a:cxnSpLocks/>
            </p:cNvCxnSpPr>
            <p:nvPr/>
          </p:nvCxnSpPr>
          <p:spPr>
            <a:xfrm flipV="1">
              <a:off x="4182851" y="1294263"/>
              <a:ext cx="0" cy="255758"/>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grpSp>
      <p:sp>
        <p:nvSpPr>
          <p:cNvPr id="20" name="Rechteck 19">
            <a:extLst>
              <a:ext uri="{FF2B5EF4-FFF2-40B4-BE49-F238E27FC236}">
                <a16:creationId xmlns:a16="http://schemas.microsoft.com/office/drawing/2014/main" id="{71A7EBE4-7087-48F4-AA71-C9E41525BD6E}"/>
              </a:ext>
            </a:extLst>
          </p:cNvPr>
          <p:cNvSpPr/>
          <p:nvPr/>
        </p:nvSpPr>
        <p:spPr>
          <a:xfrm>
            <a:off x="2513955" y="2174654"/>
            <a:ext cx="2466655" cy="13071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180000" tIns="72000" rIns="180000" bIns="108000" rtlCol="0" anchor="ctr">
            <a:sp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r>
              <a:rPr kumimoji="0" lang="de-DE" sz="3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Ben</a:t>
            </a:r>
          </a:p>
          <a:p>
            <a:pPr marL="0" marR="0" lvl="0" indent="0" algn="l" defTabSz="914400" rtl="0" eaLnBrk="1" fontAlgn="auto" latinLnBrk="0" hangingPunct="1">
              <a:lnSpc>
                <a:spcPct val="90000"/>
              </a:lnSpc>
              <a:spcBef>
                <a:spcPts val="0"/>
              </a:spcBef>
              <a:spcAft>
                <a:spcPts val="1000"/>
              </a:spcAft>
              <a:buClrTx/>
              <a:buSzTx/>
              <a:buFontTx/>
              <a:buNone/>
              <a:tabLst/>
              <a:defRPr/>
            </a:pPr>
            <a:r>
              <a:rPr lang="de-DE" sz="3600" b="1" kern="1200" dirty="0">
                <a:solidFill>
                  <a:prstClr val="white"/>
                </a:solidFill>
                <a:latin typeface="Arial" panose="020B0604020202020204" pitchFamily="34" charset="0"/>
                <a:cs typeface="Arial" panose="020B0604020202020204" pitchFamily="34" charset="0"/>
              </a:rPr>
              <a:t>Cöppicus</a:t>
            </a:r>
            <a:endParaRPr kumimoji="0" lang="de-DE" sz="3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 name="Rechteck 20">
            <a:extLst>
              <a:ext uri="{FF2B5EF4-FFF2-40B4-BE49-F238E27FC236}">
                <a16:creationId xmlns:a16="http://schemas.microsoft.com/office/drawing/2014/main" id="{420C86D9-FED9-4C24-8DA1-8F7E9B68586A}"/>
              </a:ext>
            </a:extLst>
          </p:cNvPr>
          <p:cNvSpPr/>
          <p:nvPr/>
        </p:nvSpPr>
        <p:spPr>
          <a:xfrm>
            <a:off x="9966821" y="4631215"/>
            <a:ext cx="2428875" cy="212365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rPr>
              <a:t>IT-Schulungen</a:t>
            </a:r>
            <a:r>
              <a:rPr kumimoji="0" lang="de-DE" sz="1200" b="1" i="0" u="none" strike="noStrike" kern="1200" cap="none" spc="0" normalizeH="0" baseline="0" noProof="0" dirty="0">
                <a:ln>
                  <a:noFill/>
                </a:ln>
                <a:solidFill>
                  <a:srgbClr val="FE991B"/>
                </a:solidFill>
                <a:effectLst/>
                <a:uLnTx/>
                <a:uFillTx/>
                <a:latin typeface="Segoe UI Light" panose="020B0502040204020203" pitchFamily="34" charset="0"/>
                <a:ea typeface="+mn-ea"/>
                <a:cs typeface="Segoe UI Light" panose="020B0502040204020203" pitchFamily="34" charset="0"/>
              </a:rPr>
              <a:t>.</a:t>
            </a:r>
            <a:r>
              <a:rPr kumimoji="0" lang="de-DE" sz="1200" b="1"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rPr>
              <a:t>com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1"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rPr>
              <a:t>New Elements GmbH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rPr>
              <a:t>Thurn-und-Taxis-Straße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rPr>
              <a:t>D -90411 Nürnberg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rPr>
              <a:t>Fon</a:t>
            </a:r>
            <a:r>
              <a:rPr kumimoji="0" lang="en-US" sz="1200" b="0"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rPr>
              <a:t>.  +49 (0) 911 65 00 83 41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rPr>
              <a:t>Fax.   +49 (0) 911 65 00 83 99</a:t>
            </a:r>
            <a:endParaRPr kumimoji="0" lang="de-DE" sz="1200" b="0"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rPr>
              <a:t>Web. www.IT-Schulungen.com </a:t>
            </a:r>
            <a:br>
              <a:rPr kumimoji="0" lang="de-DE" sz="1200" b="0"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rPr>
            </a:br>
            <a:r>
              <a:rPr kumimoji="0" lang="de-DE" sz="1200" b="0" i="0" u="none" strike="noStrike" kern="1200" cap="none" spc="0" normalizeH="0" baseline="0" noProof="0" dirty="0">
                <a:ln>
                  <a:noFill/>
                </a:ln>
                <a:solidFill>
                  <a:prstClr val="white">
                    <a:lumMod val="95000"/>
                  </a:prstClr>
                </a:solidFill>
                <a:effectLst/>
                <a:uLnTx/>
                <a:uFillTx/>
                <a:latin typeface="Segoe UI Light" panose="020B0502040204020203" pitchFamily="34" charset="0"/>
                <a:ea typeface="+mn-ea"/>
                <a:cs typeface="Segoe UI Light" panose="020B0502040204020203" pitchFamily="34" charset="0"/>
              </a:rPr>
              <a:t>Mail. info@it-schulungen.com</a:t>
            </a:r>
          </a:p>
        </p:txBody>
      </p:sp>
      <p:cxnSp>
        <p:nvCxnSpPr>
          <p:cNvPr id="22" name="Gerader Verbinder 21">
            <a:extLst>
              <a:ext uri="{FF2B5EF4-FFF2-40B4-BE49-F238E27FC236}">
                <a16:creationId xmlns:a16="http://schemas.microsoft.com/office/drawing/2014/main" id="{3925A140-1865-41F9-98BD-2EE1790C0B6A}"/>
              </a:ext>
            </a:extLst>
          </p:cNvPr>
          <p:cNvCxnSpPr>
            <a:cxnSpLocks/>
          </p:cNvCxnSpPr>
          <p:nvPr/>
        </p:nvCxnSpPr>
        <p:spPr>
          <a:xfrm flipV="1">
            <a:off x="3307897" y="46689"/>
            <a:ext cx="0" cy="1060704"/>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sp>
        <p:nvSpPr>
          <p:cNvPr id="23" name="Rechteck 22">
            <a:extLst>
              <a:ext uri="{FF2B5EF4-FFF2-40B4-BE49-F238E27FC236}">
                <a16:creationId xmlns:a16="http://schemas.microsoft.com/office/drawing/2014/main" id="{A712F2CC-EDC4-4414-BBAC-B33000C6598E}"/>
              </a:ext>
            </a:extLst>
          </p:cNvPr>
          <p:cNvSpPr/>
          <p:nvPr/>
        </p:nvSpPr>
        <p:spPr>
          <a:xfrm>
            <a:off x="3438819" y="-27696"/>
            <a:ext cx="8956875" cy="1275495"/>
          </a:xfrm>
          <a:prstGeom prst="rect">
            <a:avLst/>
          </a:prstGeom>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baseline="0" noProof="1">
                <a:ln>
                  <a:noFill/>
                </a:ln>
                <a:solidFill>
                  <a:prstClr val="white"/>
                </a:solidFill>
                <a:effectLst/>
                <a:uLnTx/>
                <a:uFillTx/>
                <a:latin typeface="Segoe UI Light" panose="020B0502040204020203" pitchFamily="34" charset="0"/>
                <a:ea typeface="+mn-ea"/>
                <a:cs typeface="Segoe UI Light" panose="020B0502040204020203" pitchFamily="34" charset="0"/>
              </a:rPr>
              <a:t>Vielen Dank für Ihre Teilnahme!</a:t>
            </a:r>
            <a:br>
              <a:rPr kumimoji="0" lang="de-DE" sz="3200" b="0" i="0" u="none" strike="noStrike" kern="1200" cap="none" spc="0" normalizeH="0" baseline="0" noProof="1">
                <a:ln>
                  <a:noFill/>
                </a:ln>
                <a:solidFill>
                  <a:prstClr val="white"/>
                </a:solidFill>
                <a:effectLst/>
                <a:uLnTx/>
                <a:uFillTx/>
                <a:latin typeface="Segoe UI Light" panose="020B0502040204020203" pitchFamily="34" charset="0"/>
                <a:ea typeface="+mn-ea"/>
                <a:cs typeface="Segoe UI Light" panose="020B0502040204020203" pitchFamily="34" charset="0"/>
              </a:rPr>
            </a:br>
            <a:r>
              <a:rPr kumimoji="0" lang="de-DE" sz="2800" b="0" i="0" u="none" strike="noStrike" kern="1200" cap="none" spc="0" normalizeH="0" baseline="0" noProof="1">
                <a:ln>
                  <a:noFill/>
                </a:ln>
                <a:solidFill>
                  <a:prstClr val="white"/>
                </a:solidFill>
                <a:effectLst/>
                <a:uLnTx/>
                <a:uFillTx/>
                <a:latin typeface="Segoe UI Light" panose="020B0502040204020203" pitchFamily="34" charset="0"/>
                <a:ea typeface="+mn-ea"/>
                <a:cs typeface="Segoe UI Light" panose="020B0502040204020203" pitchFamily="34" charset="0"/>
              </a:rPr>
              <a:t>Ihr Referent und das Team von IT-Schulungen.com</a:t>
            </a:r>
          </a:p>
        </p:txBody>
      </p:sp>
    </p:spTree>
    <p:extLst>
      <p:ext uri="{BB962C8B-B14F-4D97-AF65-F5344CB8AC3E}">
        <p14:creationId xmlns:p14="http://schemas.microsoft.com/office/powerpoint/2010/main" val="1456060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feld 25"/>
          <p:cNvSpPr txBox="1"/>
          <p:nvPr/>
        </p:nvSpPr>
        <p:spPr>
          <a:xfrm>
            <a:off x="6657093" y="6547224"/>
            <a:ext cx="5122751" cy="290942"/>
          </a:xfrm>
          <a:prstGeom prst="rect">
            <a:avLst/>
          </a:prstGeom>
          <a:noFill/>
        </p:spPr>
        <p:txBody>
          <a:bodyPr wrap="square" lIns="108843" tIns="54422" rIns="108843" bIns="54422"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76" b="0" i="0" u="none" strike="noStrike" kern="1200" cap="none" spc="0" normalizeH="0" baseline="0" noProof="0" dirty="0">
                <a:ln>
                  <a:noFill/>
                </a:ln>
                <a:solidFill>
                  <a:prstClr val="white"/>
                </a:solidFill>
                <a:effectLst/>
                <a:uLnTx/>
                <a:uFillTx/>
                <a:latin typeface="Calibri" panose="020F0502020204030204"/>
                <a:ea typeface="+mn-ea"/>
                <a:cs typeface="+mn-cs"/>
              </a:rPr>
              <a:t>New Elements GmbH</a:t>
            </a:r>
          </a:p>
        </p:txBody>
      </p:sp>
      <p:sp>
        <p:nvSpPr>
          <p:cNvPr id="2" name="Titel 1"/>
          <p:cNvSpPr>
            <a:spLocks noGrp="1"/>
          </p:cNvSpPr>
          <p:nvPr>
            <p:ph type="title"/>
          </p:nvPr>
        </p:nvSpPr>
        <p:spPr>
          <a:xfrm>
            <a:off x="-1" y="-18892"/>
            <a:ext cx="12192001" cy="6892382"/>
          </a:xfrm>
        </p:spPr>
        <p:txBody>
          <a:bodyPr/>
          <a:lstStyle/>
          <a:p>
            <a:endParaRPr lang="de-DE" dirty="0"/>
          </a:p>
        </p:txBody>
      </p:sp>
      <p:pic>
        <p:nvPicPr>
          <p:cNvPr id="4" name="Grafik 3">
            <a:extLst>
              <a:ext uri="{FF2B5EF4-FFF2-40B4-BE49-F238E27FC236}">
                <a16:creationId xmlns:a16="http://schemas.microsoft.com/office/drawing/2014/main" id="{EBE40142-E40B-4B24-AA07-89D2F38B1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96" y="-1701"/>
            <a:ext cx="12148804" cy="6858000"/>
          </a:xfrm>
          <a:prstGeom prst="rect">
            <a:avLst/>
          </a:prstGeom>
        </p:spPr>
      </p:pic>
      <p:sp>
        <p:nvSpPr>
          <p:cNvPr id="24" name="Rechteck 23">
            <a:extLst>
              <a:ext uri="{FF2B5EF4-FFF2-40B4-BE49-F238E27FC236}">
                <a16:creationId xmlns:a16="http://schemas.microsoft.com/office/drawing/2014/main" id="{12FC4DEC-B289-4B8D-B2C7-FDFC94D4BC7B}"/>
              </a:ext>
            </a:extLst>
          </p:cNvPr>
          <p:cNvSpPr/>
          <p:nvPr/>
        </p:nvSpPr>
        <p:spPr>
          <a:xfrm>
            <a:off x="-1" y="-1702"/>
            <a:ext cx="12190412" cy="6858001"/>
          </a:xfrm>
          <a:prstGeom prst="rect">
            <a:avLst/>
          </a:prstGeom>
          <a:solidFill>
            <a:schemeClr val="tx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en-US" sz="1800" b="0" i="0" u="none" strike="noStrike" kern="1200" cap="none" spc="0" normalizeH="0" baseline="0" noProof="1">
              <a:ln>
                <a:noFill/>
              </a:ln>
              <a:solidFill>
                <a:prstClr val="white"/>
              </a:solidFill>
              <a:effectLst/>
              <a:uLnTx/>
              <a:uFillTx/>
              <a:latin typeface="Calibri" panose="020F0502020204030204"/>
              <a:ea typeface="+mn-ea"/>
              <a:cs typeface="+mn-cs"/>
            </a:endParaRPr>
          </a:p>
        </p:txBody>
      </p:sp>
      <p:pic>
        <p:nvPicPr>
          <p:cNvPr id="6" name="Grafik 5">
            <a:extLst>
              <a:ext uri="{FF2B5EF4-FFF2-40B4-BE49-F238E27FC236}">
                <a16:creationId xmlns:a16="http://schemas.microsoft.com/office/drawing/2014/main" id="{6335C2B7-05E3-4521-ADE9-918D3E6841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751" y="137013"/>
            <a:ext cx="2857500" cy="819150"/>
          </a:xfrm>
          <a:prstGeom prst="rect">
            <a:avLst/>
          </a:prstGeom>
        </p:spPr>
      </p:pic>
      <p:cxnSp>
        <p:nvCxnSpPr>
          <p:cNvPr id="22" name="Gerader Verbinder 21">
            <a:extLst>
              <a:ext uri="{FF2B5EF4-FFF2-40B4-BE49-F238E27FC236}">
                <a16:creationId xmlns:a16="http://schemas.microsoft.com/office/drawing/2014/main" id="{3925A140-1865-41F9-98BD-2EE1790C0B6A}"/>
              </a:ext>
            </a:extLst>
          </p:cNvPr>
          <p:cNvCxnSpPr>
            <a:cxnSpLocks/>
          </p:cNvCxnSpPr>
          <p:nvPr/>
        </p:nvCxnSpPr>
        <p:spPr>
          <a:xfrm flipV="1">
            <a:off x="3055697" y="137013"/>
            <a:ext cx="0" cy="1060704"/>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sp>
        <p:nvSpPr>
          <p:cNvPr id="23" name="Rechteck 22">
            <a:extLst>
              <a:ext uri="{FF2B5EF4-FFF2-40B4-BE49-F238E27FC236}">
                <a16:creationId xmlns:a16="http://schemas.microsoft.com/office/drawing/2014/main" id="{A712F2CC-EDC4-4414-BBAC-B33000C6598E}"/>
              </a:ext>
            </a:extLst>
          </p:cNvPr>
          <p:cNvSpPr/>
          <p:nvPr/>
        </p:nvSpPr>
        <p:spPr>
          <a:xfrm>
            <a:off x="3189901" y="-77778"/>
            <a:ext cx="4125299" cy="1275495"/>
          </a:xfrm>
          <a:prstGeom prst="rect">
            <a:avLst/>
          </a:prstGeom>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baseline="0" noProof="1">
                <a:ln>
                  <a:noFill/>
                </a:ln>
                <a:solidFill>
                  <a:prstClr val="white"/>
                </a:solidFill>
                <a:effectLst/>
                <a:uLnTx/>
                <a:uFillTx/>
                <a:latin typeface="Segoe UI Light" panose="020B0502040204020203" pitchFamily="34" charset="0"/>
                <a:ea typeface="+mn-ea"/>
                <a:cs typeface="Segoe UI Light" panose="020B0502040204020203" pitchFamily="34" charset="0"/>
              </a:rPr>
              <a:t>Ihr Digital Open Badge</a:t>
            </a:r>
            <a:endParaRPr kumimoji="0" lang="de-DE" sz="2000" b="0" i="0" u="none" strike="noStrike" kern="1200" cap="none" spc="0" normalizeH="0" baseline="0" noProof="1">
              <a:ln>
                <a:noFill/>
              </a:ln>
              <a:solidFill>
                <a:prstClr val="white"/>
              </a:solidFill>
              <a:effectLst/>
              <a:uLnTx/>
              <a:uFillTx/>
              <a:latin typeface="Segoe UI Light" panose="020B0502040204020203" pitchFamily="34" charset="0"/>
              <a:ea typeface="+mn-ea"/>
              <a:cs typeface="Segoe UI Light" panose="020B0502040204020203" pitchFamily="34" charset="0"/>
            </a:endParaRPr>
          </a:p>
        </p:txBody>
      </p:sp>
      <p:sp>
        <p:nvSpPr>
          <p:cNvPr id="19" name="Rechteck 18">
            <a:extLst>
              <a:ext uri="{FF2B5EF4-FFF2-40B4-BE49-F238E27FC236}">
                <a16:creationId xmlns:a16="http://schemas.microsoft.com/office/drawing/2014/main" id="{9B1C90C4-2012-4F60-B85D-F3E657715A47}"/>
              </a:ext>
            </a:extLst>
          </p:cNvPr>
          <p:cNvSpPr/>
          <p:nvPr/>
        </p:nvSpPr>
        <p:spPr>
          <a:xfrm>
            <a:off x="133428" y="1492688"/>
            <a:ext cx="5718702" cy="3004457"/>
          </a:xfrm>
          <a:prstGeom prst="rect">
            <a:avLst/>
          </a:prstGeom>
          <a:noFill/>
          <a:ln w="76200" cap="sq">
            <a:gradFill>
              <a:gsLst>
                <a:gs pos="21000">
                  <a:schemeClr val="accent1">
                    <a:lumMod val="5000"/>
                    <a:lumOff val="95000"/>
                  </a:schemeClr>
                </a:gs>
                <a:gs pos="89000">
                  <a:schemeClr val="bg1">
                    <a:alpha val="0"/>
                  </a:schemeClr>
                </a:gs>
              </a:gsLst>
              <a:lin ang="4200000" scaled="0"/>
            </a:gra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90000"/>
              </a:lnSpc>
              <a:spcBef>
                <a:spcPts val="0"/>
              </a:spcBef>
              <a:spcAft>
                <a:spcPts val="1000"/>
              </a:spcAft>
              <a:buClrTx/>
              <a:buSzTx/>
              <a:buFontTx/>
              <a:buNone/>
              <a:tabLst/>
              <a:defRPr/>
            </a:pPr>
            <a:endParaRPr kumimoji="0" lang="de-DE" sz="1800" b="0" i="0" u="none" strike="noStrike" kern="1200" cap="none" spc="0" normalizeH="0" baseline="0" noProof="0" dirty="0" err="1">
              <a:ln>
                <a:noFill/>
              </a:ln>
              <a:solidFill>
                <a:prstClr val="white"/>
              </a:solidFill>
              <a:effectLst/>
              <a:uLnTx/>
              <a:uFillTx/>
              <a:latin typeface="Calibri" panose="020F0502020204030204"/>
              <a:ea typeface="+mn-ea"/>
              <a:cs typeface="+mn-cs"/>
            </a:endParaRPr>
          </a:p>
        </p:txBody>
      </p:sp>
      <p:pic>
        <p:nvPicPr>
          <p:cNvPr id="7" name="Grafik 6">
            <a:extLst>
              <a:ext uri="{FF2B5EF4-FFF2-40B4-BE49-F238E27FC236}">
                <a16:creationId xmlns:a16="http://schemas.microsoft.com/office/drawing/2014/main" id="{5745A8D6-98A7-4CF1-AD63-E60719C10F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372" y="1526244"/>
            <a:ext cx="5676757" cy="2928086"/>
          </a:xfrm>
          <a:prstGeom prst="rect">
            <a:avLst/>
          </a:prstGeom>
        </p:spPr>
      </p:pic>
      <p:sp>
        <p:nvSpPr>
          <p:cNvPr id="8" name="Textfeld 7">
            <a:extLst>
              <a:ext uri="{FF2B5EF4-FFF2-40B4-BE49-F238E27FC236}">
                <a16:creationId xmlns:a16="http://schemas.microsoft.com/office/drawing/2014/main" id="{8D6E05B7-BFD9-4B9A-B2F7-D476A340AE65}"/>
              </a:ext>
            </a:extLst>
          </p:cNvPr>
          <p:cNvSpPr txBox="1"/>
          <p:nvPr/>
        </p:nvSpPr>
        <p:spPr>
          <a:xfrm>
            <a:off x="5985951" y="1072353"/>
            <a:ext cx="6231906" cy="59093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Ab sofort stehen Ihre Zertifikate für Sie bereit!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In Ihrem persönlichen Bereich „Mein IT-Schulungen.com“ stehen als Nachweis für Ihren Fortbildungserfolg für Sie bereit:</a:t>
            </a:r>
            <a:b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br>
            <a:endPar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	Ihr Zertifikat im PDF-Format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	Ihr persönlicher „Open Badge“ (Mehr Infos zu Badges)</a:t>
            </a:r>
            <a:b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br>
            <a:endPar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Jetzt Zertifikat und Badge abholen!</a:t>
            </a:r>
            <a:b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br>
            <a:endPar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Falls Sie noch keinen Account bei „Mein IT-Schulungen.com“ besitzen, ist eine Registrierung erforderlich. Benutzen Sie dabei unbedingt dieselbe E-Mail-Adresse, wie Sie an dieser Schulung angemeldet wurden und wählen Sie Ihr persönliches Passwort. </a:t>
            </a:r>
            <a:b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br>
            <a:b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br>
            <a: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Falls dies nicht möglich sein sollte, kontaktieren sie uns unter Telefon: 0911-65008-30  oder </a:t>
            </a:r>
            <a:b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br>
            <a: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Email: info@it-schulungen.com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Segoe UI Light" panose="020B0502040204020203" pitchFamily="34" charset="0"/>
              <a:ea typeface="+mn-ea"/>
              <a:cs typeface="Segoe UI Light" panose="020B0502040204020203" pitchFamily="34" charset="0"/>
            </a:endParaRPr>
          </a:p>
        </p:txBody>
      </p:sp>
      <p:grpSp>
        <p:nvGrpSpPr>
          <p:cNvPr id="25" name="Gruppieren 24">
            <a:extLst>
              <a:ext uri="{FF2B5EF4-FFF2-40B4-BE49-F238E27FC236}">
                <a16:creationId xmlns:a16="http://schemas.microsoft.com/office/drawing/2014/main" id="{236C4540-0432-4905-818B-5259D850439F}"/>
              </a:ext>
            </a:extLst>
          </p:cNvPr>
          <p:cNvGrpSpPr/>
          <p:nvPr/>
        </p:nvGrpSpPr>
        <p:grpSpPr>
          <a:xfrm>
            <a:off x="782445" y="4978034"/>
            <a:ext cx="1634111" cy="1442479"/>
            <a:chOff x="2017194" y="635620"/>
            <a:chExt cx="2165657" cy="914401"/>
          </a:xfrm>
        </p:grpSpPr>
        <p:cxnSp>
          <p:nvCxnSpPr>
            <p:cNvPr id="27" name="Gerader Verbinder 26">
              <a:extLst>
                <a:ext uri="{FF2B5EF4-FFF2-40B4-BE49-F238E27FC236}">
                  <a16:creationId xmlns:a16="http://schemas.microsoft.com/office/drawing/2014/main" id="{2BA52510-6E94-4C6F-ABF3-B78FFBF42D51}"/>
                </a:ext>
              </a:extLst>
            </p:cNvPr>
            <p:cNvCxnSpPr>
              <a:cxnSpLocks/>
            </p:cNvCxnSpPr>
            <p:nvPr/>
          </p:nvCxnSpPr>
          <p:spPr>
            <a:xfrm flipV="1">
              <a:off x="4182851" y="635620"/>
              <a:ext cx="0" cy="141123"/>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F5427FE4-0736-425D-BE7D-3AABC9964EAD}"/>
                </a:ext>
              </a:extLst>
            </p:cNvPr>
            <p:cNvCxnSpPr>
              <a:cxnSpLocks/>
            </p:cNvCxnSpPr>
            <p:nvPr/>
          </p:nvCxnSpPr>
          <p:spPr>
            <a:xfrm flipH="1">
              <a:off x="2017194" y="635620"/>
              <a:ext cx="2142210" cy="0"/>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5A66CB25-DDF1-4803-A603-CEC3C6DA9F45}"/>
                </a:ext>
              </a:extLst>
            </p:cNvPr>
            <p:cNvCxnSpPr/>
            <p:nvPr/>
          </p:nvCxnSpPr>
          <p:spPr>
            <a:xfrm flipV="1">
              <a:off x="2017194" y="635620"/>
              <a:ext cx="0" cy="914400"/>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F7232012-2602-4718-9743-CE1C2D9ED5A5}"/>
                </a:ext>
              </a:extLst>
            </p:cNvPr>
            <p:cNvCxnSpPr>
              <a:cxnSpLocks/>
            </p:cNvCxnSpPr>
            <p:nvPr/>
          </p:nvCxnSpPr>
          <p:spPr>
            <a:xfrm flipH="1">
              <a:off x="2017194" y="1550020"/>
              <a:ext cx="2142210" cy="0"/>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49A9FC70-803C-4298-976B-7399E7C1D459}"/>
                </a:ext>
              </a:extLst>
            </p:cNvPr>
            <p:cNvCxnSpPr>
              <a:cxnSpLocks/>
            </p:cNvCxnSpPr>
            <p:nvPr/>
          </p:nvCxnSpPr>
          <p:spPr>
            <a:xfrm flipV="1">
              <a:off x="4182851" y="1294263"/>
              <a:ext cx="0" cy="255758"/>
            </a:xfrm>
            <a:prstGeom prst="line">
              <a:avLst/>
            </a:prstGeom>
            <a:ln w="44450" cap="sq">
              <a:solidFill>
                <a:schemeClr val="bg1"/>
              </a:solidFill>
              <a:bevel/>
              <a:tailEnd type="none"/>
            </a:ln>
          </p:spPr>
          <p:style>
            <a:lnRef idx="1">
              <a:schemeClr val="accent1"/>
            </a:lnRef>
            <a:fillRef idx="0">
              <a:schemeClr val="accent1"/>
            </a:fillRef>
            <a:effectRef idx="0">
              <a:schemeClr val="accent1"/>
            </a:effectRef>
            <a:fontRef idx="minor">
              <a:schemeClr val="tx1"/>
            </a:fontRef>
          </p:style>
        </p:cxnSp>
      </p:grpSp>
      <p:sp>
        <p:nvSpPr>
          <p:cNvPr id="32" name="Rechteck 31">
            <a:extLst>
              <a:ext uri="{FF2B5EF4-FFF2-40B4-BE49-F238E27FC236}">
                <a16:creationId xmlns:a16="http://schemas.microsoft.com/office/drawing/2014/main" id="{C34B43E5-DFC8-4904-B4E6-AB2BC1942F40}"/>
              </a:ext>
            </a:extLst>
          </p:cNvPr>
          <p:cNvSpPr/>
          <p:nvPr/>
        </p:nvSpPr>
        <p:spPr>
          <a:xfrm>
            <a:off x="2209706" y="5287267"/>
            <a:ext cx="2517952" cy="6803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180000" tIns="72000" rIns="180000" bIns="108000" rtlCol="0" anchor="ctr">
            <a:sp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r>
              <a:rPr kumimoji="0" lang="de-DE" sz="3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QR CODE</a:t>
            </a:r>
          </a:p>
        </p:txBody>
      </p:sp>
    </p:spTree>
    <p:extLst>
      <p:ext uri="{BB962C8B-B14F-4D97-AF65-F5344CB8AC3E}">
        <p14:creationId xmlns:p14="http://schemas.microsoft.com/office/powerpoint/2010/main" val="35862894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feld 25"/>
          <p:cNvSpPr txBox="1"/>
          <p:nvPr/>
        </p:nvSpPr>
        <p:spPr>
          <a:xfrm>
            <a:off x="6657093" y="6547224"/>
            <a:ext cx="5122751" cy="290942"/>
          </a:xfrm>
          <a:prstGeom prst="rect">
            <a:avLst/>
          </a:prstGeom>
          <a:noFill/>
        </p:spPr>
        <p:txBody>
          <a:bodyPr wrap="square" lIns="108843" tIns="54422" rIns="108843" bIns="54422"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76" b="0" i="0" u="none" strike="noStrike" kern="1200" cap="none" spc="0" normalizeH="0" baseline="0" noProof="0" dirty="0">
                <a:ln>
                  <a:noFill/>
                </a:ln>
                <a:solidFill>
                  <a:prstClr val="white"/>
                </a:solidFill>
                <a:effectLst/>
                <a:uLnTx/>
                <a:uFillTx/>
                <a:latin typeface="Calibri" panose="020F0502020204030204"/>
                <a:ea typeface="+mn-ea"/>
                <a:cs typeface="+mn-cs"/>
              </a:rPr>
              <a:t>New Elements GmbH</a:t>
            </a:r>
          </a:p>
        </p:txBody>
      </p:sp>
      <p:sp>
        <p:nvSpPr>
          <p:cNvPr id="2" name="Titel 1"/>
          <p:cNvSpPr>
            <a:spLocks noGrp="1"/>
          </p:cNvSpPr>
          <p:nvPr>
            <p:ph type="title"/>
          </p:nvPr>
        </p:nvSpPr>
        <p:spPr>
          <a:xfrm>
            <a:off x="-1" y="-18892"/>
            <a:ext cx="12192001" cy="6892382"/>
          </a:xfrm>
        </p:spPr>
        <p:txBody>
          <a:bodyPr/>
          <a:lstStyle/>
          <a:p>
            <a:endParaRPr lang="de-DE" dirty="0"/>
          </a:p>
        </p:txBody>
      </p:sp>
      <p:pic>
        <p:nvPicPr>
          <p:cNvPr id="4" name="Grafik 3">
            <a:extLst>
              <a:ext uri="{FF2B5EF4-FFF2-40B4-BE49-F238E27FC236}">
                <a16:creationId xmlns:a16="http://schemas.microsoft.com/office/drawing/2014/main" id="{EBE40142-E40B-4B24-AA07-89D2F38B1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96" y="-1701"/>
            <a:ext cx="12148804" cy="6858000"/>
          </a:xfrm>
          <a:prstGeom prst="rect">
            <a:avLst/>
          </a:prstGeom>
        </p:spPr>
      </p:pic>
      <p:pic>
        <p:nvPicPr>
          <p:cNvPr id="6" name="Grafik 5">
            <a:extLst>
              <a:ext uri="{FF2B5EF4-FFF2-40B4-BE49-F238E27FC236}">
                <a16:creationId xmlns:a16="http://schemas.microsoft.com/office/drawing/2014/main" id="{6335C2B7-05E3-4521-ADE9-918D3E6841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751" y="137013"/>
            <a:ext cx="2857500" cy="819150"/>
          </a:xfrm>
          <a:prstGeom prst="rect">
            <a:avLst/>
          </a:prstGeom>
        </p:spPr>
      </p:pic>
      <p:grpSp>
        <p:nvGrpSpPr>
          <p:cNvPr id="8" name="Gruppieren 7">
            <a:extLst>
              <a:ext uri="{FF2B5EF4-FFF2-40B4-BE49-F238E27FC236}">
                <a16:creationId xmlns:a16="http://schemas.microsoft.com/office/drawing/2014/main" id="{1EA3564D-FCD3-4985-BD27-E2BC2590A3B2}"/>
              </a:ext>
            </a:extLst>
          </p:cNvPr>
          <p:cNvGrpSpPr/>
          <p:nvPr/>
        </p:nvGrpSpPr>
        <p:grpSpPr>
          <a:xfrm>
            <a:off x="2683705" y="2865565"/>
            <a:ext cx="4464125" cy="1650155"/>
            <a:chOff x="544513" y="1109232"/>
            <a:chExt cx="4464125" cy="1650155"/>
          </a:xfrm>
        </p:grpSpPr>
        <p:sp>
          <p:nvSpPr>
            <p:cNvPr id="9" name="Rechteck 8">
              <a:extLst>
                <a:ext uri="{FF2B5EF4-FFF2-40B4-BE49-F238E27FC236}">
                  <a16:creationId xmlns:a16="http://schemas.microsoft.com/office/drawing/2014/main" id="{151C7BAD-C866-45EE-A5A5-4445B8333253}"/>
                </a:ext>
              </a:extLst>
            </p:cNvPr>
            <p:cNvSpPr/>
            <p:nvPr/>
          </p:nvSpPr>
          <p:spPr>
            <a:xfrm>
              <a:off x="544513" y="1109232"/>
              <a:ext cx="4464125" cy="7357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80000" tIns="72000" rIns="180000" bIns="108000" rtlCol="0" anchor="ctr">
              <a:sp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de-DE" sz="3600" b="1" i="0" u="none" strike="noStrike" kern="1200" cap="none" spc="0" normalizeH="0" baseline="0" noProof="0" dirty="0">
                  <a:ln>
                    <a:noFill/>
                  </a:ln>
                  <a:solidFill>
                    <a:srgbClr val="44546A">
                      <a:lumMod val="75000"/>
                    </a:srgbClr>
                  </a:solidFill>
                  <a:effectLst/>
                  <a:uLnTx/>
                  <a:uFillTx/>
                  <a:latin typeface="Segoe UI" panose="020B0502040204020203" pitchFamily="34" charset="0"/>
                  <a:ea typeface="+mn-ea"/>
                  <a:cs typeface="Segoe UI" panose="020B0502040204020203" pitchFamily="34" charset="0"/>
                </a:rPr>
                <a:t>AUFWIEDERSEHEN</a:t>
              </a:r>
            </a:p>
          </p:txBody>
        </p:sp>
        <p:sp>
          <p:nvSpPr>
            <p:cNvPr id="10" name="Rechteck 9">
              <a:extLst>
                <a:ext uri="{FF2B5EF4-FFF2-40B4-BE49-F238E27FC236}">
                  <a16:creationId xmlns:a16="http://schemas.microsoft.com/office/drawing/2014/main" id="{04CFB583-4AE4-471D-AA25-E850702DFF18}"/>
                </a:ext>
              </a:extLst>
            </p:cNvPr>
            <p:cNvSpPr/>
            <p:nvPr/>
          </p:nvSpPr>
          <p:spPr>
            <a:xfrm>
              <a:off x="544513" y="2023631"/>
              <a:ext cx="2388109" cy="7357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80000" tIns="72000" rIns="180000" bIns="108000" rtlCol="0" anchor="ctr">
              <a:sp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de-DE" sz="3600" b="1" i="0" u="none" strike="noStrike" kern="1200" cap="none" spc="0" normalizeH="0" baseline="0" noProof="0" dirty="0">
                  <a:ln>
                    <a:noFill/>
                  </a:ln>
                  <a:solidFill>
                    <a:srgbClr val="44546A">
                      <a:lumMod val="75000"/>
                    </a:srgbClr>
                  </a:solidFill>
                  <a:effectLst/>
                  <a:uLnTx/>
                  <a:uFillTx/>
                  <a:latin typeface="Segoe UI" panose="020B0502040204020203" pitchFamily="34" charset="0"/>
                  <a:ea typeface="+mn-ea"/>
                  <a:cs typeface="Segoe UI" panose="020B0502040204020203" pitchFamily="34" charset="0"/>
                </a:rPr>
                <a:t>BIS BALD</a:t>
              </a:r>
            </a:p>
          </p:txBody>
        </p:sp>
      </p:grpSp>
    </p:spTree>
    <p:extLst>
      <p:ext uri="{BB962C8B-B14F-4D97-AF65-F5344CB8AC3E}">
        <p14:creationId xmlns:p14="http://schemas.microsoft.com/office/powerpoint/2010/main" val="10038222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My color">
      <a:dk1>
        <a:srgbClr val="000000"/>
      </a:dk1>
      <a:lt1>
        <a:srgbClr val="FFFFFF"/>
      </a:lt1>
      <a:dk2>
        <a:srgbClr val="44546A"/>
      </a:dk2>
      <a:lt2>
        <a:srgbClr val="E7E6E6"/>
      </a:lt2>
      <a:accent1>
        <a:srgbClr val="F6B73A"/>
      </a:accent1>
      <a:accent2>
        <a:srgbClr val="FEBF00"/>
      </a:accent2>
      <a:accent3>
        <a:srgbClr val="F6B73A"/>
      </a:accent3>
      <a:accent4>
        <a:srgbClr val="F6B73A"/>
      </a:accent4>
      <a:accent5>
        <a:srgbClr val="FEBF00"/>
      </a:accent5>
      <a:accent6>
        <a:srgbClr val="F6B73A"/>
      </a:accent6>
      <a:hlink>
        <a:srgbClr val="0563C1"/>
      </a:hlink>
      <a:folHlink>
        <a:srgbClr val="954F72"/>
      </a:folHlink>
    </a:clrScheme>
    <a:fontScheme name="Тема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3.xml><?xml version="1.0" encoding="utf-8"?>
<a:theme xmlns:a="http://schemas.openxmlformats.org/drawingml/2006/main" name="4_Office Theme">
  <a:themeElements>
    <a:clrScheme name="My color">
      <a:dk1>
        <a:srgbClr val="000000"/>
      </a:dk1>
      <a:lt1>
        <a:srgbClr val="FFFFFF"/>
      </a:lt1>
      <a:dk2>
        <a:srgbClr val="44546A"/>
      </a:dk2>
      <a:lt2>
        <a:srgbClr val="E7E6E6"/>
      </a:lt2>
      <a:accent1>
        <a:srgbClr val="F6B73A"/>
      </a:accent1>
      <a:accent2>
        <a:srgbClr val="FEBF00"/>
      </a:accent2>
      <a:accent3>
        <a:srgbClr val="F6B73A"/>
      </a:accent3>
      <a:accent4>
        <a:srgbClr val="F6B73A"/>
      </a:accent4>
      <a:accent5>
        <a:srgbClr val="FEBF00"/>
      </a:accent5>
      <a:accent6>
        <a:srgbClr val="F6B73A"/>
      </a:accent6>
      <a:hlink>
        <a:srgbClr val="0563C1"/>
      </a:hlink>
      <a:folHlink>
        <a:srgbClr val="954F72"/>
      </a:folHlink>
    </a:clrScheme>
    <a:fontScheme name="Тема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4.xml><?xml version="1.0" encoding="utf-8"?>
<a:theme xmlns:a="http://schemas.openxmlformats.org/drawingml/2006/main" name="5_Office Theme">
  <a:themeElements>
    <a:clrScheme name="My color">
      <a:dk1>
        <a:srgbClr val="000000"/>
      </a:dk1>
      <a:lt1>
        <a:srgbClr val="FFFFFF"/>
      </a:lt1>
      <a:dk2>
        <a:srgbClr val="44546A"/>
      </a:dk2>
      <a:lt2>
        <a:srgbClr val="E7E6E6"/>
      </a:lt2>
      <a:accent1>
        <a:srgbClr val="F6B73A"/>
      </a:accent1>
      <a:accent2>
        <a:srgbClr val="FEBF00"/>
      </a:accent2>
      <a:accent3>
        <a:srgbClr val="F6B73A"/>
      </a:accent3>
      <a:accent4>
        <a:srgbClr val="F6B73A"/>
      </a:accent4>
      <a:accent5>
        <a:srgbClr val="FEBF00"/>
      </a:accent5>
      <a:accent6>
        <a:srgbClr val="F6B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1051</Words>
  <Application>Microsoft Office PowerPoint</Application>
  <PresentationFormat>Breitbild</PresentationFormat>
  <Paragraphs>144</Paragraphs>
  <Slides>32</Slides>
  <Notes>21</Notes>
  <HiddenSlides>0</HiddenSlides>
  <MMClips>0</MMClips>
  <ScaleCrop>false</ScaleCrop>
  <HeadingPairs>
    <vt:vector size="6" baseType="variant">
      <vt:variant>
        <vt:lpstr>Verwendete Schriftarten</vt:lpstr>
      </vt:variant>
      <vt:variant>
        <vt:i4>7</vt:i4>
      </vt:variant>
      <vt:variant>
        <vt:lpstr>Design</vt:lpstr>
      </vt:variant>
      <vt:variant>
        <vt:i4>4</vt:i4>
      </vt:variant>
      <vt:variant>
        <vt:lpstr>Folientitel</vt:lpstr>
      </vt:variant>
      <vt:variant>
        <vt:i4>32</vt:i4>
      </vt:variant>
    </vt:vector>
  </HeadingPairs>
  <TitlesOfParts>
    <vt:vector size="43" baseType="lpstr">
      <vt:lpstr>Bebas Neue</vt:lpstr>
      <vt:lpstr>Calibri Light</vt:lpstr>
      <vt:lpstr>Calibri</vt:lpstr>
      <vt:lpstr>Segoe UI Light</vt:lpstr>
      <vt:lpstr>Open Sans</vt:lpstr>
      <vt:lpstr>Arial</vt:lpstr>
      <vt:lpstr>Segoe UI</vt:lpstr>
      <vt:lpstr>Office</vt:lpstr>
      <vt:lpstr>3_Office Theme</vt:lpstr>
      <vt:lpstr>4_Office Theme</vt:lpstr>
      <vt:lpstr>5_Office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Ben Cöppicus</dc:creator>
  <cp:lastModifiedBy>Ben Cöppicus</cp:lastModifiedBy>
  <cp:revision>131</cp:revision>
  <dcterms:created xsi:type="dcterms:W3CDTF">2022-04-30T15:55:12Z</dcterms:created>
  <dcterms:modified xsi:type="dcterms:W3CDTF">2023-02-13T07:41:47Z</dcterms:modified>
</cp:coreProperties>
</file>